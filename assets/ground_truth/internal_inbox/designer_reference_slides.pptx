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7" r:id="rId3"/>
    <p:sldMasterId id="2147483700" r:id="rId4"/>
    <p:sldMasterId id="2147483714" r:id="rId5"/>
  </p:sldMasterIdLst>
  <p:notesMasterIdLst>
    <p:notesMasterId r:id="rId27"/>
  </p:notesMasterIdLst>
  <p:sldIdLst>
    <p:sldId id="2147483443" r:id="rId6"/>
    <p:sldId id="2147483445" r:id="rId7"/>
    <p:sldId id="2147483446" r:id="rId8"/>
    <p:sldId id="2147483458" r:id="rId9"/>
    <p:sldId id="2147482252" r:id="rId10"/>
    <p:sldId id="2147483444" r:id="rId11"/>
    <p:sldId id="2147483420" r:id="rId12"/>
    <p:sldId id="2147482436" r:id="rId13"/>
    <p:sldId id="2147482432" r:id="rId14"/>
    <p:sldId id="2147482255" r:id="rId15"/>
    <p:sldId id="2147483387" r:id="rId16"/>
    <p:sldId id="2147483459" r:id="rId17"/>
    <p:sldId id="2147483460" r:id="rId18"/>
    <p:sldId id="2147483358" r:id="rId19"/>
    <p:sldId id="2147483410" r:id="rId20"/>
    <p:sldId id="2147483449" r:id="rId21"/>
    <p:sldId id="2147483372" r:id="rId22"/>
    <p:sldId id="2147483397" r:id="rId23"/>
    <p:sldId id="2147483439" r:id="rId24"/>
    <p:sldId id="2147483384" r:id="rId25"/>
    <p:sldId id="25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352C89-CB16-4559-BD3E-359EE0012445}" v="57" dt="2026-04-10T14:24:11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nd Kaushal" userId="e9074881-c34a-4cf6-8f4e-e997d1e0aa19" providerId="ADAL" clId="{8264EE42-08D7-497B-A8E9-190894C13408}"/>
    <pc:docChg chg="undo custSel addSld delSld modSld delMainMaster">
      <pc:chgData name="Mukund Kaushal" userId="e9074881-c34a-4cf6-8f4e-e997d1e0aa19" providerId="ADAL" clId="{8264EE42-08D7-497B-A8E9-190894C13408}" dt="2026-04-10T14:24:11.639" v="60"/>
      <pc:docMkLst>
        <pc:docMk/>
      </pc:docMkLst>
      <pc:sldChg chg="new del">
        <pc:chgData name="Mukund Kaushal" userId="e9074881-c34a-4cf6-8f4e-e997d1e0aa19" providerId="ADAL" clId="{8264EE42-08D7-497B-A8E9-190894C13408}" dt="2026-04-10T13:49:44.375" v="4" actId="47"/>
        <pc:sldMkLst>
          <pc:docMk/>
          <pc:sldMk cId="2575415563" sldId="256"/>
        </pc:sldMkLst>
      </pc:sldChg>
      <pc:sldChg chg="add del">
        <pc:chgData name="Mukund Kaushal" userId="e9074881-c34a-4cf6-8f4e-e997d1e0aa19" providerId="ADAL" clId="{8264EE42-08D7-497B-A8E9-190894C13408}" dt="2026-04-10T14:24:11.639" v="60"/>
        <pc:sldMkLst>
          <pc:docMk/>
          <pc:sldMk cId="668788925" sldId="258"/>
        </pc:sldMkLst>
      </pc:sldChg>
      <pc:sldChg chg="add">
        <pc:chgData name="Mukund Kaushal" userId="e9074881-c34a-4cf6-8f4e-e997d1e0aa19" providerId="ADAL" clId="{8264EE42-08D7-497B-A8E9-190894C13408}" dt="2026-04-10T14:08:22.333" v="10"/>
        <pc:sldMkLst>
          <pc:docMk/>
          <pc:sldMk cId="2817449747" sldId="2147482252"/>
        </pc:sldMkLst>
      </pc:sldChg>
      <pc:sldChg chg="add del">
        <pc:chgData name="Mukund Kaushal" userId="e9074881-c34a-4cf6-8f4e-e997d1e0aa19" providerId="ADAL" clId="{8264EE42-08D7-497B-A8E9-190894C13408}" dt="2026-04-10T14:14:31.211" v="21"/>
        <pc:sldMkLst>
          <pc:docMk/>
          <pc:sldMk cId="1614233756" sldId="2147482255"/>
        </pc:sldMkLst>
      </pc:sldChg>
      <pc:sldChg chg="add">
        <pc:chgData name="Mukund Kaushal" userId="e9074881-c34a-4cf6-8f4e-e997d1e0aa19" providerId="ADAL" clId="{8264EE42-08D7-497B-A8E9-190894C13408}" dt="2026-04-10T14:14:14.824" v="18"/>
        <pc:sldMkLst>
          <pc:docMk/>
          <pc:sldMk cId="3196702963" sldId="2147482432"/>
        </pc:sldMkLst>
      </pc:sldChg>
      <pc:sldChg chg="add del">
        <pc:chgData name="Mukund Kaushal" userId="e9074881-c34a-4cf6-8f4e-e997d1e0aa19" providerId="ADAL" clId="{8264EE42-08D7-497B-A8E9-190894C13408}" dt="2026-04-10T14:14:02.259" v="17"/>
        <pc:sldMkLst>
          <pc:docMk/>
          <pc:sldMk cId="3467815970" sldId="2147482436"/>
        </pc:sldMkLst>
      </pc:sldChg>
      <pc:sldChg chg="add del">
        <pc:chgData name="Mukund Kaushal" userId="e9074881-c34a-4cf6-8f4e-e997d1e0aa19" providerId="ADAL" clId="{8264EE42-08D7-497B-A8E9-190894C13408}" dt="2026-04-10T14:18:34.132" v="37"/>
        <pc:sldMkLst>
          <pc:docMk/>
          <pc:sldMk cId="324373791" sldId="2147483358"/>
        </pc:sldMkLst>
      </pc:sldChg>
      <pc:sldChg chg="add del">
        <pc:chgData name="Mukund Kaushal" userId="e9074881-c34a-4cf6-8f4e-e997d1e0aa19" providerId="ADAL" clId="{8264EE42-08D7-497B-A8E9-190894C13408}" dt="2026-04-10T14:22:12.355" v="46"/>
        <pc:sldMkLst>
          <pc:docMk/>
          <pc:sldMk cId="898060830" sldId="2147483372"/>
        </pc:sldMkLst>
      </pc:sldChg>
      <pc:sldChg chg="add del">
        <pc:chgData name="Mukund Kaushal" userId="e9074881-c34a-4cf6-8f4e-e997d1e0aa19" providerId="ADAL" clId="{8264EE42-08D7-497B-A8E9-190894C13408}" dt="2026-04-10T14:22:48.713" v="55"/>
        <pc:sldMkLst>
          <pc:docMk/>
          <pc:sldMk cId="1450713479" sldId="2147483384"/>
        </pc:sldMkLst>
      </pc:sldChg>
      <pc:sldChg chg="add del">
        <pc:chgData name="Mukund Kaushal" userId="e9074881-c34a-4cf6-8f4e-e997d1e0aa19" providerId="ADAL" clId="{8264EE42-08D7-497B-A8E9-190894C13408}" dt="2026-04-10T14:15:03.971" v="28"/>
        <pc:sldMkLst>
          <pc:docMk/>
          <pc:sldMk cId="2309285601" sldId="2147483387"/>
        </pc:sldMkLst>
      </pc:sldChg>
      <pc:sldChg chg="add del">
        <pc:chgData name="Mukund Kaushal" userId="e9074881-c34a-4cf6-8f4e-e997d1e0aa19" providerId="ADAL" clId="{8264EE42-08D7-497B-A8E9-190894C13408}" dt="2026-04-10T14:22:21.045" v="49"/>
        <pc:sldMkLst>
          <pc:docMk/>
          <pc:sldMk cId="296243234" sldId="2147483397"/>
        </pc:sldMkLst>
      </pc:sldChg>
      <pc:sldChg chg="add del">
        <pc:chgData name="Mukund Kaushal" userId="e9074881-c34a-4cf6-8f4e-e997d1e0aa19" providerId="ADAL" clId="{8264EE42-08D7-497B-A8E9-190894C13408}" dt="2026-04-10T14:19:00.931" v="40"/>
        <pc:sldMkLst>
          <pc:docMk/>
          <pc:sldMk cId="1645496684" sldId="2147483410"/>
        </pc:sldMkLst>
      </pc:sldChg>
      <pc:sldChg chg="add del">
        <pc:chgData name="Mukund Kaushal" userId="e9074881-c34a-4cf6-8f4e-e997d1e0aa19" providerId="ADAL" clId="{8264EE42-08D7-497B-A8E9-190894C13408}" dt="2026-04-10T14:12:09.793" v="14"/>
        <pc:sldMkLst>
          <pc:docMk/>
          <pc:sldMk cId="2393689823" sldId="2147483420"/>
        </pc:sldMkLst>
      </pc:sldChg>
      <pc:sldChg chg="add del">
        <pc:chgData name="Mukund Kaushal" userId="e9074881-c34a-4cf6-8f4e-e997d1e0aa19" providerId="ADAL" clId="{8264EE42-08D7-497B-A8E9-190894C13408}" dt="2026-04-10T14:22:31.258" v="52"/>
        <pc:sldMkLst>
          <pc:docMk/>
          <pc:sldMk cId="3476033391" sldId="2147483439"/>
        </pc:sldMkLst>
      </pc:sldChg>
      <pc:sldChg chg="add del">
        <pc:chgData name="Mukund Kaushal" userId="e9074881-c34a-4cf6-8f4e-e997d1e0aa19" providerId="ADAL" clId="{8264EE42-08D7-497B-A8E9-190894C13408}" dt="2026-04-10T13:49:45.909" v="6" actId="47"/>
        <pc:sldMkLst>
          <pc:docMk/>
          <pc:sldMk cId="691426087" sldId="2147483443"/>
        </pc:sldMkLst>
      </pc:sldChg>
      <pc:sldChg chg="add">
        <pc:chgData name="Mukund Kaushal" userId="e9074881-c34a-4cf6-8f4e-e997d1e0aa19" providerId="ADAL" clId="{8264EE42-08D7-497B-A8E9-190894C13408}" dt="2026-04-10T14:11:14.359" v="11"/>
        <pc:sldMkLst>
          <pc:docMk/>
          <pc:sldMk cId="2984100522" sldId="2147483444"/>
        </pc:sldMkLst>
      </pc:sldChg>
      <pc:sldChg chg="add">
        <pc:chgData name="Mukund Kaushal" userId="e9074881-c34a-4cf6-8f4e-e997d1e0aa19" providerId="ADAL" clId="{8264EE42-08D7-497B-A8E9-190894C13408}" dt="2026-04-10T14:06:16.022" v="7"/>
        <pc:sldMkLst>
          <pc:docMk/>
          <pc:sldMk cId="3294463012" sldId="2147483445"/>
        </pc:sldMkLst>
      </pc:sldChg>
      <pc:sldChg chg="add">
        <pc:chgData name="Mukund Kaushal" userId="e9074881-c34a-4cf6-8f4e-e997d1e0aa19" providerId="ADAL" clId="{8264EE42-08D7-497B-A8E9-190894C13408}" dt="2026-04-10T14:06:20.757" v="8"/>
        <pc:sldMkLst>
          <pc:docMk/>
          <pc:sldMk cId="305940576" sldId="2147483446"/>
        </pc:sldMkLst>
      </pc:sldChg>
      <pc:sldChg chg="add del">
        <pc:chgData name="Mukund Kaushal" userId="e9074881-c34a-4cf6-8f4e-e997d1e0aa19" providerId="ADAL" clId="{8264EE42-08D7-497B-A8E9-190894C13408}" dt="2026-04-10T14:20:56.617" v="43"/>
        <pc:sldMkLst>
          <pc:docMk/>
          <pc:sldMk cId="3831663136" sldId="2147483449"/>
        </pc:sldMkLst>
      </pc:sldChg>
      <pc:sldChg chg="add">
        <pc:chgData name="Mukund Kaushal" userId="e9074881-c34a-4cf6-8f4e-e997d1e0aa19" providerId="ADAL" clId="{8264EE42-08D7-497B-A8E9-190894C13408}" dt="2026-04-10T14:06:28.862" v="9"/>
        <pc:sldMkLst>
          <pc:docMk/>
          <pc:sldMk cId="3060325703" sldId="2147483458"/>
        </pc:sldMkLst>
      </pc:sldChg>
      <pc:sldChg chg="add del">
        <pc:chgData name="Mukund Kaushal" userId="e9074881-c34a-4cf6-8f4e-e997d1e0aa19" providerId="ADAL" clId="{8264EE42-08D7-497B-A8E9-190894C13408}" dt="2026-04-10T14:17:05.061" v="30"/>
        <pc:sldMkLst>
          <pc:docMk/>
          <pc:sldMk cId="1849675963" sldId="2147483459"/>
        </pc:sldMkLst>
      </pc:sldChg>
      <pc:sldChg chg="add">
        <pc:chgData name="Mukund Kaushal" userId="e9074881-c34a-4cf6-8f4e-e997d1e0aa19" providerId="ADAL" clId="{8264EE42-08D7-497B-A8E9-190894C13408}" dt="2026-04-10T14:17:05.097" v="31"/>
        <pc:sldMkLst>
          <pc:docMk/>
          <pc:sldMk cId="3702090932" sldId="2147483459"/>
        </pc:sldMkLst>
      </pc:sldChg>
      <pc:sldChg chg="add del">
        <pc:chgData name="Mukund Kaushal" userId="e9074881-c34a-4cf6-8f4e-e997d1e0aa19" providerId="ADAL" clId="{8264EE42-08D7-497B-A8E9-190894C13408}" dt="2026-04-10T14:14:57.348" v="25"/>
        <pc:sldMkLst>
          <pc:docMk/>
          <pc:sldMk cId="3747952069" sldId="2147483459"/>
        </pc:sldMkLst>
      </pc:sldChg>
      <pc:sldChg chg="add del">
        <pc:chgData name="Mukund Kaushal" userId="e9074881-c34a-4cf6-8f4e-e997d1e0aa19" providerId="ADAL" clId="{8264EE42-08D7-497B-A8E9-190894C13408}" dt="2026-04-10T14:14:52.688" v="23"/>
        <pc:sldMkLst>
          <pc:docMk/>
          <pc:sldMk cId="3779587104" sldId="2147483459"/>
        </pc:sldMkLst>
      </pc:sldChg>
      <pc:sldChg chg="add del">
        <pc:chgData name="Mukund Kaushal" userId="e9074881-c34a-4cf6-8f4e-e997d1e0aa19" providerId="ADAL" clId="{8264EE42-08D7-497B-A8E9-190894C13408}" dt="2026-04-10T14:17:16.450" v="33"/>
        <pc:sldMkLst>
          <pc:docMk/>
          <pc:sldMk cId="363855661" sldId="2147483460"/>
        </pc:sldMkLst>
      </pc:sldChg>
      <pc:sldChg chg="add">
        <pc:chgData name="Mukund Kaushal" userId="e9074881-c34a-4cf6-8f4e-e997d1e0aa19" providerId="ADAL" clId="{8264EE42-08D7-497B-A8E9-190894C13408}" dt="2026-04-10T14:17:16.487" v="34"/>
        <pc:sldMkLst>
          <pc:docMk/>
          <pc:sldMk cId="1922513026" sldId="2147483460"/>
        </pc:sldMkLst>
      </pc:sldChg>
      <pc:sldChg chg="add del">
        <pc:chgData name="Mukund Kaushal" userId="e9074881-c34a-4cf6-8f4e-e997d1e0aa19" providerId="ADAL" clId="{8264EE42-08D7-497B-A8E9-190894C13408}" dt="2026-04-10T14:24:05.110" v="57"/>
        <pc:sldMkLst>
          <pc:docMk/>
          <pc:sldMk cId="3713548546" sldId="2147483461"/>
        </pc:sldMkLst>
      </pc:sldChg>
      <pc:sldMasterChg chg="del delSldLayout">
        <pc:chgData name="Mukund Kaushal" userId="e9074881-c34a-4cf6-8f4e-e997d1e0aa19" providerId="ADAL" clId="{8264EE42-08D7-497B-A8E9-190894C13408}" dt="2026-04-10T13:49:44.375" v="4" actId="47"/>
        <pc:sldMasterMkLst>
          <pc:docMk/>
          <pc:sldMasterMk cId="1070606727" sldId="2147483648"/>
        </pc:sldMasterMkLst>
        <pc:sldLayoutChg chg="del">
          <pc:chgData name="Mukund Kaushal" userId="e9074881-c34a-4cf6-8f4e-e997d1e0aa19" providerId="ADAL" clId="{8264EE42-08D7-497B-A8E9-190894C13408}" dt="2026-04-10T13:49:44.375" v="4" actId="47"/>
          <pc:sldLayoutMkLst>
            <pc:docMk/>
            <pc:sldMasterMk cId="1070606727" sldId="2147483648"/>
            <pc:sldLayoutMk cId="2244674120" sldId="2147483649"/>
          </pc:sldLayoutMkLst>
        </pc:sldLayoutChg>
        <pc:sldLayoutChg chg="del">
          <pc:chgData name="Mukund Kaushal" userId="e9074881-c34a-4cf6-8f4e-e997d1e0aa19" providerId="ADAL" clId="{8264EE42-08D7-497B-A8E9-190894C13408}" dt="2026-04-10T13:49:44.375" v="4" actId="47"/>
          <pc:sldLayoutMkLst>
            <pc:docMk/>
            <pc:sldMasterMk cId="1070606727" sldId="2147483648"/>
            <pc:sldLayoutMk cId="2415682953" sldId="2147483650"/>
          </pc:sldLayoutMkLst>
        </pc:sldLayoutChg>
        <pc:sldLayoutChg chg="del">
          <pc:chgData name="Mukund Kaushal" userId="e9074881-c34a-4cf6-8f4e-e997d1e0aa19" providerId="ADAL" clId="{8264EE42-08D7-497B-A8E9-190894C13408}" dt="2026-04-10T13:49:44.375" v="4" actId="47"/>
          <pc:sldLayoutMkLst>
            <pc:docMk/>
            <pc:sldMasterMk cId="1070606727" sldId="2147483648"/>
            <pc:sldLayoutMk cId="3824960705" sldId="2147483651"/>
          </pc:sldLayoutMkLst>
        </pc:sldLayoutChg>
        <pc:sldLayoutChg chg="del">
          <pc:chgData name="Mukund Kaushal" userId="e9074881-c34a-4cf6-8f4e-e997d1e0aa19" providerId="ADAL" clId="{8264EE42-08D7-497B-A8E9-190894C13408}" dt="2026-04-10T13:49:44.375" v="4" actId="47"/>
          <pc:sldLayoutMkLst>
            <pc:docMk/>
            <pc:sldMasterMk cId="1070606727" sldId="2147483648"/>
            <pc:sldLayoutMk cId="2611890009" sldId="2147483652"/>
          </pc:sldLayoutMkLst>
        </pc:sldLayoutChg>
        <pc:sldLayoutChg chg="del">
          <pc:chgData name="Mukund Kaushal" userId="e9074881-c34a-4cf6-8f4e-e997d1e0aa19" providerId="ADAL" clId="{8264EE42-08D7-497B-A8E9-190894C13408}" dt="2026-04-10T13:49:44.375" v="4" actId="47"/>
          <pc:sldLayoutMkLst>
            <pc:docMk/>
            <pc:sldMasterMk cId="1070606727" sldId="2147483648"/>
            <pc:sldLayoutMk cId="1598108862" sldId="2147483653"/>
          </pc:sldLayoutMkLst>
        </pc:sldLayoutChg>
        <pc:sldLayoutChg chg="del">
          <pc:chgData name="Mukund Kaushal" userId="e9074881-c34a-4cf6-8f4e-e997d1e0aa19" providerId="ADAL" clId="{8264EE42-08D7-497B-A8E9-190894C13408}" dt="2026-04-10T13:49:44.375" v="4" actId="47"/>
          <pc:sldLayoutMkLst>
            <pc:docMk/>
            <pc:sldMasterMk cId="1070606727" sldId="2147483648"/>
            <pc:sldLayoutMk cId="19125956" sldId="2147483654"/>
          </pc:sldLayoutMkLst>
        </pc:sldLayoutChg>
        <pc:sldLayoutChg chg="del">
          <pc:chgData name="Mukund Kaushal" userId="e9074881-c34a-4cf6-8f4e-e997d1e0aa19" providerId="ADAL" clId="{8264EE42-08D7-497B-A8E9-190894C13408}" dt="2026-04-10T13:49:44.375" v="4" actId="47"/>
          <pc:sldLayoutMkLst>
            <pc:docMk/>
            <pc:sldMasterMk cId="1070606727" sldId="2147483648"/>
            <pc:sldLayoutMk cId="4191940653" sldId="2147483655"/>
          </pc:sldLayoutMkLst>
        </pc:sldLayoutChg>
        <pc:sldLayoutChg chg="del">
          <pc:chgData name="Mukund Kaushal" userId="e9074881-c34a-4cf6-8f4e-e997d1e0aa19" providerId="ADAL" clId="{8264EE42-08D7-497B-A8E9-190894C13408}" dt="2026-04-10T13:49:44.375" v="4" actId="47"/>
          <pc:sldLayoutMkLst>
            <pc:docMk/>
            <pc:sldMasterMk cId="1070606727" sldId="2147483648"/>
            <pc:sldLayoutMk cId="1376147032" sldId="2147483656"/>
          </pc:sldLayoutMkLst>
        </pc:sldLayoutChg>
        <pc:sldLayoutChg chg="del">
          <pc:chgData name="Mukund Kaushal" userId="e9074881-c34a-4cf6-8f4e-e997d1e0aa19" providerId="ADAL" clId="{8264EE42-08D7-497B-A8E9-190894C13408}" dt="2026-04-10T13:49:44.375" v="4" actId="47"/>
          <pc:sldLayoutMkLst>
            <pc:docMk/>
            <pc:sldMasterMk cId="1070606727" sldId="2147483648"/>
            <pc:sldLayoutMk cId="1303655412" sldId="2147483657"/>
          </pc:sldLayoutMkLst>
        </pc:sldLayoutChg>
        <pc:sldLayoutChg chg="del">
          <pc:chgData name="Mukund Kaushal" userId="e9074881-c34a-4cf6-8f4e-e997d1e0aa19" providerId="ADAL" clId="{8264EE42-08D7-497B-A8E9-190894C13408}" dt="2026-04-10T13:49:44.375" v="4" actId="47"/>
          <pc:sldLayoutMkLst>
            <pc:docMk/>
            <pc:sldMasterMk cId="1070606727" sldId="2147483648"/>
            <pc:sldLayoutMk cId="1610550955" sldId="2147483658"/>
          </pc:sldLayoutMkLst>
        </pc:sldLayoutChg>
        <pc:sldLayoutChg chg="del">
          <pc:chgData name="Mukund Kaushal" userId="e9074881-c34a-4cf6-8f4e-e997d1e0aa19" providerId="ADAL" clId="{8264EE42-08D7-497B-A8E9-190894C13408}" dt="2026-04-10T13:49:44.375" v="4" actId="47"/>
          <pc:sldLayoutMkLst>
            <pc:docMk/>
            <pc:sldMasterMk cId="1070606727" sldId="2147483648"/>
            <pc:sldLayoutMk cId="1135555397" sldId="2147483659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12:47:02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E09335-0ACD-46F4-AC2E-5ED424E773C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057F4-833A-4A68-9211-02A8635B81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37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9B3E42-B504-469C-AAEA-6018C6CD89F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193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Lesser words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9B3E42-B504-469C-AAEA-6018C6CD89F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948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311F8-1735-2EEE-1DFD-0FAE8D8A0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15146-BE0A-0019-FFA3-31F5AC36B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F337B-4444-10F0-FDD9-C1B63AC77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and infrastructure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8A56D-93DA-B67A-CE3B-121DDDC5A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881F12-F1ED-40FF-A54E-0F49C6E5D7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7910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04B2-3BE6-961F-7EBF-413FB9379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EE5AE-F172-AC8E-3F8A-E29327D03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8AB5E-1154-35FD-DC2C-FDD63A1C4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11EEA-ADE6-DC84-1E49-082A33EA1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9A49-D6B8-F4CE-5E2E-9D01100EC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51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C7B43-AB5E-FBDE-7985-478FCB59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83832-A88E-DD8D-74A2-B2DB19513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69557-5F1B-45E9-FA2F-3C8A291B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85747-CC8F-5C92-D078-13B93A0F6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E27CA-D980-65B0-EAD1-8D5850BE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8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3C33-9B9F-0B88-67D5-3707456D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05457-9EB8-2796-234C-ACEDEBF24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B5DEA-2D5F-6E9A-8992-0C4DBF19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BE250-B164-5F7D-194D-52DC8CAF6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419AD-6266-F311-7299-83EB7F16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80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D324-CC73-0381-8229-4C02D7DA1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CF2B7-782C-956F-1C73-3EFBE2AA9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9360A-9BD7-2C9C-5136-A7C288D1D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00B1D-1A8A-D418-EAAE-6DFB9EDB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9985A-44DD-DD86-B658-860B45BD2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6BE6D-5ECE-88B7-2EFF-EED614C2C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47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694C-2E8B-5694-27D1-F7B2ADDC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4C30D-579D-923B-4F18-18C2A3DF8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70C6C-5538-1C85-0ED2-4B1FB09A9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18DE2-41D8-0B84-1B37-A8EE4FA25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83F05A-4059-8375-0F56-44BE5C440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A72CC0-9A97-C5A2-084F-C614929A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5F9803-69C0-837D-9228-BE96D7FF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8D5BCD-DA46-316E-2C89-27FF7C4F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90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9F27A21-E6B5-6107-728E-03F4C9E0B621}"/>
              </a:ext>
            </a:extLst>
          </p:cNvPr>
          <p:cNvSpPr txBox="1">
            <a:spLocks/>
          </p:cNvSpPr>
          <p:nvPr userDrawn="1"/>
        </p:nvSpPr>
        <p:spPr>
          <a:xfrm>
            <a:off x="11455765" y="6427244"/>
            <a:ext cx="727075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DA227D-D6B4-481D-8178-2242024024D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98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DBB0-415D-1F63-2A4D-B6C03D33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6D08E-9A8E-94A3-AB8F-7C922D9D5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88333-7359-B96A-4EC6-76B016503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3CA6D-A608-05F5-5355-C4765686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3E8D9-7BA3-99E5-F24E-96401BFE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B0B0F-7EDB-0733-6FAE-7177CEE9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22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AB78-7BE9-2FF7-825E-7C1647914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07DF92-4410-7801-BF03-0ECB17F52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7B140-D029-A3D8-CAB2-65C2B8555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6D18E-1086-D4AC-A14B-DB3224007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62651-280B-2080-32E4-681EDE4F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DE48D-38C2-12B4-EF34-09E5F463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0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5CC8-6756-1D8A-2325-DB49764FA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91F1A-FC02-8179-A150-6E313CA1B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0342-1BAF-AE6E-5B13-B13798B7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8AA4A-74BF-759A-E538-74FF58E77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1A089-82A4-1287-0185-66BFD13F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34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18A6AD-7111-F2E7-5CE0-4BE1BE7ED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D8A1F-CFD3-7A81-4EF9-343C8796D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7D115-0555-5A34-F499-8714E3AD3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0E77F-6220-89B2-22A2-A994BCA2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5E136-90D3-652D-C46C-9E5A12D3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96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2 Title and text right">
  <p:cSld name="012 Title and text righ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>
            <a:spLocks noGrp="1"/>
          </p:cNvSpPr>
          <p:nvPr>
            <p:ph type="title"/>
          </p:nvPr>
        </p:nvSpPr>
        <p:spPr>
          <a:xfrm>
            <a:off x="4918988" y="2122000"/>
            <a:ext cx="5581500" cy="124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body" idx="1"/>
          </p:nvPr>
        </p:nvSpPr>
        <p:spPr>
          <a:xfrm>
            <a:off x="4919088" y="3503650"/>
            <a:ext cx="5581500" cy="1702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7761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F1ACE1-6156-FD9D-C7A8-E982DE7D24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9313857" cy="684844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C573D57-4E5A-0AA6-68BC-7BB6ADE8CE56}"/>
              </a:ext>
            </a:extLst>
          </p:cNvPr>
          <p:cNvSpPr/>
          <p:nvPr userDrawn="1"/>
        </p:nvSpPr>
        <p:spPr>
          <a:xfrm>
            <a:off x="0" y="0"/>
            <a:ext cx="6328085" cy="6848445"/>
          </a:xfrm>
          <a:prstGeom prst="rect">
            <a:avLst/>
          </a:prstGeom>
          <a:gradFill>
            <a:gsLst>
              <a:gs pos="0">
                <a:schemeClr val="accent2">
                  <a:alpha val="6078"/>
                </a:schemeClr>
              </a:gs>
              <a:gs pos="100000">
                <a:schemeClr val="accent1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E23EE7-C06B-9A7B-18A3-EC77DA63C56A}"/>
              </a:ext>
            </a:extLst>
          </p:cNvPr>
          <p:cNvSpPr/>
          <p:nvPr userDrawn="1"/>
        </p:nvSpPr>
        <p:spPr>
          <a:xfrm>
            <a:off x="4285965" y="9555"/>
            <a:ext cx="165993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34000">
                <a:schemeClr val="accent1">
                  <a:alpha val="50000"/>
                </a:schemeClr>
              </a:gs>
              <a:gs pos="75000">
                <a:srgbClr val="4A0637">
                  <a:alpha val="50000"/>
                </a:srgbClr>
              </a:gs>
              <a:gs pos="100000">
                <a:schemeClr val="accent4">
                  <a:alpha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A7F5CE-7DA2-2DAF-AAE2-8FB5286C0E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8085" y="0"/>
            <a:ext cx="5863915" cy="6858000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EFCBA76-F4DB-1A7F-F138-01316C2CB3FD}"/>
              </a:ext>
            </a:extLst>
          </p:cNvPr>
          <p:cNvSpPr txBox="1">
            <a:spLocks/>
          </p:cNvSpPr>
          <p:nvPr userDrawn="1"/>
        </p:nvSpPr>
        <p:spPr>
          <a:xfrm>
            <a:off x="7994074" y="6608987"/>
            <a:ext cx="4197927" cy="268143"/>
          </a:xfrm>
          <a:prstGeom prst="rect">
            <a:avLst/>
          </a:prstGeom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>
                <a:solidFill>
                  <a:schemeClr val="bg2"/>
                </a:solidFill>
              </a:rPr>
              <a:t>© 2024 Collabera Digital  |  All Rights Reserved  </a:t>
            </a:r>
            <a:r>
              <a:rPr lang="en-IN" sz="1000">
                <a:solidFill>
                  <a:schemeClr val="bg2"/>
                </a:solidFill>
              </a:rPr>
              <a:t>| </a:t>
            </a:r>
            <a:r>
              <a:rPr lang="en-IN" sz="1000" err="1">
                <a:solidFill>
                  <a:schemeClr val="bg2"/>
                </a:solidFill>
              </a:rPr>
              <a:t>collaberadigital.com</a:t>
            </a:r>
            <a:endParaRPr lang="en-IN" sz="1000">
              <a:solidFill>
                <a:schemeClr val="bg2"/>
              </a:solidFill>
            </a:endParaRPr>
          </a:p>
        </p:txBody>
      </p:sp>
      <p:sp>
        <p:nvSpPr>
          <p:cNvPr id="17" name="Google Shape;9;p2">
            <a:extLst>
              <a:ext uri="{FF2B5EF4-FFF2-40B4-BE49-F238E27FC236}">
                <a16:creationId xmlns:a16="http://schemas.microsoft.com/office/drawing/2014/main" id="{08FD96B2-E7CC-19E5-1780-DE78F344255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749256" y="3483431"/>
            <a:ext cx="5439600" cy="10740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000" b="1">
                <a:solidFill>
                  <a:schemeClr val="bg2"/>
                </a:solidFill>
                <a:latin typeface="+mj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110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1D79-D6C7-053A-E5D1-7644BC1FF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5E86E-141E-CB6D-F6DA-9330E2415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1C80B-0845-4F35-9E76-D6C02E64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08E2-67EC-49FF-B0AB-E515D80402B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F27F8-B0F3-E602-EDB0-3210A82F7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B3FF0-9384-E75D-D575-FB546EA3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C7B63-B173-4B21-9FFB-8703812D7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02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7B22-4CDE-AA99-6F21-AAFE07B5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E8E3C-B975-A3A0-5E0C-CD9C779E3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E5E56-5A8D-5CB1-50EA-B2DD241C3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08E2-67EC-49FF-B0AB-E515D80402B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ADA2-C478-A494-D140-029F9A1A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CA3C6-7DBD-93FD-2A20-4289E9A1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C7B63-B173-4B21-9FFB-8703812D7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26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7A4B8-B20C-800E-CA6F-013D0DF6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31391-70FE-B67A-6925-9D2D78447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96BA7-1C81-4BCE-2636-AF2320041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08E2-67EC-49FF-B0AB-E515D80402B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17142-BAB0-9DD6-7933-C34B2A486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39DD0-FF05-C3B4-8C17-E5DB1F91D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C7B63-B173-4B21-9FFB-8703812D7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39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C2CBC-4D94-5C48-F673-124BDD2A1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119AA-C7A8-6617-122E-75C6841CBB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6D71D-A722-A514-8729-7983F6C38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93623-CC81-D26B-BE6F-30386C25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08E2-67EC-49FF-B0AB-E515D80402B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B4520-BB29-DEDF-C68D-5DF6FA7D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039AE-1203-EC6C-7BC6-86487B18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C7B63-B173-4B21-9FFB-8703812D7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00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0D424-01BF-FD82-A0A1-29B9FF36B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307BE-D1CF-436F-E637-282B255B1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A7A17-6DA2-CAFF-BD22-203484FA9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3A4A17-DBDF-F2F2-5785-161F10790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37D328-4046-2CBF-D378-583C6A2FB8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4041-D686-966E-4D91-06974E8D2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08E2-67EC-49FF-B0AB-E515D80402B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83B38D-6328-4F6D-0BB8-37181FD3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66B2B-601D-8590-2DD2-7CE35D172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C7B63-B173-4B21-9FFB-8703812D7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9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5336-0C9B-0617-804D-FFB523E72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820E6C-53DD-514F-5B70-6BAEB06A9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08E2-67EC-49FF-B0AB-E515D80402B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072ED-2613-E168-967F-38EED0E8E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05045-503C-BF02-EE02-46331E055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C7B63-B173-4B21-9FFB-8703812D7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07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667B90-4E8A-5020-EB04-ECF98F05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08E2-67EC-49FF-B0AB-E515D80402B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A4CF62-761B-D0A2-DB79-037EC348B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11D41-CE24-B39E-594C-03CFD5A8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C7B63-B173-4B21-9FFB-8703812D7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02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E1D59-A1BA-E4CE-0BF7-F2402A1DA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33F99-3443-F15C-3AAD-EE77582B6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F295A-4EA7-3AF6-1F1C-8736CF1DD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010C2-CB2E-FA0E-377C-E872D36AD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08E2-67EC-49FF-B0AB-E515D80402B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64842-E26D-C560-93A7-3083661F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45A36-7ABF-1FF2-DD5A-6C4623725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C7B63-B173-4B21-9FFB-8703812D7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80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13A2B-15A3-9FAC-02DE-7AE564F62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FD156B-A715-FBE4-7054-B911E5E4C8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1915D-AB45-2F4A-E1F8-2F1D92CE3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52A9E-8B16-9619-1161-51C471281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08E2-67EC-49FF-B0AB-E515D80402B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4ED5C-426A-E7A1-7C07-F66F23AA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24E28-4915-AD95-0D51-958EF508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C7B63-B173-4B21-9FFB-8703812D7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58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92BD-13BA-BDF8-02C9-3FAC8359C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C158A-7C2D-5106-2B9D-B47558B1B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AF9BD-792E-BC7A-E113-875CF3FA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08E2-67EC-49FF-B0AB-E515D80402B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990DD-08C1-EEFB-7355-FA802F38B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E0D08-C724-0244-A875-E7F015A1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C7B63-B173-4B21-9FFB-8703812D7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589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E26D2-1B7C-1861-2E9A-844A756C69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F9C04-D694-198D-1B37-9CABC54D2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E9209-BE94-D0F3-7CF2-4E6DE3387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08E2-67EC-49FF-B0AB-E515D80402B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2B4B2-5685-F169-96AF-606A30341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B30DA-E3EB-F069-5F90-D43499AF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C7B63-B173-4B21-9FFB-8703812D7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770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590CC-1510-4B4C-5D24-3B0703D4E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DDD17-D815-6386-D80D-B7EA5F08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40ACC-05B4-A7DF-BBD6-670389D6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A black background with blue dots&#10;&#10;Description automatically generated">
            <a:extLst>
              <a:ext uri="{FF2B5EF4-FFF2-40B4-BE49-F238E27FC236}">
                <a16:creationId xmlns:a16="http://schemas.microsoft.com/office/drawing/2014/main" id="{70F5174B-708F-3A83-2F3F-074C8EAA5F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0"/>
          </a:blip>
          <a:srcRect l="19141" r="19141"/>
          <a:stretch/>
        </p:blipFill>
        <p:spPr>
          <a:xfrm>
            <a:off x="0" y="544288"/>
            <a:ext cx="12192000" cy="63137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E40FAD-9BEC-F77C-CFE6-8D8592C2D2A3}"/>
              </a:ext>
            </a:extLst>
          </p:cNvPr>
          <p:cNvSpPr/>
          <p:nvPr userDrawn="1"/>
        </p:nvSpPr>
        <p:spPr>
          <a:xfrm>
            <a:off x="-10347" y="0"/>
            <a:ext cx="223708" cy="6858000"/>
          </a:xfrm>
          <a:prstGeom prst="rect">
            <a:avLst/>
          </a:prstGeom>
          <a:gradFill flip="none" rotWithShape="1">
            <a:gsLst>
              <a:gs pos="0">
                <a:srgbClr val="2859C3"/>
              </a:gs>
              <a:gs pos="34000">
                <a:srgbClr val="080556"/>
              </a:gs>
              <a:gs pos="75000">
                <a:srgbClr val="4A0637"/>
              </a:gs>
              <a:gs pos="100000">
                <a:srgbClr val="9C000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6" name="Google Shape;6;p1">
            <a:extLst>
              <a:ext uri="{FF2B5EF4-FFF2-40B4-BE49-F238E27FC236}">
                <a16:creationId xmlns:a16="http://schemas.microsoft.com/office/drawing/2014/main" id="{1DBC34D0-E04E-ED57-3E4E-710C419CA982}"/>
              </a:ext>
            </a:extLst>
          </p:cNvPr>
          <p:cNvGrpSpPr/>
          <p:nvPr userDrawn="1"/>
        </p:nvGrpSpPr>
        <p:grpSpPr>
          <a:xfrm>
            <a:off x="0" y="2600347"/>
            <a:ext cx="12192374" cy="4137065"/>
            <a:chOff x="4435" y="7748593"/>
            <a:chExt cx="12182563" cy="5161009"/>
          </a:xfrm>
        </p:grpSpPr>
        <p:sp>
          <p:nvSpPr>
            <p:cNvPr id="7" name="Google Shape;7;p1">
              <a:extLst>
                <a:ext uri="{FF2B5EF4-FFF2-40B4-BE49-F238E27FC236}">
                  <a16:creationId xmlns:a16="http://schemas.microsoft.com/office/drawing/2014/main" id="{5C7AF52A-7A7D-243A-3990-9316179CF3C8}"/>
                </a:ext>
              </a:extLst>
            </p:cNvPr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8;p1">
              <a:extLst>
                <a:ext uri="{FF2B5EF4-FFF2-40B4-BE49-F238E27FC236}">
                  <a16:creationId xmlns:a16="http://schemas.microsoft.com/office/drawing/2014/main" id="{E946D94B-17BD-8C9E-3105-6BC2823D4D0D}"/>
                </a:ext>
              </a:extLst>
            </p:cNvPr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9;p1">
              <a:extLst>
                <a:ext uri="{FF2B5EF4-FFF2-40B4-BE49-F238E27FC236}">
                  <a16:creationId xmlns:a16="http://schemas.microsoft.com/office/drawing/2014/main" id="{CBB85359-6563-E743-E745-B0505417D437}"/>
                </a:ext>
              </a:extLst>
            </p:cNvPr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0;p1">
              <a:extLst>
                <a:ext uri="{FF2B5EF4-FFF2-40B4-BE49-F238E27FC236}">
                  <a16:creationId xmlns:a16="http://schemas.microsoft.com/office/drawing/2014/main" id="{E9089ECA-C9EE-4563-87C7-8B1BB796D6B5}"/>
                </a:ext>
              </a:extLst>
            </p:cNvPr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1">
              <a:extLst>
                <a:ext uri="{FF2B5EF4-FFF2-40B4-BE49-F238E27FC236}">
                  <a16:creationId xmlns:a16="http://schemas.microsoft.com/office/drawing/2014/main" id="{77FA10DE-2CFB-A91D-189C-6699D659D684}"/>
                </a:ext>
              </a:extLst>
            </p:cNvPr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>
              <a:extLst>
                <a:ext uri="{FF2B5EF4-FFF2-40B4-BE49-F238E27FC236}">
                  <a16:creationId xmlns:a16="http://schemas.microsoft.com/office/drawing/2014/main" id="{656DBFEE-AEB3-B475-74DB-017120611ECC}"/>
                </a:ext>
              </a:extLst>
            </p:cNvPr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3;p1">
              <a:extLst>
                <a:ext uri="{FF2B5EF4-FFF2-40B4-BE49-F238E27FC236}">
                  <a16:creationId xmlns:a16="http://schemas.microsoft.com/office/drawing/2014/main" id="{F8EAA835-26B1-6274-7D75-719EDB21DB15}"/>
                </a:ext>
              </a:extLst>
            </p:cNvPr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4;p1">
              <a:extLst>
                <a:ext uri="{FF2B5EF4-FFF2-40B4-BE49-F238E27FC236}">
                  <a16:creationId xmlns:a16="http://schemas.microsoft.com/office/drawing/2014/main" id="{71FCDA82-9E51-7803-EFA0-ED1EFBD4D9A2}"/>
                </a:ext>
              </a:extLst>
            </p:cNvPr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5;p1">
              <a:extLst>
                <a:ext uri="{FF2B5EF4-FFF2-40B4-BE49-F238E27FC236}">
                  <a16:creationId xmlns:a16="http://schemas.microsoft.com/office/drawing/2014/main" id="{33803ADE-BF47-6549-8F87-E4FFC2104B20}"/>
                </a:ext>
              </a:extLst>
            </p:cNvPr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6;p1">
              <a:extLst>
                <a:ext uri="{FF2B5EF4-FFF2-40B4-BE49-F238E27FC236}">
                  <a16:creationId xmlns:a16="http://schemas.microsoft.com/office/drawing/2014/main" id="{A7677585-FEA4-BEA8-E0D5-C8FEB2A97772}"/>
                </a:ext>
              </a:extLst>
            </p:cNvPr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7;p1">
              <a:extLst>
                <a:ext uri="{FF2B5EF4-FFF2-40B4-BE49-F238E27FC236}">
                  <a16:creationId xmlns:a16="http://schemas.microsoft.com/office/drawing/2014/main" id="{FF929A30-8684-7E6B-8C45-1E59584E4535}"/>
                </a:ext>
              </a:extLst>
            </p:cNvPr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8;p1">
              <a:extLst>
                <a:ext uri="{FF2B5EF4-FFF2-40B4-BE49-F238E27FC236}">
                  <a16:creationId xmlns:a16="http://schemas.microsoft.com/office/drawing/2014/main" id="{FD204D52-83B7-04B0-1C00-CC97DA81C21B}"/>
                </a:ext>
              </a:extLst>
            </p:cNvPr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9;p1">
              <a:extLst>
                <a:ext uri="{FF2B5EF4-FFF2-40B4-BE49-F238E27FC236}">
                  <a16:creationId xmlns:a16="http://schemas.microsoft.com/office/drawing/2014/main" id="{38591275-8625-120F-F37F-4CE8C33811E9}"/>
                </a:ext>
              </a:extLst>
            </p:cNvPr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0;p1">
              <a:extLst>
                <a:ext uri="{FF2B5EF4-FFF2-40B4-BE49-F238E27FC236}">
                  <a16:creationId xmlns:a16="http://schemas.microsoft.com/office/drawing/2014/main" id="{A27DDBC1-53FF-9C6F-6FDC-B9F3830048A3}"/>
                </a:ext>
              </a:extLst>
            </p:cNvPr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1;p1">
              <a:extLst>
                <a:ext uri="{FF2B5EF4-FFF2-40B4-BE49-F238E27FC236}">
                  <a16:creationId xmlns:a16="http://schemas.microsoft.com/office/drawing/2014/main" id="{2E888C87-C6B2-7D39-A4DE-73361940EFF3}"/>
                </a:ext>
              </a:extLst>
            </p:cNvPr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2;p1">
              <a:extLst>
                <a:ext uri="{FF2B5EF4-FFF2-40B4-BE49-F238E27FC236}">
                  <a16:creationId xmlns:a16="http://schemas.microsoft.com/office/drawing/2014/main" id="{5D682BF2-64EB-0833-1028-87D7CE3BF67D}"/>
                </a:ext>
              </a:extLst>
            </p:cNvPr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3;p1">
              <a:extLst>
                <a:ext uri="{FF2B5EF4-FFF2-40B4-BE49-F238E27FC236}">
                  <a16:creationId xmlns:a16="http://schemas.microsoft.com/office/drawing/2014/main" id="{3C544235-B01C-A2C4-ADB3-956727351027}"/>
                </a:ext>
              </a:extLst>
            </p:cNvPr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4;p1">
              <a:extLst>
                <a:ext uri="{FF2B5EF4-FFF2-40B4-BE49-F238E27FC236}">
                  <a16:creationId xmlns:a16="http://schemas.microsoft.com/office/drawing/2014/main" id="{2910F3CF-807C-695F-ED9D-CD5EBA21118A}"/>
                </a:ext>
              </a:extLst>
            </p:cNvPr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5;p1">
              <a:extLst>
                <a:ext uri="{FF2B5EF4-FFF2-40B4-BE49-F238E27FC236}">
                  <a16:creationId xmlns:a16="http://schemas.microsoft.com/office/drawing/2014/main" id="{ECADFC18-B324-D3F9-9557-B09C8832C5F0}"/>
                </a:ext>
              </a:extLst>
            </p:cNvPr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6;p1">
              <a:extLst>
                <a:ext uri="{FF2B5EF4-FFF2-40B4-BE49-F238E27FC236}">
                  <a16:creationId xmlns:a16="http://schemas.microsoft.com/office/drawing/2014/main" id="{54D4C61E-E413-BA22-5FE7-29AB8BB7424B}"/>
                </a:ext>
              </a:extLst>
            </p:cNvPr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7;p1">
              <a:extLst>
                <a:ext uri="{FF2B5EF4-FFF2-40B4-BE49-F238E27FC236}">
                  <a16:creationId xmlns:a16="http://schemas.microsoft.com/office/drawing/2014/main" id="{53207448-9433-D521-30F2-25DDDD0EE125}"/>
                </a:ext>
              </a:extLst>
            </p:cNvPr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8;p1">
              <a:extLst>
                <a:ext uri="{FF2B5EF4-FFF2-40B4-BE49-F238E27FC236}">
                  <a16:creationId xmlns:a16="http://schemas.microsoft.com/office/drawing/2014/main" id="{1B93E195-C32A-1FFF-50F6-E6E75B96B970}"/>
                </a:ext>
              </a:extLst>
            </p:cNvPr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9;p1">
              <a:extLst>
                <a:ext uri="{FF2B5EF4-FFF2-40B4-BE49-F238E27FC236}">
                  <a16:creationId xmlns:a16="http://schemas.microsoft.com/office/drawing/2014/main" id="{17523892-BB87-CD38-D386-1EAD5E78746C}"/>
                </a:ext>
              </a:extLst>
            </p:cNvPr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0;p1">
              <a:extLst>
                <a:ext uri="{FF2B5EF4-FFF2-40B4-BE49-F238E27FC236}">
                  <a16:creationId xmlns:a16="http://schemas.microsoft.com/office/drawing/2014/main" id="{FCBD1470-7DED-4DC6-F7E1-D6ECBBF37857}"/>
                </a:ext>
              </a:extLst>
            </p:cNvPr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1;p1">
              <a:extLst>
                <a:ext uri="{FF2B5EF4-FFF2-40B4-BE49-F238E27FC236}">
                  <a16:creationId xmlns:a16="http://schemas.microsoft.com/office/drawing/2014/main" id="{4306AB8A-A5F4-6639-9676-D6DD8CF70F64}"/>
                </a:ext>
              </a:extLst>
            </p:cNvPr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2;p1">
              <a:extLst>
                <a:ext uri="{FF2B5EF4-FFF2-40B4-BE49-F238E27FC236}">
                  <a16:creationId xmlns:a16="http://schemas.microsoft.com/office/drawing/2014/main" id="{0CB7AC6B-E4DD-E1CA-AAA0-BDB8D5FCEA51}"/>
                </a:ext>
              </a:extLst>
            </p:cNvPr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3;p1">
              <a:extLst>
                <a:ext uri="{FF2B5EF4-FFF2-40B4-BE49-F238E27FC236}">
                  <a16:creationId xmlns:a16="http://schemas.microsoft.com/office/drawing/2014/main" id="{F0EB573A-6328-EFA3-BC71-7027D4CBF2D7}"/>
                </a:ext>
              </a:extLst>
            </p:cNvPr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4;p1">
              <a:extLst>
                <a:ext uri="{FF2B5EF4-FFF2-40B4-BE49-F238E27FC236}">
                  <a16:creationId xmlns:a16="http://schemas.microsoft.com/office/drawing/2014/main" id="{35650F9B-9D35-42C4-AA6C-E5419BBF72DE}"/>
                </a:ext>
              </a:extLst>
            </p:cNvPr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5;p1">
              <a:extLst>
                <a:ext uri="{FF2B5EF4-FFF2-40B4-BE49-F238E27FC236}">
                  <a16:creationId xmlns:a16="http://schemas.microsoft.com/office/drawing/2014/main" id="{30F208CB-DFB8-7809-8086-D2CACD236726}"/>
                </a:ext>
              </a:extLst>
            </p:cNvPr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36;p1">
              <a:extLst>
                <a:ext uri="{FF2B5EF4-FFF2-40B4-BE49-F238E27FC236}">
                  <a16:creationId xmlns:a16="http://schemas.microsoft.com/office/drawing/2014/main" id="{66E9F904-CB04-A802-6222-6BBA729EE9B4}"/>
                </a:ext>
              </a:extLst>
            </p:cNvPr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37;p1">
              <a:extLst>
                <a:ext uri="{FF2B5EF4-FFF2-40B4-BE49-F238E27FC236}">
                  <a16:creationId xmlns:a16="http://schemas.microsoft.com/office/drawing/2014/main" id="{E0313F16-1D81-FC42-C24D-A1690B713120}"/>
                </a:ext>
              </a:extLst>
            </p:cNvPr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38;p1">
              <a:extLst>
                <a:ext uri="{FF2B5EF4-FFF2-40B4-BE49-F238E27FC236}">
                  <a16:creationId xmlns:a16="http://schemas.microsoft.com/office/drawing/2014/main" id="{21067305-40DF-401E-5546-F6BC06F7E278}"/>
                </a:ext>
              </a:extLst>
            </p:cNvPr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9F27A21-E6B5-6107-728E-03F4C9E0B621}"/>
              </a:ext>
            </a:extLst>
          </p:cNvPr>
          <p:cNvSpPr txBox="1">
            <a:spLocks/>
          </p:cNvSpPr>
          <p:nvPr userDrawn="1"/>
        </p:nvSpPr>
        <p:spPr>
          <a:xfrm>
            <a:off x="11455765" y="6427244"/>
            <a:ext cx="727075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DA227D-D6B4-481D-8178-2242024024D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0856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590CC-1510-4B4C-5D24-3B0703D4E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DDD17-D815-6386-D80D-B7EA5F08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40ACC-05B4-A7DF-BBD6-670389D6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A black background with blue dots&#10;&#10;Description automatically generated">
            <a:extLst>
              <a:ext uri="{FF2B5EF4-FFF2-40B4-BE49-F238E27FC236}">
                <a16:creationId xmlns:a16="http://schemas.microsoft.com/office/drawing/2014/main" id="{70F5174B-708F-3A83-2F3F-074C8EAA5F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0"/>
          </a:blip>
          <a:srcRect l="19141" r="19141"/>
          <a:stretch/>
        </p:blipFill>
        <p:spPr>
          <a:xfrm>
            <a:off x="0" y="39801"/>
            <a:ext cx="12192000" cy="63137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E40FAD-9BEC-F77C-CFE6-8D8592C2D2A3}"/>
              </a:ext>
            </a:extLst>
          </p:cNvPr>
          <p:cNvSpPr/>
          <p:nvPr userDrawn="1"/>
        </p:nvSpPr>
        <p:spPr>
          <a:xfrm>
            <a:off x="-10347" y="0"/>
            <a:ext cx="223708" cy="6858000"/>
          </a:xfrm>
          <a:prstGeom prst="rect">
            <a:avLst/>
          </a:prstGeom>
          <a:gradFill flip="none" rotWithShape="1">
            <a:gsLst>
              <a:gs pos="4000">
                <a:schemeClr val="bg1"/>
              </a:gs>
              <a:gs pos="29000">
                <a:schemeClr val="bg1">
                  <a:lumMod val="95000"/>
                </a:schemeClr>
              </a:gs>
              <a:gs pos="52000">
                <a:schemeClr val="bg1">
                  <a:lumMod val="85000"/>
                </a:schemeClr>
              </a:gs>
              <a:gs pos="74000">
                <a:schemeClr val="bg1">
                  <a:lumMod val="65000"/>
                </a:schemeClr>
              </a:gs>
              <a:gs pos="95000">
                <a:schemeClr val="bg2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6" name="Google Shape;6;p1">
            <a:extLst>
              <a:ext uri="{FF2B5EF4-FFF2-40B4-BE49-F238E27FC236}">
                <a16:creationId xmlns:a16="http://schemas.microsoft.com/office/drawing/2014/main" id="{1DBC34D0-E04E-ED57-3E4E-710C419CA982}"/>
              </a:ext>
            </a:extLst>
          </p:cNvPr>
          <p:cNvGrpSpPr/>
          <p:nvPr userDrawn="1"/>
        </p:nvGrpSpPr>
        <p:grpSpPr>
          <a:xfrm rot="21436775">
            <a:off x="-10510" y="2600347"/>
            <a:ext cx="12192374" cy="4137065"/>
            <a:chOff x="4435" y="7748593"/>
            <a:chExt cx="12182563" cy="5161009"/>
          </a:xfrm>
        </p:grpSpPr>
        <p:sp>
          <p:nvSpPr>
            <p:cNvPr id="7" name="Google Shape;7;p1">
              <a:extLst>
                <a:ext uri="{FF2B5EF4-FFF2-40B4-BE49-F238E27FC236}">
                  <a16:creationId xmlns:a16="http://schemas.microsoft.com/office/drawing/2014/main" id="{5C7AF52A-7A7D-243A-3990-9316179CF3C8}"/>
                </a:ext>
              </a:extLst>
            </p:cNvPr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8;p1">
              <a:extLst>
                <a:ext uri="{FF2B5EF4-FFF2-40B4-BE49-F238E27FC236}">
                  <a16:creationId xmlns:a16="http://schemas.microsoft.com/office/drawing/2014/main" id="{E946D94B-17BD-8C9E-3105-6BC2823D4D0D}"/>
                </a:ext>
              </a:extLst>
            </p:cNvPr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9;p1">
              <a:extLst>
                <a:ext uri="{FF2B5EF4-FFF2-40B4-BE49-F238E27FC236}">
                  <a16:creationId xmlns:a16="http://schemas.microsoft.com/office/drawing/2014/main" id="{CBB85359-6563-E743-E745-B0505417D437}"/>
                </a:ext>
              </a:extLst>
            </p:cNvPr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0;p1">
              <a:extLst>
                <a:ext uri="{FF2B5EF4-FFF2-40B4-BE49-F238E27FC236}">
                  <a16:creationId xmlns:a16="http://schemas.microsoft.com/office/drawing/2014/main" id="{E9089ECA-C9EE-4563-87C7-8B1BB796D6B5}"/>
                </a:ext>
              </a:extLst>
            </p:cNvPr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1">
              <a:extLst>
                <a:ext uri="{FF2B5EF4-FFF2-40B4-BE49-F238E27FC236}">
                  <a16:creationId xmlns:a16="http://schemas.microsoft.com/office/drawing/2014/main" id="{77FA10DE-2CFB-A91D-189C-6699D659D684}"/>
                </a:ext>
              </a:extLst>
            </p:cNvPr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>
              <a:extLst>
                <a:ext uri="{FF2B5EF4-FFF2-40B4-BE49-F238E27FC236}">
                  <a16:creationId xmlns:a16="http://schemas.microsoft.com/office/drawing/2014/main" id="{656DBFEE-AEB3-B475-74DB-017120611ECC}"/>
                </a:ext>
              </a:extLst>
            </p:cNvPr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3;p1">
              <a:extLst>
                <a:ext uri="{FF2B5EF4-FFF2-40B4-BE49-F238E27FC236}">
                  <a16:creationId xmlns:a16="http://schemas.microsoft.com/office/drawing/2014/main" id="{F8EAA835-26B1-6274-7D75-719EDB21DB15}"/>
                </a:ext>
              </a:extLst>
            </p:cNvPr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4;p1">
              <a:extLst>
                <a:ext uri="{FF2B5EF4-FFF2-40B4-BE49-F238E27FC236}">
                  <a16:creationId xmlns:a16="http://schemas.microsoft.com/office/drawing/2014/main" id="{71FCDA82-9E51-7803-EFA0-ED1EFBD4D9A2}"/>
                </a:ext>
              </a:extLst>
            </p:cNvPr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5;p1">
              <a:extLst>
                <a:ext uri="{FF2B5EF4-FFF2-40B4-BE49-F238E27FC236}">
                  <a16:creationId xmlns:a16="http://schemas.microsoft.com/office/drawing/2014/main" id="{33803ADE-BF47-6549-8F87-E4FFC2104B20}"/>
                </a:ext>
              </a:extLst>
            </p:cNvPr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6;p1">
              <a:extLst>
                <a:ext uri="{FF2B5EF4-FFF2-40B4-BE49-F238E27FC236}">
                  <a16:creationId xmlns:a16="http://schemas.microsoft.com/office/drawing/2014/main" id="{A7677585-FEA4-BEA8-E0D5-C8FEB2A97772}"/>
                </a:ext>
              </a:extLst>
            </p:cNvPr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7;p1">
              <a:extLst>
                <a:ext uri="{FF2B5EF4-FFF2-40B4-BE49-F238E27FC236}">
                  <a16:creationId xmlns:a16="http://schemas.microsoft.com/office/drawing/2014/main" id="{FF929A30-8684-7E6B-8C45-1E59584E4535}"/>
                </a:ext>
              </a:extLst>
            </p:cNvPr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8;p1">
              <a:extLst>
                <a:ext uri="{FF2B5EF4-FFF2-40B4-BE49-F238E27FC236}">
                  <a16:creationId xmlns:a16="http://schemas.microsoft.com/office/drawing/2014/main" id="{FD204D52-83B7-04B0-1C00-CC97DA81C21B}"/>
                </a:ext>
              </a:extLst>
            </p:cNvPr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9;p1">
              <a:extLst>
                <a:ext uri="{FF2B5EF4-FFF2-40B4-BE49-F238E27FC236}">
                  <a16:creationId xmlns:a16="http://schemas.microsoft.com/office/drawing/2014/main" id="{38591275-8625-120F-F37F-4CE8C33811E9}"/>
                </a:ext>
              </a:extLst>
            </p:cNvPr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0;p1">
              <a:extLst>
                <a:ext uri="{FF2B5EF4-FFF2-40B4-BE49-F238E27FC236}">
                  <a16:creationId xmlns:a16="http://schemas.microsoft.com/office/drawing/2014/main" id="{A27DDBC1-53FF-9C6F-6FDC-B9F3830048A3}"/>
                </a:ext>
              </a:extLst>
            </p:cNvPr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1;p1">
              <a:extLst>
                <a:ext uri="{FF2B5EF4-FFF2-40B4-BE49-F238E27FC236}">
                  <a16:creationId xmlns:a16="http://schemas.microsoft.com/office/drawing/2014/main" id="{2E888C87-C6B2-7D39-A4DE-73361940EFF3}"/>
                </a:ext>
              </a:extLst>
            </p:cNvPr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2;p1">
              <a:extLst>
                <a:ext uri="{FF2B5EF4-FFF2-40B4-BE49-F238E27FC236}">
                  <a16:creationId xmlns:a16="http://schemas.microsoft.com/office/drawing/2014/main" id="{5D682BF2-64EB-0833-1028-87D7CE3BF67D}"/>
                </a:ext>
              </a:extLst>
            </p:cNvPr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3;p1">
              <a:extLst>
                <a:ext uri="{FF2B5EF4-FFF2-40B4-BE49-F238E27FC236}">
                  <a16:creationId xmlns:a16="http://schemas.microsoft.com/office/drawing/2014/main" id="{3C544235-B01C-A2C4-ADB3-956727351027}"/>
                </a:ext>
              </a:extLst>
            </p:cNvPr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4;p1">
              <a:extLst>
                <a:ext uri="{FF2B5EF4-FFF2-40B4-BE49-F238E27FC236}">
                  <a16:creationId xmlns:a16="http://schemas.microsoft.com/office/drawing/2014/main" id="{2910F3CF-807C-695F-ED9D-CD5EBA21118A}"/>
                </a:ext>
              </a:extLst>
            </p:cNvPr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5;p1">
              <a:extLst>
                <a:ext uri="{FF2B5EF4-FFF2-40B4-BE49-F238E27FC236}">
                  <a16:creationId xmlns:a16="http://schemas.microsoft.com/office/drawing/2014/main" id="{ECADFC18-B324-D3F9-9557-B09C8832C5F0}"/>
                </a:ext>
              </a:extLst>
            </p:cNvPr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6;p1">
              <a:extLst>
                <a:ext uri="{FF2B5EF4-FFF2-40B4-BE49-F238E27FC236}">
                  <a16:creationId xmlns:a16="http://schemas.microsoft.com/office/drawing/2014/main" id="{54D4C61E-E413-BA22-5FE7-29AB8BB7424B}"/>
                </a:ext>
              </a:extLst>
            </p:cNvPr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7;p1">
              <a:extLst>
                <a:ext uri="{FF2B5EF4-FFF2-40B4-BE49-F238E27FC236}">
                  <a16:creationId xmlns:a16="http://schemas.microsoft.com/office/drawing/2014/main" id="{53207448-9433-D521-30F2-25DDDD0EE125}"/>
                </a:ext>
              </a:extLst>
            </p:cNvPr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8;p1">
              <a:extLst>
                <a:ext uri="{FF2B5EF4-FFF2-40B4-BE49-F238E27FC236}">
                  <a16:creationId xmlns:a16="http://schemas.microsoft.com/office/drawing/2014/main" id="{1B93E195-C32A-1FFF-50F6-E6E75B96B970}"/>
                </a:ext>
              </a:extLst>
            </p:cNvPr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9;p1">
              <a:extLst>
                <a:ext uri="{FF2B5EF4-FFF2-40B4-BE49-F238E27FC236}">
                  <a16:creationId xmlns:a16="http://schemas.microsoft.com/office/drawing/2014/main" id="{17523892-BB87-CD38-D386-1EAD5E78746C}"/>
                </a:ext>
              </a:extLst>
            </p:cNvPr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0;p1">
              <a:extLst>
                <a:ext uri="{FF2B5EF4-FFF2-40B4-BE49-F238E27FC236}">
                  <a16:creationId xmlns:a16="http://schemas.microsoft.com/office/drawing/2014/main" id="{FCBD1470-7DED-4DC6-F7E1-D6ECBBF37857}"/>
                </a:ext>
              </a:extLst>
            </p:cNvPr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1;p1">
              <a:extLst>
                <a:ext uri="{FF2B5EF4-FFF2-40B4-BE49-F238E27FC236}">
                  <a16:creationId xmlns:a16="http://schemas.microsoft.com/office/drawing/2014/main" id="{4306AB8A-A5F4-6639-9676-D6DD8CF70F64}"/>
                </a:ext>
              </a:extLst>
            </p:cNvPr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2;p1">
              <a:extLst>
                <a:ext uri="{FF2B5EF4-FFF2-40B4-BE49-F238E27FC236}">
                  <a16:creationId xmlns:a16="http://schemas.microsoft.com/office/drawing/2014/main" id="{0CB7AC6B-E4DD-E1CA-AAA0-BDB8D5FCEA51}"/>
                </a:ext>
              </a:extLst>
            </p:cNvPr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3;p1">
              <a:extLst>
                <a:ext uri="{FF2B5EF4-FFF2-40B4-BE49-F238E27FC236}">
                  <a16:creationId xmlns:a16="http://schemas.microsoft.com/office/drawing/2014/main" id="{F0EB573A-6328-EFA3-BC71-7027D4CBF2D7}"/>
                </a:ext>
              </a:extLst>
            </p:cNvPr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4;p1">
              <a:extLst>
                <a:ext uri="{FF2B5EF4-FFF2-40B4-BE49-F238E27FC236}">
                  <a16:creationId xmlns:a16="http://schemas.microsoft.com/office/drawing/2014/main" id="{35650F9B-9D35-42C4-AA6C-E5419BBF72DE}"/>
                </a:ext>
              </a:extLst>
            </p:cNvPr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5;p1">
              <a:extLst>
                <a:ext uri="{FF2B5EF4-FFF2-40B4-BE49-F238E27FC236}">
                  <a16:creationId xmlns:a16="http://schemas.microsoft.com/office/drawing/2014/main" id="{30F208CB-DFB8-7809-8086-D2CACD236726}"/>
                </a:ext>
              </a:extLst>
            </p:cNvPr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36;p1">
              <a:extLst>
                <a:ext uri="{FF2B5EF4-FFF2-40B4-BE49-F238E27FC236}">
                  <a16:creationId xmlns:a16="http://schemas.microsoft.com/office/drawing/2014/main" id="{66E9F904-CB04-A802-6222-6BBA729EE9B4}"/>
                </a:ext>
              </a:extLst>
            </p:cNvPr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37;p1">
              <a:extLst>
                <a:ext uri="{FF2B5EF4-FFF2-40B4-BE49-F238E27FC236}">
                  <a16:creationId xmlns:a16="http://schemas.microsoft.com/office/drawing/2014/main" id="{E0313F16-1D81-FC42-C24D-A1690B713120}"/>
                </a:ext>
              </a:extLst>
            </p:cNvPr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38;p1">
              <a:extLst>
                <a:ext uri="{FF2B5EF4-FFF2-40B4-BE49-F238E27FC236}">
                  <a16:creationId xmlns:a16="http://schemas.microsoft.com/office/drawing/2014/main" id="{21067305-40DF-401E-5546-F6BC06F7E278}"/>
                </a:ext>
              </a:extLst>
            </p:cNvPr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9F27A21-E6B5-6107-728E-03F4C9E0B621}"/>
              </a:ext>
            </a:extLst>
          </p:cNvPr>
          <p:cNvSpPr txBox="1">
            <a:spLocks/>
          </p:cNvSpPr>
          <p:nvPr userDrawn="1"/>
        </p:nvSpPr>
        <p:spPr>
          <a:xfrm>
            <a:off x="11455765" y="6427244"/>
            <a:ext cx="727075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DA227D-D6B4-481D-8178-2242024024D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5187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04B2-3BE6-961F-7EBF-413FB9379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EE5AE-F172-AC8E-3F8A-E29327D03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8AB5E-1154-35FD-DC2C-FDD63A1C4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11EEA-ADE6-DC84-1E49-082A33EA1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9A49-D6B8-F4CE-5E2E-9D01100EC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566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C7B43-AB5E-FBDE-7985-478FCB59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83832-A88E-DD8D-74A2-B2DB19513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69557-5F1B-45E9-FA2F-3C8A291B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85747-CC8F-5C92-D078-13B93A0F6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E27CA-D980-65B0-EAD1-8D5850BE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23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3C33-9B9F-0B88-67D5-3707456D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05457-9EB8-2796-234C-ACEDEBF24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B5DEA-2D5F-6E9A-8992-0C4DBF19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BE250-B164-5F7D-194D-52DC8CAF6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419AD-6266-F311-7299-83EB7F16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6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D324-CC73-0381-8229-4C02D7DA1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CF2B7-782C-956F-1C73-3EFBE2AA9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9360A-9BD7-2C9C-5136-A7C288D1D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00B1D-1A8A-D418-EAAE-6DFB9EDB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9985A-44DD-DD86-B658-860B45BD2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6BE6D-5ECE-88B7-2EFF-EED614C2C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171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694C-2E8B-5694-27D1-F7B2ADDC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4C30D-579D-923B-4F18-18C2A3DF8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70C6C-5538-1C85-0ED2-4B1FB09A9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18DE2-41D8-0B84-1B37-A8EE4FA25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83F05A-4059-8375-0F56-44BE5C440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A72CC0-9A97-C5A2-084F-C614929A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5F9803-69C0-837D-9228-BE96D7FF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8D5BCD-DA46-316E-2C89-27FF7C4F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184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590CC-1510-4B4C-5D24-3B0703D4E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DDD17-D815-6386-D80D-B7EA5F08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40ACC-05B4-A7DF-BBD6-670389D6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A black background with blue dots&#10;&#10;Description automatically generated">
            <a:extLst>
              <a:ext uri="{FF2B5EF4-FFF2-40B4-BE49-F238E27FC236}">
                <a16:creationId xmlns:a16="http://schemas.microsoft.com/office/drawing/2014/main" id="{70F5174B-708F-3A83-2F3F-074C8EAA5F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0"/>
          </a:blip>
          <a:srcRect l="19141" r="19141"/>
          <a:stretch/>
        </p:blipFill>
        <p:spPr>
          <a:xfrm>
            <a:off x="0" y="544288"/>
            <a:ext cx="12192000" cy="63137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E40FAD-9BEC-F77C-CFE6-8D8592C2D2A3}"/>
              </a:ext>
            </a:extLst>
          </p:cNvPr>
          <p:cNvSpPr/>
          <p:nvPr userDrawn="1"/>
        </p:nvSpPr>
        <p:spPr>
          <a:xfrm>
            <a:off x="-10347" y="0"/>
            <a:ext cx="223708" cy="6858000"/>
          </a:xfrm>
          <a:prstGeom prst="rect">
            <a:avLst/>
          </a:prstGeom>
          <a:gradFill flip="none" rotWithShape="1">
            <a:gsLst>
              <a:gs pos="0">
                <a:srgbClr val="2859C3"/>
              </a:gs>
              <a:gs pos="34000">
                <a:srgbClr val="080556"/>
              </a:gs>
              <a:gs pos="75000">
                <a:srgbClr val="4A0637"/>
              </a:gs>
              <a:gs pos="100000">
                <a:srgbClr val="9C000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6" name="Google Shape;6;p1">
            <a:extLst>
              <a:ext uri="{FF2B5EF4-FFF2-40B4-BE49-F238E27FC236}">
                <a16:creationId xmlns:a16="http://schemas.microsoft.com/office/drawing/2014/main" id="{1DBC34D0-E04E-ED57-3E4E-710C419CA982}"/>
              </a:ext>
            </a:extLst>
          </p:cNvPr>
          <p:cNvGrpSpPr/>
          <p:nvPr userDrawn="1"/>
        </p:nvGrpSpPr>
        <p:grpSpPr>
          <a:xfrm>
            <a:off x="0" y="2600347"/>
            <a:ext cx="12192374" cy="4137065"/>
            <a:chOff x="4435" y="7748593"/>
            <a:chExt cx="12182563" cy="5161009"/>
          </a:xfrm>
        </p:grpSpPr>
        <p:sp>
          <p:nvSpPr>
            <p:cNvPr id="7" name="Google Shape;7;p1">
              <a:extLst>
                <a:ext uri="{FF2B5EF4-FFF2-40B4-BE49-F238E27FC236}">
                  <a16:creationId xmlns:a16="http://schemas.microsoft.com/office/drawing/2014/main" id="{5C7AF52A-7A7D-243A-3990-9316179CF3C8}"/>
                </a:ext>
              </a:extLst>
            </p:cNvPr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8;p1">
              <a:extLst>
                <a:ext uri="{FF2B5EF4-FFF2-40B4-BE49-F238E27FC236}">
                  <a16:creationId xmlns:a16="http://schemas.microsoft.com/office/drawing/2014/main" id="{E946D94B-17BD-8C9E-3105-6BC2823D4D0D}"/>
                </a:ext>
              </a:extLst>
            </p:cNvPr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9;p1">
              <a:extLst>
                <a:ext uri="{FF2B5EF4-FFF2-40B4-BE49-F238E27FC236}">
                  <a16:creationId xmlns:a16="http://schemas.microsoft.com/office/drawing/2014/main" id="{CBB85359-6563-E743-E745-B0505417D437}"/>
                </a:ext>
              </a:extLst>
            </p:cNvPr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0;p1">
              <a:extLst>
                <a:ext uri="{FF2B5EF4-FFF2-40B4-BE49-F238E27FC236}">
                  <a16:creationId xmlns:a16="http://schemas.microsoft.com/office/drawing/2014/main" id="{E9089ECA-C9EE-4563-87C7-8B1BB796D6B5}"/>
                </a:ext>
              </a:extLst>
            </p:cNvPr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1">
              <a:extLst>
                <a:ext uri="{FF2B5EF4-FFF2-40B4-BE49-F238E27FC236}">
                  <a16:creationId xmlns:a16="http://schemas.microsoft.com/office/drawing/2014/main" id="{77FA10DE-2CFB-A91D-189C-6699D659D684}"/>
                </a:ext>
              </a:extLst>
            </p:cNvPr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>
              <a:extLst>
                <a:ext uri="{FF2B5EF4-FFF2-40B4-BE49-F238E27FC236}">
                  <a16:creationId xmlns:a16="http://schemas.microsoft.com/office/drawing/2014/main" id="{656DBFEE-AEB3-B475-74DB-017120611ECC}"/>
                </a:ext>
              </a:extLst>
            </p:cNvPr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3;p1">
              <a:extLst>
                <a:ext uri="{FF2B5EF4-FFF2-40B4-BE49-F238E27FC236}">
                  <a16:creationId xmlns:a16="http://schemas.microsoft.com/office/drawing/2014/main" id="{F8EAA835-26B1-6274-7D75-719EDB21DB15}"/>
                </a:ext>
              </a:extLst>
            </p:cNvPr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4;p1">
              <a:extLst>
                <a:ext uri="{FF2B5EF4-FFF2-40B4-BE49-F238E27FC236}">
                  <a16:creationId xmlns:a16="http://schemas.microsoft.com/office/drawing/2014/main" id="{71FCDA82-9E51-7803-EFA0-ED1EFBD4D9A2}"/>
                </a:ext>
              </a:extLst>
            </p:cNvPr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5;p1">
              <a:extLst>
                <a:ext uri="{FF2B5EF4-FFF2-40B4-BE49-F238E27FC236}">
                  <a16:creationId xmlns:a16="http://schemas.microsoft.com/office/drawing/2014/main" id="{33803ADE-BF47-6549-8F87-E4FFC2104B20}"/>
                </a:ext>
              </a:extLst>
            </p:cNvPr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6;p1">
              <a:extLst>
                <a:ext uri="{FF2B5EF4-FFF2-40B4-BE49-F238E27FC236}">
                  <a16:creationId xmlns:a16="http://schemas.microsoft.com/office/drawing/2014/main" id="{A7677585-FEA4-BEA8-E0D5-C8FEB2A97772}"/>
                </a:ext>
              </a:extLst>
            </p:cNvPr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7;p1">
              <a:extLst>
                <a:ext uri="{FF2B5EF4-FFF2-40B4-BE49-F238E27FC236}">
                  <a16:creationId xmlns:a16="http://schemas.microsoft.com/office/drawing/2014/main" id="{FF929A30-8684-7E6B-8C45-1E59584E4535}"/>
                </a:ext>
              </a:extLst>
            </p:cNvPr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8;p1">
              <a:extLst>
                <a:ext uri="{FF2B5EF4-FFF2-40B4-BE49-F238E27FC236}">
                  <a16:creationId xmlns:a16="http://schemas.microsoft.com/office/drawing/2014/main" id="{FD204D52-83B7-04B0-1C00-CC97DA81C21B}"/>
                </a:ext>
              </a:extLst>
            </p:cNvPr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9;p1">
              <a:extLst>
                <a:ext uri="{FF2B5EF4-FFF2-40B4-BE49-F238E27FC236}">
                  <a16:creationId xmlns:a16="http://schemas.microsoft.com/office/drawing/2014/main" id="{38591275-8625-120F-F37F-4CE8C33811E9}"/>
                </a:ext>
              </a:extLst>
            </p:cNvPr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0;p1">
              <a:extLst>
                <a:ext uri="{FF2B5EF4-FFF2-40B4-BE49-F238E27FC236}">
                  <a16:creationId xmlns:a16="http://schemas.microsoft.com/office/drawing/2014/main" id="{A27DDBC1-53FF-9C6F-6FDC-B9F3830048A3}"/>
                </a:ext>
              </a:extLst>
            </p:cNvPr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1;p1">
              <a:extLst>
                <a:ext uri="{FF2B5EF4-FFF2-40B4-BE49-F238E27FC236}">
                  <a16:creationId xmlns:a16="http://schemas.microsoft.com/office/drawing/2014/main" id="{2E888C87-C6B2-7D39-A4DE-73361940EFF3}"/>
                </a:ext>
              </a:extLst>
            </p:cNvPr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2;p1">
              <a:extLst>
                <a:ext uri="{FF2B5EF4-FFF2-40B4-BE49-F238E27FC236}">
                  <a16:creationId xmlns:a16="http://schemas.microsoft.com/office/drawing/2014/main" id="{5D682BF2-64EB-0833-1028-87D7CE3BF67D}"/>
                </a:ext>
              </a:extLst>
            </p:cNvPr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3;p1">
              <a:extLst>
                <a:ext uri="{FF2B5EF4-FFF2-40B4-BE49-F238E27FC236}">
                  <a16:creationId xmlns:a16="http://schemas.microsoft.com/office/drawing/2014/main" id="{3C544235-B01C-A2C4-ADB3-956727351027}"/>
                </a:ext>
              </a:extLst>
            </p:cNvPr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4;p1">
              <a:extLst>
                <a:ext uri="{FF2B5EF4-FFF2-40B4-BE49-F238E27FC236}">
                  <a16:creationId xmlns:a16="http://schemas.microsoft.com/office/drawing/2014/main" id="{2910F3CF-807C-695F-ED9D-CD5EBA21118A}"/>
                </a:ext>
              </a:extLst>
            </p:cNvPr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5;p1">
              <a:extLst>
                <a:ext uri="{FF2B5EF4-FFF2-40B4-BE49-F238E27FC236}">
                  <a16:creationId xmlns:a16="http://schemas.microsoft.com/office/drawing/2014/main" id="{ECADFC18-B324-D3F9-9557-B09C8832C5F0}"/>
                </a:ext>
              </a:extLst>
            </p:cNvPr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6;p1">
              <a:extLst>
                <a:ext uri="{FF2B5EF4-FFF2-40B4-BE49-F238E27FC236}">
                  <a16:creationId xmlns:a16="http://schemas.microsoft.com/office/drawing/2014/main" id="{54D4C61E-E413-BA22-5FE7-29AB8BB7424B}"/>
                </a:ext>
              </a:extLst>
            </p:cNvPr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7;p1">
              <a:extLst>
                <a:ext uri="{FF2B5EF4-FFF2-40B4-BE49-F238E27FC236}">
                  <a16:creationId xmlns:a16="http://schemas.microsoft.com/office/drawing/2014/main" id="{53207448-9433-D521-30F2-25DDDD0EE125}"/>
                </a:ext>
              </a:extLst>
            </p:cNvPr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8;p1">
              <a:extLst>
                <a:ext uri="{FF2B5EF4-FFF2-40B4-BE49-F238E27FC236}">
                  <a16:creationId xmlns:a16="http://schemas.microsoft.com/office/drawing/2014/main" id="{1B93E195-C32A-1FFF-50F6-E6E75B96B970}"/>
                </a:ext>
              </a:extLst>
            </p:cNvPr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9;p1">
              <a:extLst>
                <a:ext uri="{FF2B5EF4-FFF2-40B4-BE49-F238E27FC236}">
                  <a16:creationId xmlns:a16="http://schemas.microsoft.com/office/drawing/2014/main" id="{17523892-BB87-CD38-D386-1EAD5E78746C}"/>
                </a:ext>
              </a:extLst>
            </p:cNvPr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0;p1">
              <a:extLst>
                <a:ext uri="{FF2B5EF4-FFF2-40B4-BE49-F238E27FC236}">
                  <a16:creationId xmlns:a16="http://schemas.microsoft.com/office/drawing/2014/main" id="{FCBD1470-7DED-4DC6-F7E1-D6ECBBF37857}"/>
                </a:ext>
              </a:extLst>
            </p:cNvPr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1;p1">
              <a:extLst>
                <a:ext uri="{FF2B5EF4-FFF2-40B4-BE49-F238E27FC236}">
                  <a16:creationId xmlns:a16="http://schemas.microsoft.com/office/drawing/2014/main" id="{4306AB8A-A5F4-6639-9676-D6DD8CF70F64}"/>
                </a:ext>
              </a:extLst>
            </p:cNvPr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2;p1">
              <a:extLst>
                <a:ext uri="{FF2B5EF4-FFF2-40B4-BE49-F238E27FC236}">
                  <a16:creationId xmlns:a16="http://schemas.microsoft.com/office/drawing/2014/main" id="{0CB7AC6B-E4DD-E1CA-AAA0-BDB8D5FCEA51}"/>
                </a:ext>
              </a:extLst>
            </p:cNvPr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3;p1">
              <a:extLst>
                <a:ext uri="{FF2B5EF4-FFF2-40B4-BE49-F238E27FC236}">
                  <a16:creationId xmlns:a16="http://schemas.microsoft.com/office/drawing/2014/main" id="{F0EB573A-6328-EFA3-BC71-7027D4CBF2D7}"/>
                </a:ext>
              </a:extLst>
            </p:cNvPr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4;p1">
              <a:extLst>
                <a:ext uri="{FF2B5EF4-FFF2-40B4-BE49-F238E27FC236}">
                  <a16:creationId xmlns:a16="http://schemas.microsoft.com/office/drawing/2014/main" id="{35650F9B-9D35-42C4-AA6C-E5419BBF72DE}"/>
                </a:ext>
              </a:extLst>
            </p:cNvPr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5;p1">
              <a:extLst>
                <a:ext uri="{FF2B5EF4-FFF2-40B4-BE49-F238E27FC236}">
                  <a16:creationId xmlns:a16="http://schemas.microsoft.com/office/drawing/2014/main" id="{30F208CB-DFB8-7809-8086-D2CACD236726}"/>
                </a:ext>
              </a:extLst>
            </p:cNvPr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36;p1">
              <a:extLst>
                <a:ext uri="{FF2B5EF4-FFF2-40B4-BE49-F238E27FC236}">
                  <a16:creationId xmlns:a16="http://schemas.microsoft.com/office/drawing/2014/main" id="{66E9F904-CB04-A802-6222-6BBA729EE9B4}"/>
                </a:ext>
              </a:extLst>
            </p:cNvPr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37;p1">
              <a:extLst>
                <a:ext uri="{FF2B5EF4-FFF2-40B4-BE49-F238E27FC236}">
                  <a16:creationId xmlns:a16="http://schemas.microsoft.com/office/drawing/2014/main" id="{E0313F16-1D81-FC42-C24D-A1690B713120}"/>
                </a:ext>
              </a:extLst>
            </p:cNvPr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38;p1">
              <a:extLst>
                <a:ext uri="{FF2B5EF4-FFF2-40B4-BE49-F238E27FC236}">
                  <a16:creationId xmlns:a16="http://schemas.microsoft.com/office/drawing/2014/main" id="{21067305-40DF-401E-5546-F6BC06F7E278}"/>
                </a:ext>
              </a:extLst>
            </p:cNvPr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chemeClr val="accent1">
                  <a:alpha val="10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9F27A21-E6B5-6107-728E-03F4C9E0B621}"/>
              </a:ext>
            </a:extLst>
          </p:cNvPr>
          <p:cNvSpPr txBox="1">
            <a:spLocks/>
          </p:cNvSpPr>
          <p:nvPr userDrawn="1"/>
        </p:nvSpPr>
        <p:spPr>
          <a:xfrm>
            <a:off x="11455765" y="6427244"/>
            <a:ext cx="727075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DA227D-D6B4-481D-8178-2242024024D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4152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DBB0-415D-1F63-2A4D-B6C03D33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6D08E-9A8E-94A3-AB8F-7C922D9D5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88333-7359-B96A-4EC6-76B016503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3CA6D-A608-05F5-5355-C4765686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3E8D9-7BA3-99E5-F24E-96401BFE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B0B0F-7EDB-0733-6FAE-7177CEE9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51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AB78-7BE9-2FF7-825E-7C1647914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07DF92-4410-7801-BF03-0ECB17F52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7B140-D029-A3D8-CAB2-65C2B8555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6D18E-1086-D4AC-A14B-DB3224007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62651-280B-2080-32E4-681EDE4F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DE48D-38C2-12B4-EF34-09E5F463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630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5CC8-6756-1D8A-2325-DB49764FA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91F1A-FC02-8179-A150-6E313CA1B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0342-1BAF-AE6E-5B13-B13798B7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8AA4A-74BF-759A-E538-74FF58E77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1A089-82A4-1287-0185-66BFD13F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687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18A6AD-7111-F2E7-5CE0-4BE1BE7ED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D8A1F-CFD3-7A81-4EF9-343C8796D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7D115-0555-5A34-F499-8714E3AD3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0E77F-6220-89B2-22A2-A994BCA2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5E136-90D3-652D-C46C-9E5A12D3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243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2 Title and text right">
  <p:cSld name="012 Title and text righ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>
            <a:spLocks noGrp="1"/>
          </p:cNvSpPr>
          <p:nvPr>
            <p:ph type="title"/>
          </p:nvPr>
        </p:nvSpPr>
        <p:spPr>
          <a:xfrm>
            <a:off x="4918988" y="2122000"/>
            <a:ext cx="5581500" cy="124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body" idx="1"/>
          </p:nvPr>
        </p:nvSpPr>
        <p:spPr>
          <a:xfrm>
            <a:off x="4919088" y="3503650"/>
            <a:ext cx="5581500" cy="1702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68466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F1ACE1-6156-FD9D-C7A8-E982DE7D24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9313857" cy="684844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C573D57-4E5A-0AA6-68BC-7BB6ADE8CE56}"/>
              </a:ext>
            </a:extLst>
          </p:cNvPr>
          <p:cNvSpPr/>
          <p:nvPr userDrawn="1"/>
        </p:nvSpPr>
        <p:spPr>
          <a:xfrm>
            <a:off x="0" y="0"/>
            <a:ext cx="6328085" cy="6848445"/>
          </a:xfrm>
          <a:prstGeom prst="rect">
            <a:avLst/>
          </a:prstGeom>
          <a:gradFill>
            <a:gsLst>
              <a:gs pos="0">
                <a:schemeClr val="accent2">
                  <a:alpha val="6078"/>
                </a:schemeClr>
              </a:gs>
              <a:gs pos="100000">
                <a:schemeClr val="accent1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E23EE7-C06B-9A7B-18A3-EC77DA63C56A}"/>
              </a:ext>
            </a:extLst>
          </p:cNvPr>
          <p:cNvSpPr/>
          <p:nvPr userDrawn="1"/>
        </p:nvSpPr>
        <p:spPr>
          <a:xfrm>
            <a:off x="4285965" y="9555"/>
            <a:ext cx="165993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34000">
                <a:schemeClr val="accent1">
                  <a:alpha val="50000"/>
                </a:schemeClr>
              </a:gs>
              <a:gs pos="75000">
                <a:srgbClr val="4A0637">
                  <a:alpha val="50000"/>
                </a:srgbClr>
              </a:gs>
              <a:gs pos="100000">
                <a:schemeClr val="accent4">
                  <a:alpha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A7F5CE-7DA2-2DAF-AAE2-8FB5286C0E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8085" y="0"/>
            <a:ext cx="5863915" cy="6858000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EFCBA76-F4DB-1A7F-F138-01316C2CB3FD}"/>
              </a:ext>
            </a:extLst>
          </p:cNvPr>
          <p:cNvSpPr txBox="1">
            <a:spLocks/>
          </p:cNvSpPr>
          <p:nvPr userDrawn="1"/>
        </p:nvSpPr>
        <p:spPr>
          <a:xfrm>
            <a:off x="7994074" y="6608987"/>
            <a:ext cx="4197927" cy="268143"/>
          </a:xfrm>
          <a:prstGeom prst="rect">
            <a:avLst/>
          </a:prstGeom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>
                <a:solidFill>
                  <a:schemeClr val="bg2"/>
                </a:solidFill>
              </a:rPr>
              <a:t>© 2024 Collabera Digital  |  All Rights Reserved  </a:t>
            </a:r>
            <a:r>
              <a:rPr lang="en-IN" sz="1000">
                <a:solidFill>
                  <a:schemeClr val="bg2"/>
                </a:solidFill>
              </a:rPr>
              <a:t>| </a:t>
            </a:r>
            <a:r>
              <a:rPr lang="en-IN" sz="1000" err="1">
                <a:solidFill>
                  <a:schemeClr val="bg2"/>
                </a:solidFill>
              </a:rPr>
              <a:t>collaberadigital.com</a:t>
            </a:r>
            <a:endParaRPr lang="en-IN" sz="1000">
              <a:solidFill>
                <a:schemeClr val="bg2"/>
              </a:solidFill>
            </a:endParaRPr>
          </a:p>
        </p:txBody>
      </p:sp>
      <p:sp>
        <p:nvSpPr>
          <p:cNvPr id="17" name="Google Shape;9;p2">
            <a:extLst>
              <a:ext uri="{FF2B5EF4-FFF2-40B4-BE49-F238E27FC236}">
                <a16:creationId xmlns:a16="http://schemas.microsoft.com/office/drawing/2014/main" id="{08FD96B2-E7CC-19E5-1780-DE78F344255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749256" y="3483431"/>
            <a:ext cx="5439600" cy="10740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000" b="1">
                <a:solidFill>
                  <a:schemeClr val="bg2"/>
                </a:solidFill>
                <a:latin typeface="+mj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7685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04B2-3BE6-961F-7EBF-413FB9379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EE5AE-F172-AC8E-3F8A-E29327D03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8AB5E-1154-35FD-DC2C-FDD63A1C4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11EEA-ADE6-DC84-1E49-082A33EA1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9A49-D6B8-F4CE-5E2E-9D01100EC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585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C7B43-AB5E-FBDE-7985-478FCB59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83832-A88E-DD8D-74A2-B2DB19513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69557-5F1B-45E9-FA2F-3C8A291B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85747-CC8F-5C92-D078-13B93A0F6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E27CA-D980-65B0-EAD1-8D5850BE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0508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3C33-9B9F-0B88-67D5-3707456D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05457-9EB8-2796-234C-ACEDEBF24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B5DEA-2D5F-6E9A-8992-0C4DBF19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BE250-B164-5F7D-194D-52DC8CAF6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419AD-6266-F311-7299-83EB7F16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147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D324-CC73-0381-8229-4C02D7DA1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CF2B7-782C-956F-1C73-3EFBE2AA9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9360A-9BD7-2C9C-5136-A7C288D1D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00B1D-1A8A-D418-EAAE-6DFB9EDB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9985A-44DD-DD86-B658-860B45BD2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6BE6D-5ECE-88B7-2EFF-EED614C2C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146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694C-2E8B-5694-27D1-F7B2ADDC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4C30D-579D-923B-4F18-18C2A3DF8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70C6C-5538-1C85-0ED2-4B1FB09A9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18DE2-41D8-0B84-1B37-A8EE4FA25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83F05A-4059-8375-0F56-44BE5C440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A72CC0-9A97-C5A2-084F-C614929A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5F9803-69C0-837D-9228-BE96D7FF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8D5BCD-DA46-316E-2C89-27FF7C4F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185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590CC-1510-4B4C-5D24-3B0703D4E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DDD17-D815-6386-D80D-B7EA5F08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40ACC-05B4-A7DF-BBD6-670389D6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A black background with blue dots&#10;&#10;Description automatically generated">
            <a:extLst>
              <a:ext uri="{FF2B5EF4-FFF2-40B4-BE49-F238E27FC236}">
                <a16:creationId xmlns:a16="http://schemas.microsoft.com/office/drawing/2014/main" id="{70F5174B-708F-3A83-2F3F-074C8EAA5F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0"/>
          </a:blip>
          <a:srcRect l="19141" r="19141"/>
          <a:stretch/>
        </p:blipFill>
        <p:spPr>
          <a:xfrm>
            <a:off x="0" y="544288"/>
            <a:ext cx="12192000" cy="63137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E40FAD-9BEC-F77C-CFE6-8D8592C2D2A3}"/>
              </a:ext>
            </a:extLst>
          </p:cNvPr>
          <p:cNvSpPr/>
          <p:nvPr userDrawn="1"/>
        </p:nvSpPr>
        <p:spPr>
          <a:xfrm>
            <a:off x="1577" y="0"/>
            <a:ext cx="223708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33000">
                <a:schemeClr val="accent5">
                  <a:lumMod val="75000"/>
                </a:schemeClr>
              </a:gs>
              <a:gs pos="65000">
                <a:schemeClr val="accent5">
                  <a:lumMod val="60000"/>
                  <a:lumOff val="40000"/>
                </a:schemeClr>
              </a:gs>
              <a:gs pos="100000">
                <a:srgbClr val="FFC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6" name="Google Shape;6;p1">
            <a:extLst>
              <a:ext uri="{FF2B5EF4-FFF2-40B4-BE49-F238E27FC236}">
                <a16:creationId xmlns:a16="http://schemas.microsoft.com/office/drawing/2014/main" id="{1DBC34D0-E04E-ED57-3E4E-710C419CA982}"/>
              </a:ext>
            </a:extLst>
          </p:cNvPr>
          <p:cNvGrpSpPr/>
          <p:nvPr userDrawn="1"/>
        </p:nvGrpSpPr>
        <p:grpSpPr>
          <a:xfrm>
            <a:off x="0" y="2600347"/>
            <a:ext cx="12192374" cy="4137065"/>
            <a:chOff x="4435" y="7748593"/>
            <a:chExt cx="12182563" cy="5161009"/>
          </a:xfrm>
        </p:grpSpPr>
        <p:sp>
          <p:nvSpPr>
            <p:cNvPr id="7" name="Google Shape;7;p1">
              <a:extLst>
                <a:ext uri="{FF2B5EF4-FFF2-40B4-BE49-F238E27FC236}">
                  <a16:creationId xmlns:a16="http://schemas.microsoft.com/office/drawing/2014/main" id="{5C7AF52A-7A7D-243A-3990-9316179CF3C8}"/>
                </a:ext>
              </a:extLst>
            </p:cNvPr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8;p1">
              <a:extLst>
                <a:ext uri="{FF2B5EF4-FFF2-40B4-BE49-F238E27FC236}">
                  <a16:creationId xmlns:a16="http://schemas.microsoft.com/office/drawing/2014/main" id="{E946D94B-17BD-8C9E-3105-6BC2823D4D0D}"/>
                </a:ext>
              </a:extLst>
            </p:cNvPr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9;p1">
              <a:extLst>
                <a:ext uri="{FF2B5EF4-FFF2-40B4-BE49-F238E27FC236}">
                  <a16:creationId xmlns:a16="http://schemas.microsoft.com/office/drawing/2014/main" id="{CBB85359-6563-E743-E745-B0505417D437}"/>
                </a:ext>
              </a:extLst>
            </p:cNvPr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0;p1">
              <a:extLst>
                <a:ext uri="{FF2B5EF4-FFF2-40B4-BE49-F238E27FC236}">
                  <a16:creationId xmlns:a16="http://schemas.microsoft.com/office/drawing/2014/main" id="{E9089ECA-C9EE-4563-87C7-8B1BB796D6B5}"/>
                </a:ext>
              </a:extLst>
            </p:cNvPr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1">
              <a:extLst>
                <a:ext uri="{FF2B5EF4-FFF2-40B4-BE49-F238E27FC236}">
                  <a16:creationId xmlns:a16="http://schemas.microsoft.com/office/drawing/2014/main" id="{77FA10DE-2CFB-A91D-189C-6699D659D684}"/>
                </a:ext>
              </a:extLst>
            </p:cNvPr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>
              <a:extLst>
                <a:ext uri="{FF2B5EF4-FFF2-40B4-BE49-F238E27FC236}">
                  <a16:creationId xmlns:a16="http://schemas.microsoft.com/office/drawing/2014/main" id="{656DBFEE-AEB3-B475-74DB-017120611ECC}"/>
                </a:ext>
              </a:extLst>
            </p:cNvPr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3;p1">
              <a:extLst>
                <a:ext uri="{FF2B5EF4-FFF2-40B4-BE49-F238E27FC236}">
                  <a16:creationId xmlns:a16="http://schemas.microsoft.com/office/drawing/2014/main" id="{F8EAA835-26B1-6274-7D75-719EDB21DB15}"/>
                </a:ext>
              </a:extLst>
            </p:cNvPr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4;p1">
              <a:extLst>
                <a:ext uri="{FF2B5EF4-FFF2-40B4-BE49-F238E27FC236}">
                  <a16:creationId xmlns:a16="http://schemas.microsoft.com/office/drawing/2014/main" id="{71FCDA82-9E51-7803-EFA0-ED1EFBD4D9A2}"/>
                </a:ext>
              </a:extLst>
            </p:cNvPr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5;p1">
              <a:extLst>
                <a:ext uri="{FF2B5EF4-FFF2-40B4-BE49-F238E27FC236}">
                  <a16:creationId xmlns:a16="http://schemas.microsoft.com/office/drawing/2014/main" id="{33803ADE-BF47-6549-8F87-E4FFC2104B20}"/>
                </a:ext>
              </a:extLst>
            </p:cNvPr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6;p1">
              <a:extLst>
                <a:ext uri="{FF2B5EF4-FFF2-40B4-BE49-F238E27FC236}">
                  <a16:creationId xmlns:a16="http://schemas.microsoft.com/office/drawing/2014/main" id="{A7677585-FEA4-BEA8-E0D5-C8FEB2A97772}"/>
                </a:ext>
              </a:extLst>
            </p:cNvPr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7;p1">
              <a:extLst>
                <a:ext uri="{FF2B5EF4-FFF2-40B4-BE49-F238E27FC236}">
                  <a16:creationId xmlns:a16="http://schemas.microsoft.com/office/drawing/2014/main" id="{FF929A30-8684-7E6B-8C45-1E59584E4535}"/>
                </a:ext>
              </a:extLst>
            </p:cNvPr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8;p1">
              <a:extLst>
                <a:ext uri="{FF2B5EF4-FFF2-40B4-BE49-F238E27FC236}">
                  <a16:creationId xmlns:a16="http://schemas.microsoft.com/office/drawing/2014/main" id="{FD204D52-83B7-04B0-1C00-CC97DA81C21B}"/>
                </a:ext>
              </a:extLst>
            </p:cNvPr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9;p1">
              <a:extLst>
                <a:ext uri="{FF2B5EF4-FFF2-40B4-BE49-F238E27FC236}">
                  <a16:creationId xmlns:a16="http://schemas.microsoft.com/office/drawing/2014/main" id="{38591275-8625-120F-F37F-4CE8C33811E9}"/>
                </a:ext>
              </a:extLst>
            </p:cNvPr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0;p1">
              <a:extLst>
                <a:ext uri="{FF2B5EF4-FFF2-40B4-BE49-F238E27FC236}">
                  <a16:creationId xmlns:a16="http://schemas.microsoft.com/office/drawing/2014/main" id="{A27DDBC1-53FF-9C6F-6FDC-B9F3830048A3}"/>
                </a:ext>
              </a:extLst>
            </p:cNvPr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1;p1">
              <a:extLst>
                <a:ext uri="{FF2B5EF4-FFF2-40B4-BE49-F238E27FC236}">
                  <a16:creationId xmlns:a16="http://schemas.microsoft.com/office/drawing/2014/main" id="{2E888C87-C6B2-7D39-A4DE-73361940EFF3}"/>
                </a:ext>
              </a:extLst>
            </p:cNvPr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2;p1">
              <a:extLst>
                <a:ext uri="{FF2B5EF4-FFF2-40B4-BE49-F238E27FC236}">
                  <a16:creationId xmlns:a16="http://schemas.microsoft.com/office/drawing/2014/main" id="{5D682BF2-64EB-0833-1028-87D7CE3BF67D}"/>
                </a:ext>
              </a:extLst>
            </p:cNvPr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3;p1">
              <a:extLst>
                <a:ext uri="{FF2B5EF4-FFF2-40B4-BE49-F238E27FC236}">
                  <a16:creationId xmlns:a16="http://schemas.microsoft.com/office/drawing/2014/main" id="{3C544235-B01C-A2C4-ADB3-956727351027}"/>
                </a:ext>
              </a:extLst>
            </p:cNvPr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4;p1">
              <a:extLst>
                <a:ext uri="{FF2B5EF4-FFF2-40B4-BE49-F238E27FC236}">
                  <a16:creationId xmlns:a16="http://schemas.microsoft.com/office/drawing/2014/main" id="{2910F3CF-807C-695F-ED9D-CD5EBA21118A}"/>
                </a:ext>
              </a:extLst>
            </p:cNvPr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5;p1">
              <a:extLst>
                <a:ext uri="{FF2B5EF4-FFF2-40B4-BE49-F238E27FC236}">
                  <a16:creationId xmlns:a16="http://schemas.microsoft.com/office/drawing/2014/main" id="{ECADFC18-B324-D3F9-9557-B09C8832C5F0}"/>
                </a:ext>
              </a:extLst>
            </p:cNvPr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6;p1">
              <a:extLst>
                <a:ext uri="{FF2B5EF4-FFF2-40B4-BE49-F238E27FC236}">
                  <a16:creationId xmlns:a16="http://schemas.microsoft.com/office/drawing/2014/main" id="{54D4C61E-E413-BA22-5FE7-29AB8BB7424B}"/>
                </a:ext>
              </a:extLst>
            </p:cNvPr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7;p1">
              <a:extLst>
                <a:ext uri="{FF2B5EF4-FFF2-40B4-BE49-F238E27FC236}">
                  <a16:creationId xmlns:a16="http://schemas.microsoft.com/office/drawing/2014/main" id="{53207448-9433-D521-30F2-25DDDD0EE125}"/>
                </a:ext>
              </a:extLst>
            </p:cNvPr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8;p1">
              <a:extLst>
                <a:ext uri="{FF2B5EF4-FFF2-40B4-BE49-F238E27FC236}">
                  <a16:creationId xmlns:a16="http://schemas.microsoft.com/office/drawing/2014/main" id="{1B93E195-C32A-1FFF-50F6-E6E75B96B970}"/>
                </a:ext>
              </a:extLst>
            </p:cNvPr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9;p1">
              <a:extLst>
                <a:ext uri="{FF2B5EF4-FFF2-40B4-BE49-F238E27FC236}">
                  <a16:creationId xmlns:a16="http://schemas.microsoft.com/office/drawing/2014/main" id="{17523892-BB87-CD38-D386-1EAD5E78746C}"/>
                </a:ext>
              </a:extLst>
            </p:cNvPr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0;p1">
              <a:extLst>
                <a:ext uri="{FF2B5EF4-FFF2-40B4-BE49-F238E27FC236}">
                  <a16:creationId xmlns:a16="http://schemas.microsoft.com/office/drawing/2014/main" id="{FCBD1470-7DED-4DC6-F7E1-D6ECBBF37857}"/>
                </a:ext>
              </a:extLst>
            </p:cNvPr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1;p1">
              <a:extLst>
                <a:ext uri="{FF2B5EF4-FFF2-40B4-BE49-F238E27FC236}">
                  <a16:creationId xmlns:a16="http://schemas.microsoft.com/office/drawing/2014/main" id="{4306AB8A-A5F4-6639-9676-D6DD8CF70F64}"/>
                </a:ext>
              </a:extLst>
            </p:cNvPr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2;p1">
              <a:extLst>
                <a:ext uri="{FF2B5EF4-FFF2-40B4-BE49-F238E27FC236}">
                  <a16:creationId xmlns:a16="http://schemas.microsoft.com/office/drawing/2014/main" id="{0CB7AC6B-E4DD-E1CA-AAA0-BDB8D5FCEA51}"/>
                </a:ext>
              </a:extLst>
            </p:cNvPr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3;p1">
              <a:extLst>
                <a:ext uri="{FF2B5EF4-FFF2-40B4-BE49-F238E27FC236}">
                  <a16:creationId xmlns:a16="http://schemas.microsoft.com/office/drawing/2014/main" id="{F0EB573A-6328-EFA3-BC71-7027D4CBF2D7}"/>
                </a:ext>
              </a:extLst>
            </p:cNvPr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4;p1">
              <a:extLst>
                <a:ext uri="{FF2B5EF4-FFF2-40B4-BE49-F238E27FC236}">
                  <a16:creationId xmlns:a16="http://schemas.microsoft.com/office/drawing/2014/main" id="{35650F9B-9D35-42C4-AA6C-E5419BBF72DE}"/>
                </a:ext>
              </a:extLst>
            </p:cNvPr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5;p1">
              <a:extLst>
                <a:ext uri="{FF2B5EF4-FFF2-40B4-BE49-F238E27FC236}">
                  <a16:creationId xmlns:a16="http://schemas.microsoft.com/office/drawing/2014/main" id="{30F208CB-DFB8-7809-8086-D2CACD236726}"/>
                </a:ext>
              </a:extLst>
            </p:cNvPr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36;p1">
              <a:extLst>
                <a:ext uri="{FF2B5EF4-FFF2-40B4-BE49-F238E27FC236}">
                  <a16:creationId xmlns:a16="http://schemas.microsoft.com/office/drawing/2014/main" id="{66E9F904-CB04-A802-6222-6BBA729EE9B4}"/>
                </a:ext>
              </a:extLst>
            </p:cNvPr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37;p1">
              <a:extLst>
                <a:ext uri="{FF2B5EF4-FFF2-40B4-BE49-F238E27FC236}">
                  <a16:creationId xmlns:a16="http://schemas.microsoft.com/office/drawing/2014/main" id="{E0313F16-1D81-FC42-C24D-A1690B713120}"/>
                </a:ext>
              </a:extLst>
            </p:cNvPr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38;p1">
              <a:extLst>
                <a:ext uri="{FF2B5EF4-FFF2-40B4-BE49-F238E27FC236}">
                  <a16:creationId xmlns:a16="http://schemas.microsoft.com/office/drawing/2014/main" id="{21067305-40DF-401E-5546-F6BC06F7E278}"/>
                </a:ext>
              </a:extLst>
            </p:cNvPr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chemeClr val="accent5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9F27A21-E6B5-6107-728E-03F4C9E0B621}"/>
              </a:ext>
            </a:extLst>
          </p:cNvPr>
          <p:cNvSpPr txBox="1">
            <a:spLocks/>
          </p:cNvSpPr>
          <p:nvPr userDrawn="1"/>
        </p:nvSpPr>
        <p:spPr>
          <a:xfrm>
            <a:off x="11455765" y="6427244"/>
            <a:ext cx="727075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DA227D-D6B4-481D-8178-2242024024D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9734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DBB0-415D-1F63-2A4D-B6C03D33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6D08E-9A8E-94A3-AB8F-7C922D9D5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88333-7359-B96A-4EC6-76B016503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3CA6D-A608-05F5-5355-C4765686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3E8D9-7BA3-99E5-F24E-96401BFE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B0B0F-7EDB-0733-6FAE-7177CEE9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88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AB78-7BE9-2FF7-825E-7C1647914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07DF92-4410-7801-BF03-0ECB17F52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7B140-D029-A3D8-CAB2-65C2B8555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6D18E-1086-D4AC-A14B-DB3224007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62651-280B-2080-32E4-681EDE4F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DE48D-38C2-12B4-EF34-09E5F463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002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5CC8-6756-1D8A-2325-DB49764FA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91F1A-FC02-8179-A150-6E313CA1B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0342-1BAF-AE6E-5B13-B13798B7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8AA4A-74BF-759A-E538-74FF58E77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1A089-82A4-1287-0185-66BFD13F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042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18A6AD-7111-F2E7-5CE0-4BE1BE7ED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D8A1F-CFD3-7A81-4EF9-343C8796D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7D115-0555-5A34-F499-8714E3AD3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0E77F-6220-89B2-22A2-A994BCA2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5E136-90D3-652D-C46C-9E5A12D3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4141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2 Title and text right">
  <p:cSld name="012 Title and text righ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>
            <a:spLocks noGrp="1"/>
          </p:cNvSpPr>
          <p:nvPr>
            <p:ph type="title"/>
          </p:nvPr>
        </p:nvSpPr>
        <p:spPr>
          <a:xfrm>
            <a:off x="4918988" y="2122000"/>
            <a:ext cx="5581500" cy="124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body" idx="1"/>
          </p:nvPr>
        </p:nvSpPr>
        <p:spPr>
          <a:xfrm>
            <a:off x="4919088" y="3503650"/>
            <a:ext cx="5581500" cy="1702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97520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F1ACE1-6156-FD9D-C7A8-E982DE7D24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9313857" cy="684844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C573D57-4E5A-0AA6-68BC-7BB6ADE8CE56}"/>
              </a:ext>
            </a:extLst>
          </p:cNvPr>
          <p:cNvSpPr/>
          <p:nvPr userDrawn="1"/>
        </p:nvSpPr>
        <p:spPr>
          <a:xfrm>
            <a:off x="0" y="0"/>
            <a:ext cx="6328085" cy="6848445"/>
          </a:xfrm>
          <a:prstGeom prst="rect">
            <a:avLst/>
          </a:prstGeom>
          <a:gradFill>
            <a:gsLst>
              <a:gs pos="0">
                <a:schemeClr val="accent2">
                  <a:alpha val="6078"/>
                </a:schemeClr>
              </a:gs>
              <a:gs pos="100000">
                <a:schemeClr val="accent1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E23EE7-C06B-9A7B-18A3-EC77DA63C56A}"/>
              </a:ext>
            </a:extLst>
          </p:cNvPr>
          <p:cNvSpPr/>
          <p:nvPr userDrawn="1"/>
        </p:nvSpPr>
        <p:spPr>
          <a:xfrm>
            <a:off x="4285965" y="9555"/>
            <a:ext cx="165993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34000">
                <a:schemeClr val="accent1">
                  <a:alpha val="50000"/>
                </a:schemeClr>
              </a:gs>
              <a:gs pos="75000">
                <a:srgbClr val="4A0637">
                  <a:alpha val="50000"/>
                </a:srgbClr>
              </a:gs>
              <a:gs pos="100000">
                <a:schemeClr val="accent4">
                  <a:alpha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A7F5CE-7DA2-2DAF-AAE2-8FB5286C0E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8085" y="0"/>
            <a:ext cx="5863915" cy="6858000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EFCBA76-F4DB-1A7F-F138-01316C2CB3FD}"/>
              </a:ext>
            </a:extLst>
          </p:cNvPr>
          <p:cNvSpPr txBox="1">
            <a:spLocks/>
          </p:cNvSpPr>
          <p:nvPr userDrawn="1"/>
        </p:nvSpPr>
        <p:spPr>
          <a:xfrm>
            <a:off x="7994074" y="6608987"/>
            <a:ext cx="4197927" cy="268143"/>
          </a:xfrm>
          <a:prstGeom prst="rect">
            <a:avLst/>
          </a:prstGeom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>
                <a:solidFill>
                  <a:schemeClr val="bg2"/>
                </a:solidFill>
              </a:rPr>
              <a:t>© 2024 Collabera Digital  |  All Rights Reserved  </a:t>
            </a:r>
            <a:r>
              <a:rPr lang="en-IN" sz="1000">
                <a:solidFill>
                  <a:schemeClr val="bg2"/>
                </a:solidFill>
              </a:rPr>
              <a:t>| </a:t>
            </a:r>
            <a:r>
              <a:rPr lang="en-IN" sz="1000" err="1">
                <a:solidFill>
                  <a:schemeClr val="bg2"/>
                </a:solidFill>
              </a:rPr>
              <a:t>collaberadigital.com</a:t>
            </a:r>
            <a:endParaRPr lang="en-IN" sz="1000">
              <a:solidFill>
                <a:schemeClr val="bg2"/>
              </a:solidFill>
            </a:endParaRPr>
          </a:p>
        </p:txBody>
      </p:sp>
      <p:sp>
        <p:nvSpPr>
          <p:cNvPr id="17" name="Google Shape;9;p2">
            <a:extLst>
              <a:ext uri="{FF2B5EF4-FFF2-40B4-BE49-F238E27FC236}">
                <a16:creationId xmlns:a16="http://schemas.microsoft.com/office/drawing/2014/main" id="{08FD96B2-E7CC-19E5-1780-DE78F344255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749256" y="3483431"/>
            <a:ext cx="5439600" cy="10740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000" b="1">
                <a:solidFill>
                  <a:schemeClr val="bg2"/>
                </a:solidFill>
                <a:latin typeface="+mj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61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AAB4CD2-1DFF-4FE3-B542-AE0E2AB7A2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9" y="535724"/>
            <a:ext cx="11218604" cy="5588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0" i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venir LT 65 Medium" panose="020B0603020000020003" pitchFamily="34" charset="0"/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venir LT 65 Medium" panose="020B0603020000020003" pitchFamily="34" charset="0"/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venir LT 65 Medium" panose="020B0603020000020003" pitchFamily="34" charset="0"/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venir LT 65 Medium" panose="020B06030200000200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569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">
          <p15:clr>
            <a:srgbClr val="A4A3A4"/>
          </p15:clr>
        </p15:guide>
        <p15:guide id="2" pos="5544">
          <p15:clr>
            <a:srgbClr val="A4A3A4"/>
          </p15:clr>
        </p15:guide>
        <p15:guide id="3" orient="horz" pos="2964">
          <p15:clr>
            <a:srgbClr val="A4A3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50ADE-C5D0-BEB3-3947-F5EC3974E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199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ACC5C8FF-D6B7-6677-E5C0-B3495A390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36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62F9-A334-3693-A53B-7505AECE4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B32E0-37B1-0E7A-27D5-B5C6B430B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976C4-FE85-0EA3-1D97-72E398BAE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D146-2465-4743-98E0-5AD136E9431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65B8D-B5A4-779B-3412-40588C9DE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1BBD3-40FC-A943-DAC6-291019B0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D8452-7E40-4757-BDE6-778A8A7E7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256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2D51C4-C3F1-B512-B20D-7127AB0F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62845-DFF9-B205-92DE-8CD09292E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BCEEA-A6B5-A8C8-9014-64A65C697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B806E-ECE4-E216-2F32-2C27FC0E0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FAEB7-CDC3-3B5D-0178-E0103B491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86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28E611-F394-1474-0B44-B66E9C449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91E75-632C-14ED-E9EE-E8947C1C6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A6A66-1E2B-261F-17FA-DEBE2D77D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5A08E2-67EC-49FF-B0AB-E515D80402B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38785-9BA2-C0AB-1126-6EB895D90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995FC-29E2-D5FE-28F4-63A7A5246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DC7B63-B173-4B21-9FFB-8703812D7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10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2D51C4-C3F1-B512-B20D-7127AB0F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62845-DFF9-B205-92DE-8CD09292E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BCEEA-A6B5-A8C8-9014-64A65C697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B806E-ECE4-E216-2F32-2C27FC0E0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FAEB7-CDC3-3B5D-0178-E0103B491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46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2D51C4-C3F1-B512-B20D-7127AB0F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62845-DFF9-B205-92DE-8CD09292E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BCEEA-A6B5-A8C8-9014-64A65C697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D6887-B78F-784D-9B78-8806AACEFD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B806E-ECE4-E216-2F32-2C27FC0E0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FAEB7-CDC3-3B5D-0178-E0103B491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C3581-3AE4-D040-B7D6-8AD07FDE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89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5600"/>
            <a:ext cx="11160123" cy="460586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FC3011FE-129A-723F-0258-2C3653C963AD}"/>
              </a:ext>
            </a:extLst>
          </p:cNvPr>
          <p:cNvGrpSpPr/>
          <p:nvPr/>
        </p:nvGrpSpPr>
        <p:grpSpPr>
          <a:xfrm>
            <a:off x="10864851" y="6468533"/>
            <a:ext cx="186267" cy="203200"/>
            <a:chOff x="8176402" y="4885530"/>
            <a:chExt cx="135493" cy="143018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DD1C6C7-4F4F-56E8-A7C8-A48C7E8DA5B6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24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ABD7C35-BA12-9F26-537D-75B82B7D3876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2400"/>
            </a:p>
          </p:txBody>
        </p:sp>
      </p:grpSp>
      <p:sp>
        <p:nvSpPr>
          <p:cNvPr id="8" name="Slide Number Placeholder 18">
            <a:extLst>
              <a:ext uri="{FF2B5EF4-FFF2-40B4-BE49-F238E27FC236}">
                <a16:creationId xmlns:a16="http://schemas.microsoft.com/office/drawing/2014/main" id="{56348CC3-4D9E-3009-191A-52A4BBC22FD7}"/>
              </a:ext>
            </a:extLst>
          </p:cNvPr>
          <p:cNvSpPr txBox="1">
            <a:spLocks/>
          </p:cNvSpPr>
          <p:nvPr/>
        </p:nvSpPr>
        <p:spPr>
          <a:xfrm>
            <a:off x="1838618" y="6362699"/>
            <a:ext cx="419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/>
              <a:t>‹#›</a:t>
            </a:fld>
            <a:endParaRPr lang="en-AU" sz="10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4E33F-C9AE-AD75-BA0B-87F4D61986B6}"/>
              </a:ext>
            </a:extLst>
          </p:cNvPr>
          <p:cNvSpPr txBox="1"/>
          <p:nvPr/>
        </p:nvSpPr>
        <p:spPr>
          <a:xfrm>
            <a:off x="274789" y="6362693"/>
            <a:ext cx="1663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Ascendion Confidential</a:t>
            </a:r>
          </a:p>
        </p:txBody>
      </p:sp>
      <p:sp>
        <p:nvSpPr>
          <p:cNvPr id="4" name="Graphic 10">
            <a:extLst>
              <a:ext uri="{FF2B5EF4-FFF2-40B4-BE49-F238E27FC236}">
                <a16:creationId xmlns:a16="http://schemas.microsoft.com/office/drawing/2014/main" id="{34A157B6-58AF-33D6-96CC-D1BE31D6A076}"/>
              </a:ext>
            </a:extLst>
          </p:cNvPr>
          <p:cNvSpPr/>
          <p:nvPr/>
        </p:nvSpPr>
        <p:spPr>
          <a:xfrm>
            <a:off x="2356339" y="6337426"/>
            <a:ext cx="9835661" cy="179324"/>
          </a:xfrm>
          <a:custGeom>
            <a:avLst/>
            <a:gdLst>
              <a:gd name="connsiteX0" fmla="*/ 5829300 w 5829300"/>
              <a:gd name="connsiteY0" fmla="*/ 134493 h 134493"/>
              <a:gd name="connsiteX1" fmla="*/ 5541740 w 5829300"/>
              <a:gd name="connsiteY1" fmla="*/ 134493 h 134493"/>
              <a:gd name="connsiteX2" fmla="*/ 4915853 w 5829300"/>
              <a:gd name="connsiteY2" fmla="*/ 0 h 134493"/>
              <a:gd name="connsiteX3" fmla="*/ 4285393 w 5829300"/>
              <a:gd name="connsiteY3" fmla="*/ 134493 h 134493"/>
              <a:gd name="connsiteX4" fmla="*/ 0 w 5829300"/>
              <a:gd name="connsiteY4" fmla="*/ 134493 h 134493"/>
              <a:gd name="connsiteX0" fmla="*/ 7376746 w 7376746"/>
              <a:gd name="connsiteY0" fmla="*/ 134493 h 134493"/>
              <a:gd name="connsiteX1" fmla="*/ 7089186 w 7376746"/>
              <a:gd name="connsiteY1" fmla="*/ 134493 h 134493"/>
              <a:gd name="connsiteX2" fmla="*/ 6463299 w 7376746"/>
              <a:gd name="connsiteY2" fmla="*/ 0 h 134493"/>
              <a:gd name="connsiteX3" fmla="*/ 5832839 w 7376746"/>
              <a:gd name="connsiteY3" fmla="*/ 134493 h 134493"/>
              <a:gd name="connsiteX4" fmla="*/ 0 w 7376746"/>
              <a:gd name="connsiteY4" fmla="*/ 134493 h 134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6746" h="134493">
                <a:moveTo>
                  <a:pt x="7376746" y="134493"/>
                </a:moveTo>
                <a:lnTo>
                  <a:pt x="7089186" y="134493"/>
                </a:lnTo>
                <a:lnTo>
                  <a:pt x="6463299" y="0"/>
                </a:lnTo>
                <a:lnTo>
                  <a:pt x="5832839" y="134493"/>
                </a:lnTo>
                <a:lnTo>
                  <a:pt x="0" y="134493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sz="1867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8BB966-C387-C92B-FA58-18AA05DC5645}"/>
              </a:ext>
            </a:extLst>
          </p:cNvPr>
          <p:cNvCxnSpPr>
            <a:cxnSpLocks/>
          </p:cNvCxnSpPr>
          <p:nvPr/>
        </p:nvCxnSpPr>
        <p:spPr>
          <a:xfrm>
            <a:off x="0" y="6515100"/>
            <a:ext cx="3048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59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2800" b="1" i="0" kern="1200">
          <a:solidFill>
            <a:schemeClr val="tx1"/>
          </a:solidFill>
          <a:latin typeface="PP Neue Machina Plain Ultrabold" pitchFamily="50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ptos" panose="020B0004020202020204" pitchFamily="34" charset="0"/>
        <a:buChar char="•"/>
        <a:defRPr sz="1867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ptos" panose="020B0004020202020204" pitchFamily="34" charset="0"/>
        <a:buChar char="•"/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ptos" panose="020B0004020202020204" pitchFamily="34" charset="0"/>
        <a:buChar char="•"/>
        <a:defRPr sz="1333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2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2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44">
          <p15:clr>
            <a:srgbClr val="F26B43"/>
          </p15:clr>
        </p15:guide>
        <p15:guide id="2" pos="5521">
          <p15:clr>
            <a:srgbClr val="F26B43"/>
          </p15:clr>
        </p15:guide>
        <p15:guide id="3" pos="239">
          <p15:clr>
            <a:srgbClr val="F26B43"/>
          </p15:clr>
        </p15:guide>
        <p15:guide id="4" pos="7354">
          <p15:clr>
            <a:srgbClr val="F26B43"/>
          </p15:clr>
        </p15:guide>
        <p15:guide id="5" orient="horz" pos="3898">
          <p15:clr>
            <a:srgbClr val="F26B43"/>
          </p15:clr>
        </p15:guide>
        <p15:guide id="6" orient="horz" pos="758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645">
          <p15:clr>
            <a:srgbClr val="F26B43"/>
          </p15:clr>
        </p15:guide>
        <p15:guide id="9" orient="horz" pos="3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hyperlink" Target="https://www.fortunebusinessinsights.com/generative-ai-market-107837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hyperlink" Target="https://www.ibm.com/products/watsonx-governance?utm_content=SRCWW&amp;p1=Search&amp;p4=43700078918028342&amp;p5=p&amp;p9=58700008520734498&amp;gclid=Cj0KCQjw6auyBhDzARIsALIo6v-Y3Q472h9vPUJ1IFUrjhzW4gPz46JGrCZpLuyQwdR5yIFyAsLkSWYaAjAAEALw_wcB&amp;gclsrc=aw.d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hyperlink" Target="(or%20almost%20$7%20trillion)%20increase%20in%20global%20GDP%20and%20lift%20productivity%20growth%20by%201.5%20percentage%20points%20over%20a%2010-year%20period." TargetMode="External"/><Relationship Id="rId5" Type="http://schemas.openxmlformats.org/officeDocument/2006/relationships/image" Target="../media/image7.jpeg"/><Relationship Id="rId10" Type="http://schemas.openxmlformats.org/officeDocument/2006/relationships/hyperlink" Target="https://www.bloomberg.com/company/press/generative-ai-to-become-a-1-3-trillion-market-by-2032-research-finds/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hyperlink" Target="https://www.ey.com/en_ie/news/2024/05/generative-ai-venture-capital-investment-globally-on-track-to-reach-12-billion-dollar-in-2024-following-breakout-year-in-2023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18.jpeg"/><Relationship Id="rId3" Type="http://schemas.openxmlformats.org/officeDocument/2006/relationships/image" Target="../media/image50.png"/><Relationship Id="rId21" Type="http://schemas.openxmlformats.org/officeDocument/2006/relationships/image" Target="../media/image68.sv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0.sv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24" Type="http://schemas.openxmlformats.org/officeDocument/2006/relationships/image" Target="../media/image69.png"/><Relationship Id="rId5" Type="http://schemas.openxmlformats.org/officeDocument/2006/relationships/image" Target="../media/image52.svg"/><Relationship Id="rId15" Type="http://schemas.openxmlformats.org/officeDocument/2006/relationships/image" Target="../media/image62.png"/><Relationship Id="rId23" Type="http://schemas.openxmlformats.org/officeDocument/2006/relationships/image" Target="../media/image113.png"/><Relationship Id="rId10" Type="http://schemas.openxmlformats.org/officeDocument/2006/relationships/image" Target="../media/image57.jpeg"/><Relationship Id="rId19" Type="http://schemas.openxmlformats.org/officeDocument/2006/relationships/image" Target="../media/image66.sv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jpeg"/><Relationship Id="rId13" Type="http://schemas.openxmlformats.org/officeDocument/2006/relationships/image" Target="../media/image88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microsoft.com/office/2007/relationships/hdphoto" Target="../media/hdphoto2.wdp"/><Relationship Id="rId17" Type="http://schemas.openxmlformats.org/officeDocument/2006/relationships/image" Target="../media/image90.png"/><Relationship Id="rId2" Type="http://schemas.openxmlformats.org/officeDocument/2006/relationships/image" Target="../media/image18.jpeg"/><Relationship Id="rId16" Type="http://schemas.microsoft.com/office/2007/relationships/hdphoto" Target="../media/hdphoto4.wdp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83.png"/><Relationship Id="rId11" Type="http://schemas.openxmlformats.org/officeDocument/2006/relationships/image" Target="../media/image87.png"/><Relationship Id="rId5" Type="http://schemas.openxmlformats.org/officeDocument/2006/relationships/image" Target="../media/image82.png"/><Relationship Id="rId15" Type="http://schemas.openxmlformats.org/officeDocument/2006/relationships/image" Target="../media/image89.png"/><Relationship Id="rId10" Type="http://schemas.microsoft.com/office/2007/relationships/hdphoto" Target="../media/hdphoto1.wdp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microsoft.com/office/2007/relationships/hdphoto" Target="../media/hdphoto3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29.png"/><Relationship Id="rId2" Type="http://schemas.openxmlformats.org/officeDocument/2006/relationships/image" Target="../media/image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2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3" Type="http://schemas.openxmlformats.org/officeDocument/2006/relationships/image" Target="../media/image103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105.svg"/><Relationship Id="rId11" Type="http://schemas.openxmlformats.org/officeDocument/2006/relationships/image" Target="../media/image110.jpeg"/><Relationship Id="rId5" Type="http://schemas.openxmlformats.org/officeDocument/2006/relationships/image" Target="../media/image104.png"/><Relationship Id="rId10" Type="http://schemas.openxmlformats.org/officeDocument/2006/relationships/image" Target="../media/image109.jpeg"/><Relationship Id="rId4" Type="http://schemas.openxmlformats.org/officeDocument/2006/relationships/image" Target="../media/image18.jpeg"/><Relationship Id="rId9" Type="http://schemas.openxmlformats.org/officeDocument/2006/relationships/image" Target="../media/image108.png"/><Relationship Id="rId14" Type="http://schemas.openxmlformats.org/officeDocument/2006/relationships/image" Target="../media/image11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8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microsoft.com/office/2007/relationships/hdphoto" Target="../media/hdphoto5.wdp"/><Relationship Id="rId9" Type="http://schemas.openxmlformats.org/officeDocument/2006/relationships/image" Target="../media/image1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78C88-BB9D-6E25-7628-0FAF275A8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B4F4955-AC23-58BE-C31F-AAEFFFD5EFD3}"/>
              </a:ext>
            </a:extLst>
          </p:cNvPr>
          <p:cNvGrpSpPr/>
          <p:nvPr/>
        </p:nvGrpSpPr>
        <p:grpSpPr>
          <a:xfrm>
            <a:off x="-10160" y="6350000"/>
            <a:ext cx="12202160" cy="508000"/>
            <a:chOff x="-10160" y="6350000"/>
            <a:chExt cx="12202160" cy="508000"/>
          </a:xfr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</a:gra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5972BDD-C655-B630-40FD-8B6F686DE89B}"/>
                </a:ext>
              </a:extLst>
            </p:cNvPr>
            <p:cNvGrpSpPr/>
            <p:nvPr/>
          </p:nvGrpSpPr>
          <p:grpSpPr>
            <a:xfrm>
              <a:off x="-10160" y="6350000"/>
              <a:ext cx="12202160" cy="508000"/>
              <a:chOff x="-10160" y="6299200"/>
              <a:chExt cx="12202160" cy="558800"/>
            </a:xfrm>
            <a:grpFill/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8DE0C1F7-8E47-5AF4-C313-73B009859D19}"/>
                  </a:ext>
                </a:extLst>
              </p:cNvPr>
              <p:cNvSpPr/>
              <p:nvPr/>
            </p:nvSpPr>
            <p:spPr>
              <a:xfrm>
                <a:off x="-10160" y="6299200"/>
                <a:ext cx="12202160" cy="558800"/>
              </a:xfrm>
              <a:custGeom>
                <a:avLst/>
                <a:gdLst>
                  <a:gd name="connsiteX0" fmla="*/ 0 w 9144000"/>
                  <a:gd name="connsiteY0" fmla="*/ 857250 h 857250"/>
                  <a:gd name="connsiteX1" fmla="*/ 0 w 9144000"/>
                  <a:gd name="connsiteY1" fmla="*/ 149828 h 857250"/>
                  <a:gd name="connsiteX2" fmla="*/ 7540609 w 9144000"/>
                  <a:gd name="connsiteY2" fmla="*/ 149828 h 857250"/>
                  <a:gd name="connsiteX3" fmla="*/ 8245698 w 9144000"/>
                  <a:gd name="connsiteY3" fmla="*/ 0 h 857250"/>
                  <a:gd name="connsiteX4" fmla="*/ 8933831 w 9144000"/>
                  <a:gd name="connsiteY4" fmla="*/ 149828 h 857250"/>
                  <a:gd name="connsiteX5" fmla="*/ 9144000 w 9144000"/>
                  <a:gd name="connsiteY5" fmla="*/ 149828 h 857250"/>
                  <a:gd name="connsiteX6" fmla="*/ 9144000 w 9144000"/>
                  <a:gd name="connsiteY6" fmla="*/ 857250 h 857250"/>
                  <a:gd name="connsiteX7" fmla="*/ 0 w 9144000"/>
                  <a:gd name="connsiteY7" fmla="*/ 857250 h 85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4000" h="857250">
                    <a:moveTo>
                      <a:pt x="0" y="857250"/>
                    </a:moveTo>
                    <a:lnTo>
                      <a:pt x="0" y="149828"/>
                    </a:lnTo>
                    <a:lnTo>
                      <a:pt x="7540609" y="149828"/>
                    </a:lnTo>
                    <a:lnTo>
                      <a:pt x="8245698" y="0"/>
                    </a:lnTo>
                    <a:lnTo>
                      <a:pt x="8933831" y="149828"/>
                    </a:lnTo>
                    <a:lnTo>
                      <a:pt x="9144000" y="149828"/>
                    </a:lnTo>
                    <a:lnTo>
                      <a:pt x="9144000" y="857250"/>
                    </a:lnTo>
                    <a:lnTo>
                      <a:pt x="0" y="857250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1CA043EC-030D-914D-2DC4-F65FDF9FBBDF}"/>
                  </a:ext>
                </a:extLst>
              </p:cNvPr>
              <p:cNvSpPr/>
              <p:nvPr/>
            </p:nvSpPr>
            <p:spPr>
              <a:xfrm>
                <a:off x="10281920" y="6418580"/>
                <a:ext cx="1350024" cy="339967"/>
              </a:xfrm>
              <a:custGeom>
                <a:avLst/>
                <a:gdLst>
                  <a:gd name="connsiteX0" fmla="*/ 718995 w 1246536"/>
                  <a:gd name="connsiteY0" fmla="*/ 0 h 285083"/>
                  <a:gd name="connsiteX1" fmla="*/ 769239 w 1246536"/>
                  <a:gd name="connsiteY1" fmla="*/ 10668 h 285083"/>
                  <a:gd name="connsiteX2" fmla="*/ 842391 w 1246536"/>
                  <a:gd name="connsiteY2" fmla="*/ 94726 h 285083"/>
                  <a:gd name="connsiteX3" fmla="*/ 769239 w 1246536"/>
                  <a:gd name="connsiteY3" fmla="*/ 147876 h 285083"/>
                  <a:gd name="connsiteX4" fmla="*/ 718995 w 1246536"/>
                  <a:gd name="connsiteY4" fmla="*/ 137208 h 285083"/>
                  <a:gd name="connsiteX5" fmla="*/ 718995 w 1246536"/>
                  <a:gd name="connsiteY5" fmla="*/ 48 h 285083"/>
                  <a:gd name="connsiteX6" fmla="*/ 769239 w 1246536"/>
                  <a:gd name="connsiteY6" fmla="*/ 116729 h 285083"/>
                  <a:gd name="connsiteX7" fmla="*/ 808530 w 1246536"/>
                  <a:gd name="connsiteY7" fmla="*/ 87535 h 285083"/>
                  <a:gd name="connsiteX8" fmla="*/ 769239 w 1246536"/>
                  <a:gd name="connsiteY8" fmla="*/ 41624 h 285083"/>
                  <a:gd name="connsiteX9" fmla="*/ 752856 w 1246536"/>
                  <a:gd name="connsiteY9" fmla="*/ 38148 h 285083"/>
                  <a:gd name="connsiteX10" fmla="*/ 752856 w 1246536"/>
                  <a:gd name="connsiteY10" fmla="*/ 113252 h 285083"/>
                  <a:gd name="connsiteX11" fmla="*/ 769239 w 1246536"/>
                  <a:gd name="connsiteY11" fmla="*/ 116729 h 285083"/>
                  <a:gd name="connsiteX12" fmla="*/ 947024 w 1246536"/>
                  <a:gd name="connsiteY12" fmla="*/ 48482 h 285083"/>
                  <a:gd name="connsiteX13" fmla="*/ 947024 w 1246536"/>
                  <a:gd name="connsiteY13" fmla="*/ 79391 h 285083"/>
                  <a:gd name="connsiteX14" fmla="*/ 917067 w 1246536"/>
                  <a:gd name="connsiteY14" fmla="*/ 73009 h 285083"/>
                  <a:gd name="connsiteX15" fmla="*/ 917067 w 1246536"/>
                  <a:gd name="connsiteY15" fmla="*/ 148114 h 285083"/>
                  <a:gd name="connsiteX16" fmla="*/ 947024 w 1246536"/>
                  <a:gd name="connsiteY16" fmla="*/ 154496 h 285083"/>
                  <a:gd name="connsiteX17" fmla="*/ 947024 w 1246536"/>
                  <a:gd name="connsiteY17" fmla="*/ 185642 h 285083"/>
                  <a:gd name="connsiteX18" fmla="*/ 853393 w 1246536"/>
                  <a:gd name="connsiteY18" fmla="*/ 165735 h 285083"/>
                  <a:gd name="connsiteX19" fmla="*/ 853393 w 1246536"/>
                  <a:gd name="connsiteY19" fmla="*/ 134588 h 285083"/>
                  <a:gd name="connsiteX20" fmla="*/ 883349 w 1246536"/>
                  <a:gd name="connsiteY20" fmla="*/ 140970 h 285083"/>
                  <a:gd name="connsiteX21" fmla="*/ 883349 w 1246536"/>
                  <a:gd name="connsiteY21" fmla="*/ 65865 h 285083"/>
                  <a:gd name="connsiteX22" fmla="*/ 853393 w 1246536"/>
                  <a:gd name="connsiteY22" fmla="*/ 59484 h 285083"/>
                  <a:gd name="connsiteX23" fmla="*/ 853393 w 1246536"/>
                  <a:gd name="connsiteY23" fmla="*/ 28575 h 285083"/>
                  <a:gd name="connsiteX24" fmla="*/ 947024 w 1246536"/>
                  <a:gd name="connsiteY24" fmla="*/ 48482 h 285083"/>
                  <a:gd name="connsiteX25" fmla="*/ 1026319 w 1246536"/>
                  <a:gd name="connsiteY25" fmla="*/ 62627 h 285083"/>
                  <a:gd name="connsiteX26" fmla="*/ 1094994 w 1246536"/>
                  <a:gd name="connsiteY26" fmla="*/ 148447 h 285083"/>
                  <a:gd name="connsiteX27" fmla="*/ 1026319 w 1246536"/>
                  <a:gd name="connsiteY27" fmla="*/ 205264 h 285083"/>
                  <a:gd name="connsiteX28" fmla="*/ 957263 w 1246536"/>
                  <a:gd name="connsiteY28" fmla="*/ 119205 h 285083"/>
                  <a:gd name="connsiteX29" fmla="*/ 1026319 w 1246536"/>
                  <a:gd name="connsiteY29" fmla="*/ 62675 h 285083"/>
                  <a:gd name="connsiteX30" fmla="*/ 1026319 w 1246536"/>
                  <a:gd name="connsiteY30" fmla="*/ 173117 h 285083"/>
                  <a:gd name="connsiteX31" fmla="*/ 1060180 w 1246536"/>
                  <a:gd name="connsiteY31" fmla="*/ 141018 h 285083"/>
                  <a:gd name="connsiteX32" fmla="*/ 1026319 w 1246536"/>
                  <a:gd name="connsiteY32" fmla="*/ 94726 h 285083"/>
                  <a:gd name="connsiteX33" fmla="*/ 992267 w 1246536"/>
                  <a:gd name="connsiteY33" fmla="*/ 126587 h 285083"/>
                  <a:gd name="connsiteX34" fmla="*/ 1026319 w 1246536"/>
                  <a:gd name="connsiteY34" fmla="*/ 173117 h 285083"/>
                  <a:gd name="connsiteX35" fmla="*/ 1111949 w 1246536"/>
                  <a:gd name="connsiteY35" fmla="*/ 83534 h 285083"/>
                  <a:gd name="connsiteX36" fmla="*/ 1175814 w 1246536"/>
                  <a:gd name="connsiteY36" fmla="*/ 97107 h 285083"/>
                  <a:gd name="connsiteX37" fmla="*/ 1212675 w 1246536"/>
                  <a:gd name="connsiteY37" fmla="*/ 230791 h 285083"/>
                  <a:gd name="connsiteX38" fmla="*/ 1212675 w 1246536"/>
                  <a:gd name="connsiteY38" fmla="*/ 104918 h 285083"/>
                  <a:gd name="connsiteX39" fmla="*/ 1246537 w 1246536"/>
                  <a:gd name="connsiteY39" fmla="*/ 112109 h 285083"/>
                  <a:gd name="connsiteX40" fmla="*/ 1246537 w 1246536"/>
                  <a:gd name="connsiteY40" fmla="*/ 249269 h 285083"/>
                  <a:gd name="connsiteX41" fmla="*/ 1182672 w 1246536"/>
                  <a:gd name="connsiteY41" fmla="*/ 235696 h 285083"/>
                  <a:gd name="connsiteX42" fmla="*/ 1145810 w 1246536"/>
                  <a:gd name="connsiteY42" fmla="*/ 102013 h 285083"/>
                  <a:gd name="connsiteX43" fmla="*/ 1145810 w 1246536"/>
                  <a:gd name="connsiteY43" fmla="*/ 227886 h 285083"/>
                  <a:gd name="connsiteX44" fmla="*/ 1111949 w 1246536"/>
                  <a:gd name="connsiteY44" fmla="*/ 220694 h 285083"/>
                  <a:gd name="connsiteX45" fmla="*/ 1111949 w 1246536"/>
                  <a:gd name="connsiteY45" fmla="*/ 83534 h 285083"/>
                  <a:gd name="connsiteX46" fmla="*/ 42101 w 1246536"/>
                  <a:gd name="connsiteY46" fmla="*/ 138970 h 285083"/>
                  <a:gd name="connsiteX47" fmla="*/ 104108 w 1246536"/>
                  <a:gd name="connsiteY47" fmla="*/ 125778 h 285083"/>
                  <a:gd name="connsiteX48" fmla="*/ 145971 w 1246536"/>
                  <a:gd name="connsiteY48" fmla="*/ 254032 h 285083"/>
                  <a:gd name="connsiteX49" fmla="*/ 110061 w 1246536"/>
                  <a:gd name="connsiteY49" fmla="*/ 261652 h 285083"/>
                  <a:gd name="connsiteX50" fmla="*/ 97774 w 1246536"/>
                  <a:gd name="connsiteY50" fmla="*/ 222837 h 285083"/>
                  <a:gd name="connsiteX51" fmla="*/ 47863 w 1246536"/>
                  <a:gd name="connsiteY51" fmla="*/ 233458 h 285083"/>
                  <a:gd name="connsiteX52" fmla="*/ 35576 w 1246536"/>
                  <a:gd name="connsiteY52" fmla="*/ 277511 h 285083"/>
                  <a:gd name="connsiteX53" fmla="*/ 0 w 1246536"/>
                  <a:gd name="connsiteY53" fmla="*/ 285083 h 285083"/>
                  <a:gd name="connsiteX54" fmla="*/ 42053 w 1246536"/>
                  <a:gd name="connsiteY54" fmla="*/ 138970 h 285083"/>
                  <a:gd name="connsiteX55" fmla="*/ 88440 w 1246536"/>
                  <a:gd name="connsiteY55" fmla="*/ 193929 h 285083"/>
                  <a:gd name="connsiteX56" fmla="*/ 72819 w 1246536"/>
                  <a:gd name="connsiteY56" fmla="*/ 144923 h 285083"/>
                  <a:gd name="connsiteX57" fmla="*/ 57198 w 1246536"/>
                  <a:gd name="connsiteY57" fmla="*/ 200597 h 285083"/>
                  <a:gd name="connsiteX58" fmla="*/ 88488 w 1246536"/>
                  <a:gd name="connsiteY58" fmla="*/ 193929 h 285083"/>
                  <a:gd name="connsiteX59" fmla="*/ 214646 w 1246536"/>
                  <a:gd name="connsiteY59" fmla="*/ 242173 h 285083"/>
                  <a:gd name="connsiteX60" fmla="*/ 148733 w 1246536"/>
                  <a:gd name="connsiteY60" fmla="*/ 199930 h 285083"/>
                  <a:gd name="connsiteX61" fmla="*/ 183738 w 1246536"/>
                  <a:gd name="connsiteY61" fmla="*/ 192500 h 285083"/>
                  <a:gd name="connsiteX62" fmla="*/ 215408 w 1246536"/>
                  <a:gd name="connsiteY62" fmla="*/ 212408 h 285083"/>
                  <a:gd name="connsiteX63" fmla="*/ 239030 w 1246536"/>
                  <a:gd name="connsiteY63" fmla="*/ 195310 h 285083"/>
                  <a:gd name="connsiteX64" fmla="*/ 227886 w 1246536"/>
                  <a:gd name="connsiteY64" fmla="*/ 187166 h 285083"/>
                  <a:gd name="connsiteX65" fmla="*/ 183975 w 1246536"/>
                  <a:gd name="connsiteY65" fmla="*/ 184452 h 285083"/>
                  <a:gd name="connsiteX66" fmla="*/ 154210 w 1246536"/>
                  <a:gd name="connsiteY66" fmla="*/ 153210 h 285083"/>
                  <a:gd name="connsiteX67" fmla="*/ 207645 w 1246536"/>
                  <a:gd name="connsiteY67" fmla="*/ 101013 h 285083"/>
                  <a:gd name="connsiteX68" fmla="*/ 268891 w 1246536"/>
                  <a:gd name="connsiteY68" fmla="*/ 138017 h 285083"/>
                  <a:gd name="connsiteX69" fmla="*/ 234077 w 1246536"/>
                  <a:gd name="connsiteY69" fmla="*/ 145399 h 285083"/>
                  <a:gd name="connsiteX70" fmla="*/ 208217 w 1246536"/>
                  <a:gd name="connsiteY70" fmla="*/ 129873 h 285083"/>
                  <a:gd name="connsiteX71" fmla="*/ 189215 w 1246536"/>
                  <a:gd name="connsiteY71" fmla="*/ 145018 h 285083"/>
                  <a:gd name="connsiteX72" fmla="*/ 199454 w 1246536"/>
                  <a:gd name="connsiteY72" fmla="*/ 152352 h 285083"/>
                  <a:gd name="connsiteX73" fmla="*/ 242078 w 1246536"/>
                  <a:gd name="connsiteY73" fmla="*/ 154400 h 285083"/>
                  <a:gd name="connsiteX74" fmla="*/ 273891 w 1246536"/>
                  <a:gd name="connsiteY74" fmla="*/ 186357 h 285083"/>
                  <a:gd name="connsiteX75" fmla="*/ 214694 w 1246536"/>
                  <a:gd name="connsiteY75" fmla="*/ 242125 h 285083"/>
                  <a:gd name="connsiteX76" fmla="*/ 283702 w 1246536"/>
                  <a:gd name="connsiteY76" fmla="*/ 156115 h 285083"/>
                  <a:gd name="connsiteX77" fmla="*/ 353330 w 1246536"/>
                  <a:gd name="connsiteY77" fmla="*/ 70104 h 285083"/>
                  <a:gd name="connsiteX78" fmla="*/ 419767 w 1246536"/>
                  <a:gd name="connsiteY78" fmla="*/ 111633 h 285083"/>
                  <a:gd name="connsiteX79" fmla="*/ 384953 w 1246536"/>
                  <a:gd name="connsiteY79" fmla="*/ 119015 h 285083"/>
                  <a:gd name="connsiteX80" fmla="*/ 353473 w 1246536"/>
                  <a:gd name="connsiteY80" fmla="*/ 102156 h 285083"/>
                  <a:gd name="connsiteX81" fmla="*/ 318659 w 1246536"/>
                  <a:gd name="connsiteY81" fmla="*/ 148638 h 285083"/>
                  <a:gd name="connsiteX82" fmla="*/ 353473 w 1246536"/>
                  <a:gd name="connsiteY82" fmla="*/ 180546 h 285083"/>
                  <a:gd name="connsiteX83" fmla="*/ 384953 w 1246536"/>
                  <a:gd name="connsiteY83" fmla="*/ 150114 h 285083"/>
                  <a:gd name="connsiteX84" fmla="*/ 419767 w 1246536"/>
                  <a:gd name="connsiteY84" fmla="*/ 142732 h 285083"/>
                  <a:gd name="connsiteX85" fmla="*/ 353330 w 1246536"/>
                  <a:gd name="connsiteY85" fmla="*/ 212693 h 285083"/>
                  <a:gd name="connsiteX86" fmla="*/ 283702 w 1246536"/>
                  <a:gd name="connsiteY86" fmla="*/ 156115 h 285083"/>
                  <a:gd name="connsiteX87" fmla="*/ 436340 w 1246536"/>
                  <a:gd name="connsiteY87" fmla="*/ 55150 h 285083"/>
                  <a:gd name="connsiteX88" fmla="*/ 540782 w 1246536"/>
                  <a:gd name="connsiteY88" fmla="*/ 32956 h 285083"/>
                  <a:gd name="connsiteX89" fmla="*/ 540782 w 1246536"/>
                  <a:gd name="connsiteY89" fmla="*/ 63865 h 285083"/>
                  <a:gd name="connsiteX90" fmla="*/ 470440 w 1246536"/>
                  <a:gd name="connsiteY90" fmla="*/ 78819 h 285083"/>
                  <a:gd name="connsiteX91" fmla="*/ 470440 w 1246536"/>
                  <a:gd name="connsiteY91" fmla="*/ 101775 h 285083"/>
                  <a:gd name="connsiteX92" fmla="*/ 531495 w 1246536"/>
                  <a:gd name="connsiteY92" fmla="*/ 88821 h 285083"/>
                  <a:gd name="connsiteX93" fmla="*/ 531495 w 1246536"/>
                  <a:gd name="connsiteY93" fmla="*/ 118015 h 285083"/>
                  <a:gd name="connsiteX94" fmla="*/ 470440 w 1246536"/>
                  <a:gd name="connsiteY94" fmla="*/ 131016 h 285083"/>
                  <a:gd name="connsiteX95" fmla="*/ 470440 w 1246536"/>
                  <a:gd name="connsiteY95" fmla="*/ 154162 h 285083"/>
                  <a:gd name="connsiteX96" fmla="*/ 540782 w 1246536"/>
                  <a:gd name="connsiteY96" fmla="*/ 139208 h 285083"/>
                  <a:gd name="connsiteX97" fmla="*/ 540782 w 1246536"/>
                  <a:gd name="connsiteY97" fmla="*/ 170117 h 285083"/>
                  <a:gd name="connsiteX98" fmla="*/ 436340 w 1246536"/>
                  <a:gd name="connsiteY98" fmla="*/ 192310 h 285083"/>
                  <a:gd name="connsiteX99" fmla="*/ 436340 w 1246536"/>
                  <a:gd name="connsiteY99" fmla="*/ 55150 h 285083"/>
                  <a:gd name="connsiteX100" fmla="*/ 561308 w 1246536"/>
                  <a:gd name="connsiteY100" fmla="*/ 28623 h 285083"/>
                  <a:gd name="connsiteX101" fmla="*/ 625173 w 1246536"/>
                  <a:gd name="connsiteY101" fmla="*/ 15049 h 285083"/>
                  <a:gd name="connsiteX102" fmla="*/ 662035 w 1246536"/>
                  <a:gd name="connsiteY102" fmla="*/ 133112 h 285083"/>
                  <a:gd name="connsiteX103" fmla="*/ 662035 w 1246536"/>
                  <a:gd name="connsiteY103" fmla="*/ 7239 h 285083"/>
                  <a:gd name="connsiteX104" fmla="*/ 695897 w 1246536"/>
                  <a:gd name="connsiteY104" fmla="*/ 48 h 285083"/>
                  <a:gd name="connsiteX105" fmla="*/ 695897 w 1246536"/>
                  <a:gd name="connsiteY105" fmla="*/ 137208 h 285083"/>
                  <a:gd name="connsiteX106" fmla="*/ 632032 w 1246536"/>
                  <a:gd name="connsiteY106" fmla="*/ 150781 h 285083"/>
                  <a:gd name="connsiteX107" fmla="*/ 595170 w 1246536"/>
                  <a:gd name="connsiteY107" fmla="*/ 32718 h 285083"/>
                  <a:gd name="connsiteX108" fmla="*/ 595170 w 1246536"/>
                  <a:gd name="connsiteY108" fmla="*/ 158591 h 285083"/>
                  <a:gd name="connsiteX109" fmla="*/ 561308 w 1246536"/>
                  <a:gd name="connsiteY109" fmla="*/ 165783 h 285083"/>
                  <a:gd name="connsiteX110" fmla="*/ 561308 w 1246536"/>
                  <a:gd name="connsiteY110" fmla="*/ 28623 h 28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</a:cxnLst>
                <a:rect l="l" t="t" r="r" b="b"/>
                <a:pathLst>
                  <a:path w="1246536" h="285083">
                    <a:moveTo>
                      <a:pt x="718995" y="0"/>
                    </a:moveTo>
                    <a:lnTo>
                      <a:pt x="769239" y="10668"/>
                    </a:lnTo>
                    <a:cubicBezTo>
                      <a:pt x="805149" y="18288"/>
                      <a:pt x="842391" y="35766"/>
                      <a:pt x="842391" y="94726"/>
                    </a:cubicBezTo>
                    <a:cubicBezTo>
                      <a:pt x="842391" y="153876"/>
                      <a:pt x="805149" y="155496"/>
                      <a:pt x="769239" y="147876"/>
                    </a:cubicBezTo>
                    <a:lnTo>
                      <a:pt x="718995" y="137208"/>
                    </a:lnTo>
                    <a:lnTo>
                      <a:pt x="718995" y="48"/>
                    </a:lnTo>
                    <a:close/>
                    <a:moveTo>
                      <a:pt x="769239" y="116729"/>
                    </a:moveTo>
                    <a:cubicBezTo>
                      <a:pt x="791766" y="121539"/>
                      <a:pt x="808530" y="124301"/>
                      <a:pt x="808530" y="87535"/>
                    </a:cubicBezTo>
                    <a:cubicBezTo>
                      <a:pt x="808530" y="50768"/>
                      <a:pt x="791623" y="46387"/>
                      <a:pt x="769239" y="41624"/>
                    </a:cubicBezTo>
                    <a:lnTo>
                      <a:pt x="752856" y="38148"/>
                    </a:lnTo>
                    <a:lnTo>
                      <a:pt x="752856" y="113252"/>
                    </a:lnTo>
                    <a:cubicBezTo>
                      <a:pt x="752856" y="113252"/>
                      <a:pt x="769239" y="116729"/>
                      <a:pt x="769239" y="116729"/>
                    </a:cubicBezTo>
                    <a:close/>
                    <a:moveTo>
                      <a:pt x="947024" y="48482"/>
                    </a:moveTo>
                    <a:lnTo>
                      <a:pt x="947024" y="79391"/>
                    </a:lnTo>
                    <a:cubicBezTo>
                      <a:pt x="947024" y="79391"/>
                      <a:pt x="917067" y="73009"/>
                      <a:pt x="917067" y="73009"/>
                    </a:cubicBezTo>
                    <a:lnTo>
                      <a:pt x="917067" y="148114"/>
                    </a:lnTo>
                    <a:cubicBezTo>
                      <a:pt x="917067" y="148114"/>
                      <a:pt x="947024" y="154496"/>
                      <a:pt x="947024" y="154496"/>
                    </a:cubicBezTo>
                    <a:lnTo>
                      <a:pt x="947024" y="185642"/>
                    </a:lnTo>
                    <a:cubicBezTo>
                      <a:pt x="947024" y="185642"/>
                      <a:pt x="853393" y="165735"/>
                      <a:pt x="853393" y="165735"/>
                    </a:cubicBezTo>
                    <a:lnTo>
                      <a:pt x="853393" y="134588"/>
                    </a:lnTo>
                    <a:cubicBezTo>
                      <a:pt x="853393" y="134588"/>
                      <a:pt x="883349" y="140970"/>
                      <a:pt x="883349" y="140970"/>
                    </a:cubicBezTo>
                    <a:lnTo>
                      <a:pt x="883349" y="65865"/>
                    </a:lnTo>
                    <a:cubicBezTo>
                      <a:pt x="883349" y="65865"/>
                      <a:pt x="853393" y="59484"/>
                      <a:pt x="853393" y="59484"/>
                    </a:cubicBezTo>
                    <a:lnTo>
                      <a:pt x="853393" y="28575"/>
                    </a:lnTo>
                    <a:cubicBezTo>
                      <a:pt x="853393" y="28575"/>
                      <a:pt x="947024" y="48482"/>
                      <a:pt x="947024" y="48482"/>
                    </a:cubicBezTo>
                    <a:close/>
                    <a:moveTo>
                      <a:pt x="1026319" y="62627"/>
                    </a:moveTo>
                    <a:cubicBezTo>
                      <a:pt x="1068944" y="71676"/>
                      <a:pt x="1094994" y="107966"/>
                      <a:pt x="1094994" y="148447"/>
                    </a:cubicBezTo>
                    <a:cubicBezTo>
                      <a:pt x="1094994" y="189119"/>
                      <a:pt x="1068944" y="214313"/>
                      <a:pt x="1026319" y="205264"/>
                    </a:cubicBezTo>
                    <a:cubicBezTo>
                      <a:pt x="983504" y="196167"/>
                      <a:pt x="957263" y="159829"/>
                      <a:pt x="957263" y="119205"/>
                    </a:cubicBezTo>
                    <a:cubicBezTo>
                      <a:pt x="957263" y="78724"/>
                      <a:pt x="983504" y="53578"/>
                      <a:pt x="1026319" y="62675"/>
                    </a:cubicBezTo>
                    <a:moveTo>
                      <a:pt x="1026319" y="173117"/>
                    </a:moveTo>
                    <a:cubicBezTo>
                      <a:pt x="1049036" y="177927"/>
                      <a:pt x="1060180" y="165926"/>
                      <a:pt x="1060180" y="141018"/>
                    </a:cubicBezTo>
                    <a:cubicBezTo>
                      <a:pt x="1060180" y="116110"/>
                      <a:pt x="1048846" y="99489"/>
                      <a:pt x="1026319" y="94726"/>
                    </a:cubicBezTo>
                    <a:cubicBezTo>
                      <a:pt x="1003602" y="89916"/>
                      <a:pt x="992267" y="101870"/>
                      <a:pt x="992267" y="126587"/>
                    </a:cubicBezTo>
                    <a:cubicBezTo>
                      <a:pt x="992267" y="151495"/>
                      <a:pt x="1003649" y="168307"/>
                      <a:pt x="1026319" y="173117"/>
                    </a:cubicBezTo>
                    <a:moveTo>
                      <a:pt x="1111949" y="83534"/>
                    </a:moveTo>
                    <a:lnTo>
                      <a:pt x="1175814" y="97107"/>
                    </a:lnTo>
                    <a:lnTo>
                      <a:pt x="1212675" y="230791"/>
                    </a:lnTo>
                    <a:lnTo>
                      <a:pt x="1212675" y="104918"/>
                    </a:lnTo>
                    <a:cubicBezTo>
                      <a:pt x="1212675" y="104918"/>
                      <a:pt x="1246537" y="112109"/>
                      <a:pt x="1246537" y="112109"/>
                    </a:cubicBezTo>
                    <a:lnTo>
                      <a:pt x="1246537" y="249269"/>
                    </a:lnTo>
                    <a:cubicBezTo>
                      <a:pt x="1246537" y="249269"/>
                      <a:pt x="1182672" y="235696"/>
                      <a:pt x="1182672" y="235696"/>
                    </a:cubicBezTo>
                    <a:lnTo>
                      <a:pt x="1145810" y="102013"/>
                    </a:lnTo>
                    <a:lnTo>
                      <a:pt x="1145810" y="227886"/>
                    </a:lnTo>
                    <a:cubicBezTo>
                      <a:pt x="1145810" y="227886"/>
                      <a:pt x="1111949" y="220694"/>
                      <a:pt x="1111949" y="220694"/>
                    </a:cubicBezTo>
                    <a:lnTo>
                      <a:pt x="1111949" y="83534"/>
                    </a:lnTo>
                    <a:close/>
                    <a:moveTo>
                      <a:pt x="42101" y="138970"/>
                    </a:moveTo>
                    <a:lnTo>
                      <a:pt x="104108" y="125778"/>
                    </a:lnTo>
                    <a:lnTo>
                      <a:pt x="145971" y="254032"/>
                    </a:lnTo>
                    <a:lnTo>
                      <a:pt x="110061" y="261652"/>
                    </a:lnTo>
                    <a:lnTo>
                      <a:pt x="97774" y="222837"/>
                    </a:lnTo>
                    <a:lnTo>
                      <a:pt x="47863" y="233458"/>
                    </a:lnTo>
                    <a:lnTo>
                      <a:pt x="35576" y="277511"/>
                    </a:lnTo>
                    <a:lnTo>
                      <a:pt x="0" y="285083"/>
                    </a:lnTo>
                    <a:lnTo>
                      <a:pt x="42053" y="138970"/>
                    </a:lnTo>
                    <a:close/>
                    <a:moveTo>
                      <a:pt x="88440" y="193929"/>
                    </a:moveTo>
                    <a:lnTo>
                      <a:pt x="72819" y="144923"/>
                    </a:lnTo>
                    <a:lnTo>
                      <a:pt x="57198" y="200597"/>
                    </a:lnTo>
                    <a:lnTo>
                      <a:pt x="88488" y="193929"/>
                    </a:lnTo>
                    <a:close/>
                    <a:moveTo>
                      <a:pt x="214646" y="242173"/>
                    </a:moveTo>
                    <a:cubicBezTo>
                      <a:pt x="168307" y="252031"/>
                      <a:pt x="148733" y="235553"/>
                      <a:pt x="148733" y="199930"/>
                    </a:cubicBezTo>
                    <a:lnTo>
                      <a:pt x="183738" y="192500"/>
                    </a:lnTo>
                    <a:cubicBezTo>
                      <a:pt x="183738" y="211979"/>
                      <a:pt x="190977" y="217599"/>
                      <a:pt x="215408" y="212408"/>
                    </a:cubicBezTo>
                    <a:cubicBezTo>
                      <a:pt x="231982" y="208883"/>
                      <a:pt x="239030" y="203883"/>
                      <a:pt x="239030" y="195310"/>
                    </a:cubicBezTo>
                    <a:cubicBezTo>
                      <a:pt x="239030" y="190452"/>
                      <a:pt x="235315" y="187547"/>
                      <a:pt x="227886" y="187166"/>
                    </a:cubicBezTo>
                    <a:lnTo>
                      <a:pt x="183975" y="184452"/>
                    </a:lnTo>
                    <a:cubicBezTo>
                      <a:pt x="161258" y="182880"/>
                      <a:pt x="154210" y="170545"/>
                      <a:pt x="154210" y="153210"/>
                    </a:cubicBezTo>
                    <a:cubicBezTo>
                      <a:pt x="154210" y="126540"/>
                      <a:pt x="173212" y="108299"/>
                      <a:pt x="207645" y="101013"/>
                    </a:cubicBezTo>
                    <a:cubicBezTo>
                      <a:pt x="248603" y="92297"/>
                      <a:pt x="268891" y="108252"/>
                      <a:pt x="268891" y="138017"/>
                    </a:cubicBezTo>
                    <a:lnTo>
                      <a:pt x="234077" y="145399"/>
                    </a:lnTo>
                    <a:cubicBezTo>
                      <a:pt x="234077" y="130635"/>
                      <a:pt x="226076" y="126111"/>
                      <a:pt x="208217" y="129873"/>
                    </a:cubicBezTo>
                    <a:cubicBezTo>
                      <a:pt x="195739" y="132540"/>
                      <a:pt x="189215" y="137208"/>
                      <a:pt x="189215" y="145018"/>
                    </a:cubicBezTo>
                    <a:cubicBezTo>
                      <a:pt x="189215" y="148923"/>
                      <a:pt x="191262" y="151781"/>
                      <a:pt x="199454" y="152352"/>
                    </a:cubicBezTo>
                    <a:lnTo>
                      <a:pt x="242078" y="154400"/>
                    </a:lnTo>
                    <a:cubicBezTo>
                      <a:pt x="263843" y="155400"/>
                      <a:pt x="273891" y="166306"/>
                      <a:pt x="273891" y="186357"/>
                    </a:cubicBezTo>
                    <a:cubicBezTo>
                      <a:pt x="273891" y="212408"/>
                      <a:pt x="256747" y="233172"/>
                      <a:pt x="214694" y="242125"/>
                    </a:cubicBezTo>
                    <a:moveTo>
                      <a:pt x="283702" y="156115"/>
                    </a:moveTo>
                    <a:cubicBezTo>
                      <a:pt x="283702" y="115633"/>
                      <a:pt x="310325" y="79248"/>
                      <a:pt x="353330" y="70104"/>
                    </a:cubicBezTo>
                    <a:cubicBezTo>
                      <a:pt x="390906" y="62103"/>
                      <a:pt x="415862" y="78010"/>
                      <a:pt x="419767" y="111633"/>
                    </a:cubicBezTo>
                    <a:lnTo>
                      <a:pt x="384953" y="119015"/>
                    </a:lnTo>
                    <a:cubicBezTo>
                      <a:pt x="382143" y="104823"/>
                      <a:pt x="370047" y="98631"/>
                      <a:pt x="353473" y="102156"/>
                    </a:cubicBezTo>
                    <a:cubicBezTo>
                      <a:pt x="333185" y="106490"/>
                      <a:pt x="318659" y="121634"/>
                      <a:pt x="318659" y="148638"/>
                    </a:cubicBezTo>
                    <a:cubicBezTo>
                      <a:pt x="318659" y="175879"/>
                      <a:pt x="333185" y="184833"/>
                      <a:pt x="353473" y="180546"/>
                    </a:cubicBezTo>
                    <a:cubicBezTo>
                      <a:pt x="370047" y="177022"/>
                      <a:pt x="382143" y="165497"/>
                      <a:pt x="384953" y="150114"/>
                    </a:cubicBezTo>
                    <a:lnTo>
                      <a:pt x="419767" y="142732"/>
                    </a:lnTo>
                    <a:cubicBezTo>
                      <a:pt x="415862" y="178213"/>
                      <a:pt x="390906" y="204692"/>
                      <a:pt x="353330" y="212693"/>
                    </a:cubicBezTo>
                    <a:cubicBezTo>
                      <a:pt x="310325" y="221837"/>
                      <a:pt x="283702" y="196739"/>
                      <a:pt x="283702" y="156115"/>
                    </a:cubicBezTo>
                    <a:moveTo>
                      <a:pt x="436340" y="55150"/>
                    </a:moveTo>
                    <a:lnTo>
                      <a:pt x="540782" y="32956"/>
                    </a:lnTo>
                    <a:lnTo>
                      <a:pt x="540782" y="63865"/>
                    </a:lnTo>
                    <a:cubicBezTo>
                      <a:pt x="540782" y="63865"/>
                      <a:pt x="470440" y="78819"/>
                      <a:pt x="470440" y="78819"/>
                    </a:cubicBezTo>
                    <a:lnTo>
                      <a:pt x="470440" y="101775"/>
                    </a:lnTo>
                    <a:cubicBezTo>
                      <a:pt x="470440" y="101775"/>
                      <a:pt x="531495" y="88821"/>
                      <a:pt x="531495" y="88821"/>
                    </a:cubicBezTo>
                    <a:lnTo>
                      <a:pt x="531495" y="118015"/>
                    </a:lnTo>
                    <a:cubicBezTo>
                      <a:pt x="531495" y="118015"/>
                      <a:pt x="470440" y="131016"/>
                      <a:pt x="470440" y="131016"/>
                    </a:cubicBezTo>
                    <a:lnTo>
                      <a:pt x="470440" y="154162"/>
                    </a:lnTo>
                    <a:cubicBezTo>
                      <a:pt x="470440" y="154162"/>
                      <a:pt x="540782" y="139208"/>
                      <a:pt x="540782" y="139208"/>
                    </a:cubicBezTo>
                    <a:lnTo>
                      <a:pt x="540782" y="170117"/>
                    </a:lnTo>
                    <a:cubicBezTo>
                      <a:pt x="540782" y="170117"/>
                      <a:pt x="436340" y="192310"/>
                      <a:pt x="436340" y="192310"/>
                    </a:cubicBezTo>
                    <a:lnTo>
                      <a:pt x="436340" y="55150"/>
                    </a:lnTo>
                    <a:close/>
                    <a:moveTo>
                      <a:pt x="561308" y="28623"/>
                    </a:moveTo>
                    <a:lnTo>
                      <a:pt x="625173" y="15049"/>
                    </a:lnTo>
                    <a:lnTo>
                      <a:pt x="662035" y="133112"/>
                    </a:lnTo>
                    <a:lnTo>
                      <a:pt x="662035" y="7239"/>
                    </a:lnTo>
                    <a:cubicBezTo>
                      <a:pt x="662035" y="7239"/>
                      <a:pt x="695897" y="48"/>
                      <a:pt x="695897" y="48"/>
                    </a:cubicBezTo>
                    <a:lnTo>
                      <a:pt x="695897" y="137208"/>
                    </a:lnTo>
                    <a:cubicBezTo>
                      <a:pt x="695897" y="137208"/>
                      <a:pt x="632032" y="150781"/>
                      <a:pt x="632032" y="150781"/>
                    </a:cubicBezTo>
                    <a:lnTo>
                      <a:pt x="595170" y="32718"/>
                    </a:lnTo>
                    <a:lnTo>
                      <a:pt x="595170" y="158591"/>
                    </a:lnTo>
                    <a:cubicBezTo>
                      <a:pt x="595170" y="158591"/>
                      <a:pt x="561308" y="165783"/>
                      <a:pt x="561308" y="165783"/>
                    </a:cubicBezTo>
                    <a:lnTo>
                      <a:pt x="561308" y="28623"/>
                    </a:lnTo>
                    <a:close/>
                  </a:path>
                </a:pathLst>
              </a:custGeom>
              <a:grpFill/>
              <a:ln w="4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FA2783-A77C-02F5-C264-455689448DFE}"/>
                </a:ext>
              </a:extLst>
            </p:cNvPr>
            <p:cNvSpPr txBox="1"/>
            <p:nvPr/>
          </p:nvSpPr>
          <p:spPr>
            <a:xfrm>
              <a:off x="30480" y="6523176"/>
              <a:ext cx="3144375" cy="24622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defRPr sz="700">
                  <a:solidFill>
                    <a:schemeClr val="bg1"/>
                  </a:solidFill>
                  <a:effectLst/>
                  <a:latin typeface="Verdana" panose="020B0604030504040204" pitchFamily="34" charset="0"/>
                  <a:ea typeface="Verdana" panose="020B060403050404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Ascendion Confidential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FC8B84-05DA-F7A0-76D2-7133E9FB81B9}"/>
              </a:ext>
            </a:extLst>
          </p:cNvPr>
          <p:cNvSpPr/>
          <p:nvPr/>
        </p:nvSpPr>
        <p:spPr>
          <a:xfrm>
            <a:off x="10698956" y="90412"/>
            <a:ext cx="1350024" cy="309061"/>
          </a:xfrm>
          <a:custGeom>
            <a:avLst/>
            <a:gdLst>
              <a:gd name="connsiteX0" fmla="*/ 718995 w 1246536"/>
              <a:gd name="connsiteY0" fmla="*/ 0 h 285083"/>
              <a:gd name="connsiteX1" fmla="*/ 769239 w 1246536"/>
              <a:gd name="connsiteY1" fmla="*/ 10668 h 285083"/>
              <a:gd name="connsiteX2" fmla="*/ 842391 w 1246536"/>
              <a:gd name="connsiteY2" fmla="*/ 94726 h 285083"/>
              <a:gd name="connsiteX3" fmla="*/ 769239 w 1246536"/>
              <a:gd name="connsiteY3" fmla="*/ 147876 h 285083"/>
              <a:gd name="connsiteX4" fmla="*/ 718995 w 1246536"/>
              <a:gd name="connsiteY4" fmla="*/ 137208 h 285083"/>
              <a:gd name="connsiteX5" fmla="*/ 718995 w 1246536"/>
              <a:gd name="connsiteY5" fmla="*/ 48 h 285083"/>
              <a:gd name="connsiteX6" fmla="*/ 769239 w 1246536"/>
              <a:gd name="connsiteY6" fmla="*/ 116729 h 285083"/>
              <a:gd name="connsiteX7" fmla="*/ 808530 w 1246536"/>
              <a:gd name="connsiteY7" fmla="*/ 87535 h 285083"/>
              <a:gd name="connsiteX8" fmla="*/ 769239 w 1246536"/>
              <a:gd name="connsiteY8" fmla="*/ 41624 h 285083"/>
              <a:gd name="connsiteX9" fmla="*/ 752856 w 1246536"/>
              <a:gd name="connsiteY9" fmla="*/ 38148 h 285083"/>
              <a:gd name="connsiteX10" fmla="*/ 752856 w 1246536"/>
              <a:gd name="connsiteY10" fmla="*/ 113252 h 285083"/>
              <a:gd name="connsiteX11" fmla="*/ 769239 w 1246536"/>
              <a:gd name="connsiteY11" fmla="*/ 116729 h 285083"/>
              <a:gd name="connsiteX12" fmla="*/ 947024 w 1246536"/>
              <a:gd name="connsiteY12" fmla="*/ 48482 h 285083"/>
              <a:gd name="connsiteX13" fmla="*/ 947024 w 1246536"/>
              <a:gd name="connsiteY13" fmla="*/ 79391 h 285083"/>
              <a:gd name="connsiteX14" fmla="*/ 917067 w 1246536"/>
              <a:gd name="connsiteY14" fmla="*/ 73009 h 285083"/>
              <a:gd name="connsiteX15" fmla="*/ 917067 w 1246536"/>
              <a:gd name="connsiteY15" fmla="*/ 148114 h 285083"/>
              <a:gd name="connsiteX16" fmla="*/ 947024 w 1246536"/>
              <a:gd name="connsiteY16" fmla="*/ 154496 h 285083"/>
              <a:gd name="connsiteX17" fmla="*/ 947024 w 1246536"/>
              <a:gd name="connsiteY17" fmla="*/ 185642 h 285083"/>
              <a:gd name="connsiteX18" fmla="*/ 853393 w 1246536"/>
              <a:gd name="connsiteY18" fmla="*/ 165735 h 285083"/>
              <a:gd name="connsiteX19" fmla="*/ 853393 w 1246536"/>
              <a:gd name="connsiteY19" fmla="*/ 134588 h 285083"/>
              <a:gd name="connsiteX20" fmla="*/ 883349 w 1246536"/>
              <a:gd name="connsiteY20" fmla="*/ 140970 h 285083"/>
              <a:gd name="connsiteX21" fmla="*/ 883349 w 1246536"/>
              <a:gd name="connsiteY21" fmla="*/ 65865 h 285083"/>
              <a:gd name="connsiteX22" fmla="*/ 853393 w 1246536"/>
              <a:gd name="connsiteY22" fmla="*/ 59484 h 285083"/>
              <a:gd name="connsiteX23" fmla="*/ 853393 w 1246536"/>
              <a:gd name="connsiteY23" fmla="*/ 28575 h 285083"/>
              <a:gd name="connsiteX24" fmla="*/ 947024 w 1246536"/>
              <a:gd name="connsiteY24" fmla="*/ 48482 h 285083"/>
              <a:gd name="connsiteX25" fmla="*/ 1026319 w 1246536"/>
              <a:gd name="connsiteY25" fmla="*/ 62627 h 285083"/>
              <a:gd name="connsiteX26" fmla="*/ 1094994 w 1246536"/>
              <a:gd name="connsiteY26" fmla="*/ 148447 h 285083"/>
              <a:gd name="connsiteX27" fmla="*/ 1026319 w 1246536"/>
              <a:gd name="connsiteY27" fmla="*/ 205264 h 285083"/>
              <a:gd name="connsiteX28" fmla="*/ 957263 w 1246536"/>
              <a:gd name="connsiteY28" fmla="*/ 119205 h 285083"/>
              <a:gd name="connsiteX29" fmla="*/ 1026319 w 1246536"/>
              <a:gd name="connsiteY29" fmla="*/ 62675 h 285083"/>
              <a:gd name="connsiteX30" fmla="*/ 1026319 w 1246536"/>
              <a:gd name="connsiteY30" fmla="*/ 173117 h 285083"/>
              <a:gd name="connsiteX31" fmla="*/ 1060180 w 1246536"/>
              <a:gd name="connsiteY31" fmla="*/ 141018 h 285083"/>
              <a:gd name="connsiteX32" fmla="*/ 1026319 w 1246536"/>
              <a:gd name="connsiteY32" fmla="*/ 94726 h 285083"/>
              <a:gd name="connsiteX33" fmla="*/ 992267 w 1246536"/>
              <a:gd name="connsiteY33" fmla="*/ 126587 h 285083"/>
              <a:gd name="connsiteX34" fmla="*/ 1026319 w 1246536"/>
              <a:gd name="connsiteY34" fmla="*/ 173117 h 285083"/>
              <a:gd name="connsiteX35" fmla="*/ 1111949 w 1246536"/>
              <a:gd name="connsiteY35" fmla="*/ 83534 h 285083"/>
              <a:gd name="connsiteX36" fmla="*/ 1175814 w 1246536"/>
              <a:gd name="connsiteY36" fmla="*/ 97107 h 285083"/>
              <a:gd name="connsiteX37" fmla="*/ 1212675 w 1246536"/>
              <a:gd name="connsiteY37" fmla="*/ 230791 h 285083"/>
              <a:gd name="connsiteX38" fmla="*/ 1212675 w 1246536"/>
              <a:gd name="connsiteY38" fmla="*/ 104918 h 285083"/>
              <a:gd name="connsiteX39" fmla="*/ 1246537 w 1246536"/>
              <a:gd name="connsiteY39" fmla="*/ 112109 h 285083"/>
              <a:gd name="connsiteX40" fmla="*/ 1246537 w 1246536"/>
              <a:gd name="connsiteY40" fmla="*/ 249269 h 285083"/>
              <a:gd name="connsiteX41" fmla="*/ 1182672 w 1246536"/>
              <a:gd name="connsiteY41" fmla="*/ 235696 h 285083"/>
              <a:gd name="connsiteX42" fmla="*/ 1145810 w 1246536"/>
              <a:gd name="connsiteY42" fmla="*/ 102013 h 285083"/>
              <a:gd name="connsiteX43" fmla="*/ 1145810 w 1246536"/>
              <a:gd name="connsiteY43" fmla="*/ 227886 h 285083"/>
              <a:gd name="connsiteX44" fmla="*/ 1111949 w 1246536"/>
              <a:gd name="connsiteY44" fmla="*/ 220694 h 285083"/>
              <a:gd name="connsiteX45" fmla="*/ 1111949 w 1246536"/>
              <a:gd name="connsiteY45" fmla="*/ 83534 h 285083"/>
              <a:gd name="connsiteX46" fmla="*/ 42101 w 1246536"/>
              <a:gd name="connsiteY46" fmla="*/ 138970 h 285083"/>
              <a:gd name="connsiteX47" fmla="*/ 104108 w 1246536"/>
              <a:gd name="connsiteY47" fmla="*/ 125778 h 285083"/>
              <a:gd name="connsiteX48" fmla="*/ 145971 w 1246536"/>
              <a:gd name="connsiteY48" fmla="*/ 254032 h 285083"/>
              <a:gd name="connsiteX49" fmla="*/ 110061 w 1246536"/>
              <a:gd name="connsiteY49" fmla="*/ 261652 h 285083"/>
              <a:gd name="connsiteX50" fmla="*/ 97774 w 1246536"/>
              <a:gd name="connsiteY50" fmla="*/ 222837 h 285083"/>
              <a:gd name="connsiteX51" fmla="*/ 47863 w 1246536"/>
              <a:gd name="connsiteY51" fmla="*/ 233458 h 285083"/>
              <a:gd name="connsiteX52" fmla="*/ 35576 w 1246536"/>
              <a:gd name="connsiteY52" fmla="*/ 277511 h 285083"/>
              <a:gd name="connsiteX53" fmla="*/ 0 w 1246536"/>
              <a:gd name="connsiteY53" fmla="*/ 285083 h 285083"/>
              <a:gd name="connsiteX54" fmla="*/ 42053 w 1246536"/>
              <a:gd name="connsiteY54" fmla="*/ 138970 h 285083"/>
              <a:gd name="connsiteX55" fmla="*/ 88440 w 1246536"/>
              <a:gd name="connsiteY55" fmla="*/ 193929 h 285083"/>
              <a:gd name="connsiteX56" fmla="*/ 72819 w 1246536"/>
              <a:gd name="connsiteY56" fmla="*/ 144923 h 285083"/>
              <a:gd name="connsiteX57" fmla="*/ 57198 w 1246536"/>
              <a:gd name="connsiteY57" fmla="*/ 200597 h 285083"/>
              <a:gd name="connsiteX58" fmla="*/ 88488 w 1246536"/>
              <a:gd name="connsiteY58" fmla="*/ 193929 h 285083"/>
              <a:gd name="connsiteX59" fmla="*/ 214646 w 1246536"/>
              <a:gd name="connsiteY59" fmla="*/ 242173 h 285083"/>
              <a:gd name="connsiteX60" fmla="*/ 148733 w 1246536"/>
              <a:gd name="connsiteY60" fmla="*/ 199930 h 285083"/>
              <a:gd name="connsiteX61" fmla="*/ 183738 w 1246536"/>
              <a:gd name="connsiteY61" fmla="*/ 192500 h 285083"/>
              <a:gd name="connsiteX62" fmla="*/ 215408 w 1246536"/>
              <a:gd name="connsiteY62" fmla="*/ 212408 h 285083"/>
              <a:gd name="connsiteX63" fmla="*/ 239030 w 1246536"/>
              <a:gd name="connsiteY63" fmla="*/ 195310 h 285083"/>
              <a:gd name="connsiteX64" fmla="*/ 227886 w 1246536"/>
              <a:gd name="connsiteY64" fmla="*/ 187166 h 285083"/>
              <a:gd name="connsiteX65" fmla="*/ 183975 w 1246536"/>
              <a:gd name="connsiteY65" fmla="*/ 184452 h 285083"/>
              <a:gd name="connsiteX66" fmla="*/ 154210 w 1246536"/>
              <a:gd name="connsiteY66" fmla="*/ 153210 h 285083"/>
              <a:gd name="connsiteX67" fmla="*/ 207645 w 1246536"/>
              <a:gd name="connsiteY67" fmla="*/ 101013 h 285083"/>
              <a:gd name="connsiteX68" fmla="*/ 268891 w 1246536"/>
              <a:gd name="connsiteY68" fmla="*/ 138017 h 285083"/>
              <a:gd name="connsiteX69" fmla="*/ 234077 w 1246536"/>
              <a:gd name="connsiteY69" fmla="*/ 145399 h 285083"/>
              <a:gd name="connsiteX70" fmla="*/ 208217 w 1246536"/>
              <a:gd name="connsiteY70" fmla="*/ 129873 h 285083"/>
              <a:gd name="connsiteX71" fmla="*/ 189215 w 1246536"/>
              <a:gd name="connsiteY71" fmla="*/ 145018 h 285083"/>
              <a:gd name="connsiteX72" fmla="*/ 199454 w 1246536"/>
              <a:gd name="connsiteY72" fmla="*/ 152352 h 285083"/>
              <a:gd name="connsiteX73" fmla="*/ 242078 w 1246536"/>
              <a:gd name="connsiteY73" fmla="*/ 154400 h 285083"/>
              <a:gd name="connsiteX74" fmla="*/ 273891 w 1246536"/>
              <a:gd name="connsiteY74" fmla="*/ 186357 h 285083"/>
              <a:gd name="connsiteX75" fmla="*/ 214694 w 1246536"/>
              <a:gd name="connsiteY75" fmla="*/ 242125 h 285083"/>
              <a:gd name="connsiteX76" fmla="*/ 283702 w 1246536"/>
              <a:gd name="connsiteY76" fmla="*/ 156115 h 285083"/>
              <a:gd name="connsiteX77" fmla="*/ 353330 w 1246536"/>
              <a:gd name="connsiteY77" fmla="*/ 70104 h 285083"/>
              <a:gd name="connsiteX78" fmla="*/ 419767 w 1246536"/>
              <a:gd name="connsiteY78" fmla="*/ 111633 h 285083"/>
              <a:gd name="connsiteX79" fmla="*/ 384953 w 1246536"/>
              <a:gd name="connsiteY79" fmla="*/ 119015 h 285083"/>
              <a:gd name="connsiteX80" fmla="*/ 353473 w 1246536"/>
              <a:gd name="connsiteY80" fmla="*/ 102156 h 285083"/>
              <a:gd name="connsiteX81" fmla="*/ 318659 w 1246536"/>
              <a:gd name="connsiteY81" fmla="*/ 148638 h 285083"/>
              <a:gd name="connsiteX82" fmla="*/ 353473 w 1246536"/>
              <a:gd name="connsiteY82" fmla="*/ 180546 h 285083"/>
              <a:gd name="connsiteX83" fmla="*/ 384953 w 1246536"/>
              <a:gd name="connsiteY83" fmla="*/ 150114 h 285083"/>
              <a:gd name="connsiteX84" fmla="*/ 419767 w 1246536"/>
              <a:gd name="connsiteY84" fmla="*/ 142732 h 285083"/>
              <a:gd name="connsiteX85" fmla="*/ 353330 w 1246536"/>
              <a:gd name="connsiteY85" fmla="*/ 212693 h 285083"/>
              <a:gd name="connsiteX86" fmla="*/ 283702 w 1246536"/>
              <a:gd name="connsiteY86" fmla="*/ 156115 h 285083"/>
              <a:gd name="connsiteX87" fmla="*/ 436340 w 1246536"/>
              <a:gd name="connsiteY87" fmla="*/ 55150 h 285083"/>
              <a:gd name="connsiteX88" fmla="*/ 540782 w 1246536"/>
              <a:gd name="connsiteY88" fmla="*/ 32956 h 285083"/>
              <a:gd name="connsiteX89" fmla="*/ 540782 w 1246536"/>
              <a:gd name="connsiteY89" fmla="*/ 63865 h 285083"/>
              <a:gd name="connsiteX90" fmla="*/ 470440 w 1246536"/>
              <a:gd name="connsiteY90" fmla="*/ 78819 h 285083"/>
              <a:gd name="connsiteX91" fmla="*/ 470440 w 1246536"/>
              <a:gd name="connsiteY91" fmla="*/ 101775 h 285083"/>
              <a:gd name="connsiteX92" fmla="*/ 531495 w 1246536"/>
              <a:gd name="connsiteY92" fmla="*/ 88821 h 285083"/>
              <a:gd name="connsiteX93" fmla="*/ 531495 w 1246536"/>
              <a:gd name="connsiteY93" fmla="*/ 118015 h 285083"/>
              <a:gd name="connsiteX94" fmla="*/ 470440 w 1246536"/>
              <a:gd name="connsiteY94" fmla="*/ 131016 h 285083"/>
              <a:gd name="connsiteX95" fmla="*/ 470440 w 1246536"/>
              <a:gd name="connsiteY95" fmla="*/ 154162 h 285083"/>
              <a:gd name="connsiteX96" fmla="*/ 540782 w 1246536"/>
              <a:gd name="connsiteY96" fmla="*/ 139208 h 285083"/>
              <a:gd name="connsiteX97" fmla="*/ 540782 w 1246536"/>
              <a:gd name="connsiteY97" fmla="*/ 170117 h 285083"/>
              <a:gd name="connsiteX98" fmla="*/ 436340 w 1246536"/>
              <a:gd name="connsiteY98" fmla="*/ 192310 h 285083"/>
              <a:gd name="connsiteX99" fmla="*/ 436340 w 1246536"/>
              <a:gd name="connsiteY99" fmla="*/ 55150 h 285083"/>
              <a:gd name="connsiteX100" fmla="*/ 561308 w 1246536"/>
              <a:gd name="connsiteY100" fmla="*/ 28623 h 285083"/>
              <a:gd name="connsiteX101" fmla="*/ 625173 w 1246536"/>
              <a:gd name="connsiteY101" fmla="*/ 15049 h 285083"/>
              <a:gd name="connsiteX102" fmla="*/ 662035 w 1246536"/>
              <a:gd name="connsiteY102" fmla="*/ 133112 h 285083"/>
              <a:gd name="connsiteX103" fmla="*/ 662035 w 1246536"/>
              <a:gd name="connsiteY103" fmla="*/ 7239 h 285083"/>
              <a:gd name="connsiteX104" fmla="*/ 695897 w 1246536"/>
              <a:gd name="connsiteY104" fmla="*/ 48 h 285083"/>
              <a:gd name="connsiteX105" fmla="*/ 695897 w 1246536"/>
              <a:gd name="connsiteY105" fmla="*/ 137208 h 285083"/>
              <a:gd name="connsiteX106" fmla="*/ 632032 w 1246536"/>
              <a:gd name="connsiteY106" fmla="*/ 150781 h 285083"/>
              <a:gd name="connsiteX107" fmla="*/ 595170 w 1246536"/>
              <a:gd name="connsiteY107" fmla="*/ 32718 h 285083"/>
              <a:gd name="connsiteX108" fmla="*/ 595170 w 1246536"/>
              <a:gd name="connsiteY108" fmla="*/ 158591 h 285083"/>
              <a:gd name="connsiteX109" fmla="*/ 561308 w 1246536"/>
              <a:gd name="connsiteY109" fmla="*/ 165783 h 285083"/>
              <a:gd name="connsiteX110" fmla="*/ 561308 w 1246536"/>
              <a:gd name="connsiteY110" fmla="*/ 28623 h 28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246536" h="285083">
                <a:moveTo>
                  <a:pt x="718995" y="0"/>
                </a:moveTo>
                <a:lnTo>
                  <a:pt x="769239" y="10668"/>
                </a:lnTo>
                <a:cubicBezTo>
                  <a:pt x="805149" y="18288"/>
                  <a:pt x="842391" y="35766"/>
                  <a:pt x="842391" y="94726"/>
                </a:cubicBezTo>
                <a:cubicBezTo>
                  <a:pt x="842391" y="153876"/>
                  <a:pt x="805149" y="155496"/>
                  <a:pt x="769239" y="147876"/>
                </a:cubicBezTo>
                <a:lnTo>
                  <a:pt x="718995" y="137208"/>
                </a:lnTo>
                <a:lnTo>
                  <a:pt x="718995" y="48"/>
                </a:lnTo>
                <a:close/>
                <a:moveTo>
                  <a:pt x="769239" y="116729"/>
                </a:moveTo>
                <a:cubicBezTo>
                  <a:pt x="791766" y="121539"/>
                  <a:pt x="808530" y="124301"/>
                  <a:pt x="808530" y="87535"/>
                </a:cubicBezTo>
                <a:cubicBezTo>
                  <a:pt x="808530" y="50768"/>
                  <a:pt x="791623" y="46387"/>
                  <a:pt x="769239" y="41624"/>
                </a:cubicBezTo>
                <a:lnTo>
                  <a:pt x="752856" y="38148"/>
                </a:lnTo>
                <a:lnTo>
                  <a:pt x="752856" y="113252"/>
                </a:lnTo>
                <a:cubicBezTo>
                  <a:pt x="752856" y="113252"/>
                  <a:pt x="769239" y="116729"/>
                  <a:pt x="769239" y="116729"/>
                </a:cubicBezTo>
                <a:close/>
                <a:moveTo>
                  <a:pt x="947024" y="48482"/>
                </a:moveTo>
                <a:lnTo>
                  <a:pt x="947024" y="79391"/>
                </a:lnTo>
                <a:cubicBezTo>
                  <a:pt x="947024" y="79391"/>
                  <a:pt x="917067" y="73009"/>
                  <a:pt x="917067" y="73009"/>
                </a:cubicBezTo>
                <a:lnTo>
                  <a:pt x="917067" y="148114"/>
                </a:lnTo>
                <a:cubicBezTo>
                  <a:pt x="917067" y="148114"/>
                  <a:pt x="947024" y="154496"/>
                  <a:pt x="947024" y="154496"/>
                </a:cubicBezTo>
                <a:lnTo>
                  <a:pt x="947024" y="185642"/>
                </a:lnTo>
                <a:cubicBezTo>
                  <a:pt x="947024" y="185642"/>
                  <a:pt x="853393" y="165735"/>
                  <a:pt x="853393" y="165735"/>
                </a:cubicBezTo>
                <a:lnTo>
                  <a:pt x="853393" y="134588"/>
                </a:lnTo>
                <a:cubicBezTo>
                  <a:pt x="853393" y="134588"/>
                  <a:pt x="883349" y="140970"/>
                  <a:pt x="883349" y="140970"/>
                </a:cubicBezTo>
                <a:lnTo>
                  <a:pt x="883349" y="65865"/>
                </a:lnTo>
                <a:cubicBezTo>
                  <a:pt x="883349" y="65865"/>
                  <a:pt x="853393" y="59484"/>
                  <a:pt x="853393" y="59484"/>
                </a:cubicBezTo>
                <a:lnTo>
                  <a:pt x="853393" y="28575"/>
                </a:lnTo>
                <a:cubicBezTo>
                  <a:pt x="853393" y="28575"/>
                  <a:pt x="947024" y="48482"/>
                  <a:pt x="947024" y="48482"/>
                </a:cubicBezTo>
                <a:close/>
                <a:moveTo>
                  <a:pt x="1026319" y="62627"/>
                </a:moveTo>
                <a:cubicBezTo>
                  <a:pt x="1068944" y="71676"/>
                  <a:pt x="1094994" y="107966"/>
                  <a:pt x="1094994" y="148447"/>
                </a:cubicBezTo>
                <a:cubicBezTo>
                  <a:pt x="1094994" y="189119"/>
                  <a:pt x="1068944" y="214313"/>
                  <a:pt x="1026319" y="205264"/>
                </a:cubicBezTo>
                <a:cubicBezTo>
                  <a:pt x="983504" y="196167"/>
                  <a:pt x="957263" y="159829"/>
                  <a:pt x="957263" y="119205"/>
                </a:cubicBezTo>
                <a:cubicBezTo>
                  <a:pt x="957263" y="78724"/>
                  <a:pt x="983504" y="53578"/>
                  <a:pt x="1026319" y="62675"/>
                </a:cubicBezTo>
                <a:moveTo>
                  <a:pt x="1026319" y="173117"/>
                </a:moveTo>
                <a:cubicBezTo>
                  <a:pt x="1049036" y="177927"/>
                  <a:pt x="1060180" y="165926"/>
                  <a:pt x="1060180" y="141018"/>
                </a:cubicBezTo>
                <a:cubicBezTo>
                  <a:pt x="1060180" y="116110"/>
                  <a:pt x="1048846" y="99489"/>
                  <a:pt x="1026319" y="94726"/>
                </a:cubicBezTo>
                <a:cubicBezTo>
                  <a:pt x="1003602" y="89916"/>
                  <a:pt x="992267" y="101870"/>
                  <a:pt x="992267" y="126587"/>
                </a:cubicBezTo>
                <a:cubicBezTo>
                  <a:pt x="992267" y="151495"/>
                  <a:pt x="1003649" y="168307"/>
                  <a:pt x="1026319" y="173117"/>
                </a:cubicBezTo>
                <a:moveTo>
                  <a:pt x="1111949" y="83534"/>
                </a:moveTo>
                <a:lnTo>
                  <a:pt x="1175814" y="97107"/>
                </a:lnTo>
                <a:lnTo>
                  <a:pt x="1212675" y="230791"/>
                </a:lnTo>
                <a:lnTo>
                  <a:pt x="1212675" y="104918"/>
                </a:lnTo>
                <a:cubicBezTo>
                  <a:pt x="1212675" y="104918"/>
                  <a:pt x="1246537" y="112109"/>
                  <a:pt x="1246537" y="112109"/>
                </a:cubicBezTo>
                <a:lnTo>
                  <a:pt x="1246537" y="249269"/>
                </a:lnTo>
                <a:cubicBezTo>
                  <a:pt x="1246537" y="249269"/>
                  <a:pt x="1182672" y="235696"/>
                  <a:pt x="1182672" y="235696"/>
                </a:cubicBezTo>
                <a:lnTo>
                  <a:pt x="1145810" y="102013"/>
                </a:lnTo>
                <a:lnTo>
                  <a:pt x="1145810" y="227886"/>
                </a:lnTo>
                <a:cubicBezTo>
                  <a:pt x="1145810" y="227886"/>
                  <a:pt x="1111949" y="220694"/>
                  <a:pt x="1111949" y="220694"/>
                </a:cubicBezTo>
                <a:lnTo>
                  <a:pt x="1111949" y="83534"/>
                </a:lnTo>
                <a:close/>
                <a:moveTo>
                  <a:pt x="42101" y="138970"/>
                </a:moveTo>
                <a:lnTo>
                  <a:pt x="104108" y="125778"/>
                </a:lnTo>
                <a:lnTo>
                  <a:pt x="145971" y="254032"/>
                </a:lnTo>
                <a:lnTo>
                  <a:pt x="110061" y="261652"/>
                </a:lnTo>
                <a:lnTo>
                  <a:pt x="97774" y="222837"/>
                </a:lnTo>
                <a:lnTo>
                  <a:pt x="47863" y="233458"/>
                </a:lnTo>
                <a:lnTo>
                  <a:pt x="35576" y="277511"/>
                </a:lnTo>
                <a:lnTo>
                  <a:pt x="0" y="285083"/>
                </a:lnTo>
                <a:lnTo>
                  <a:pt x="42053" y="138970"/>
                </a:lnTo>
                <a:close/>
                <a:moveTo>
                  <a:pt x="88440" y="193929"/>
                </a:moveTo>
                <a:lnTo>
                  <a:pt x="72819" y="144923"/>
                </a:lnTo>
                <a:lnTo>
                  <a:pt x="57198" y="200597"/>
                </a:lnTo>
                <a:lnTo>
                  <a:pt x="88488" y="193929"/>
                </a:lnTo>
                <a:close/>
                <a:moveTo>
                  <a:pt x="214646" y="242173"/>
                </a:moveTo>
                <a:cubicBezTo>
                  <a:pt x="168307" y="252031"/>
                  <a:pt x="148733" y="235553"/>
                  <a:pt x="148733" y="199930"/>
                </a:cubicBezTo>
                <a:lnTo>
                  <a:pt x="183738" y="192500"/>
                </a:lnTo>
                <a:cubicBezTo>
                  <a:pt x="183738" y="211979"/>
                  <a:pt x="190977" y="217599"/>
                  <a:pt x="215408" y="212408"/>
                </a:cubicBezTo>
                <a:cubicBezTo>
                  <a:pt x="231982" y="208883"/>
                  <a:pt x="239030" y="203883"/>
                  <a:pt x="239030" y="195310"/>
                </a:cubicBezTo>
                <a:cubicBezTo>
                  <a:pt x="239030" y="190452"/>
                  <a:pt x="235315" y="187547"/>
                  <a:pt x="227886" y="187166"/>
                </a:cubicBezTo>
                <a:lnTo>
                  <a:pt x="183975" y="184452"/>
                </a:lnTo>
                <a:cubicBezTo>
                  <a:pt x="161258" y="182880"/>
                  <a:pt x="154210" y="170545"/>
                  <a:pt x="154210" y="153210"/>
                </a:cubicBezTo>
                <a:cubicBezTo>
                  <a:pt x="154210" y="126540"/>
                  <a:pt x="173212" y="108299"/>
                  <a:pt x="207645" y="101013"/>
                </a:cubicBezTo>
                <a:cubicBezTo>
                  <a:pt x="248603" y="92297"/>
                  <a:pt x="268891" y="108252"/>
                  <a:pt x="268891" y="138017"/>
                </a:cubicBezTo>
                <a:lnTo>
                  <a:pt x="234077" y="145399"/>
                </a:lnTo>
                <a:cubicBezTo>
                  <a:pt x="234077" y="130635"/>
                  <a:pt x="226076" y="126111"/>
                  <a:pt x="208217" y="129873"/>
                </a:cubicBezTo>
                <a:cubicBezTo>
                  <a:pt x="195739" y="132540"/>
                  <a:pt x="189215" y="137208"/>
                  <a:pt x="189215" y="145018"/>
                </a:cubicBezTo>
                <a:cubicBezTo>
                  <a:pt x="189215" y="148923"/>
                  <a:pt x="191262" y="151781"/>
                  <a:pt x="199454" y="152352"/>
                </a:cubicBezTo>
                <a:lnTo>
                  <a:pt x="242078" y="154400"/>
                </a:lnTo>
                <a:cubicBezTo>
                  <a:pt x="263843" y="155400"/>
                  <a:pt x="273891" y="166306"/>
                  <a:pt x="273891" y="186357"/>
                </a:cubicBezTo>
                <a:cubicBezTo>
                  <a:pt x="273891" y="212408"/>
                  <a:pt x="256747" y="233172"/>
                  <a:pt x="214694" y="242125"/>
                </a:cubicBezTo>
                <a:moveTo>
                  <a:pt x="283702" y="156115"/>
                </a:moveTo>
                <a:cubicBezTo>
                  <a:pt x="283702" y="115633"/>
                  <a:pt x="310325" y="79248"/>
                  <a:pt x="353330" y="70104"/>
                </a:cubicBezTo>
                <a:cubicBezTo>
                  <a:pt x="390906" y="62103"/>
                  <a:pt x="415862" y="78010"/>
                  <a:pt x="419767" y="111633"/>
                </a:cubicBezTo>
                <a:lnTo>
                  <a:pt x="384953" y="119015"/>
                </a:lnTo>
                <a:cubicBezTo>
                  <a:pt x="382143" y="104823"/>
                  <a:pt x="370047" y="98631"/>
                  <a:pt x="353473" y="102156"/>
                </a:cubicBezTo>
                <a:cubicBezTo>
                  <a:pt x="333185" y="106490"/>
                  <a:pt x="318659" y="121634"/>
                  <a:pt x="318659" y="148638"/>
                </a:cubicBezTo>
                <a:cubicBezTo>
                  <a:pt x="318659" y="175879"/>
                  <a:pt x="333185" y="184833"/>
                  <a:pt x="353473" y="180546"/>
                </a:cubicBezTo>
                <a:cubicBezTo>
                  <a:pt x="370047" y="177022"/>
                  <a:pt x="382143" y="165497"/>
                  <a:pt x="384953" y="150114"/>
                </a:cubicBezTo>
                <a:lnTo>
                  <a:pt x="419767" y="142732"/>
                </a:lnTo>
                <a:cubicBezTo>
                  <a:pt x="415862" y="178213"/>
                  <a:pt x="390906" y="204692"/>
                  <a:pt x="353330" y="212693"/>
                </a:cubicBezTo>
                <a:cubicBezTo>
                  <a:pt x="310325" y="221837"/>
                  <a:pt x="283702" y="196739"/>
                  <a:pt x="283702" y="156115"/>
                </a:cubicBezTo>
                <a:moveTo>
                  <a:pt x="436340" y="55150"/>
                </a:moveTo>
                <a:lnTo>
                  <a:pt x="540782" y="32956"/>
                </a:lnTo>
                <a:lnTo>
                  <a:pt x="540782" y="63865"/>
                </a:lnTo>
                <a:cubicBezTo>
                  <a:pt x="540782" y="63865"/>
                  <a:pt x="470440" y="78819"/>
                  <a:pt x="470440" y="78819"/>
                </a:cubicBezTo>
                <a:lnTo>
                  <a:pt x="470440" y="101775"/>
                </a:lnTo>
                <a:cubicBezTo>
                  <a:pt x="470440" y="101775"/>
                  <a:pt x="531495" y="88821"/>
                  <a:pt x="531495" y="88821"/>
                </a:cubicBezTo>
                <a:lnTo>
                  <a:pt x="531495" y="118015"/>
                </a:lnTo>
                <a:cubicBezTo>
                  <a:pt x="531495" y="118015"/>
                  <a:pt x="470440" y="131016"/>
                  <a:pt x="470440" y="131016"/>
                </a:cubicBezTo>
                <a:lnTo>
                  <a:pt x="470440" y="154162"/>
                </a:lnTo>
                <a:cubicBezTo>
                  <a:pt x="470440" y="154162"/>
                  <a:pt x="540782" y="139208"/>
                  <a:pt x="540782" y="139208"/>
                </a:cubicBezTo>
                <a:lnTo>
                  <a:pt x="540782" y="170117"/>
                </a:lnTo>
                <a:cubicBezTo>
                  <a:pt x="540782" y="170117"/>
                  <a:pt x="436340" y="192310"/>
                  <a:pt x="436340" y="192310"/>
                </a:cubicBezTo>
                <a:lnTo>
                  <a:pt x="436340" y="55150"/>
                </a:lnTo>
                <a:close/>
                <a:moveTo>
                  <a:pt x="561308" y="28623"/>
                </a:moveTo>
                <a:lnTo>
                  <a:pt x="625173" y="15049"/>
                </a:lnTo>
                <a:lnTo>
                  <a:pt x="662035" y="133112"/>
                </a:lnTo>
                <a:lnTo>
                  <a:pt x="662035" y="7239"/>
                </a:lnTo>
                <a:cubicBezTo>
                  <a:pt x="662035" y="7239"/>
                  <a:pt x="695897" y="48"/>
                  <a:pt x="695897" y="48"/>
                </a:cubicBezTo>
                <a:lnTo>
                  <a:pt x="695897" y="137208"/>
                </a:lnTo>
                <a:cubicBezTo>
                  <a:pt x="695897" y="137208"/>
                  <a:pt x="632032" y="150781"/>
                  <a:pt x="632032" y="150781"/>
                </a:cubicBezTo>
                <a:lnTo>
                  <a:pt x="595170" y="32718"/>
                </a:lnTo>
                <a:lnTo>
                  <a:pt x="595170" y="158591"/>
                </a:lnTo>
                <a:cubicBezTo>
                  <a:pt x="595170" y="158591"/>
                  <a:pt x="561308" y="165783"/>
                  <a:pt x="561308" y="165783"/>
                </a:cubicBezTo>
                <a:lnTo>
                  <a:pt x="561308" y="28623"/>
                </a:lnTo>
                <a:close/>
              </a:path>
            </a:pathLst>
          </a:custGeom>
          <a:solidFill>
            <a:schemeClr val="tx1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oogle Shape;6;p1">
            <a:extLst>
              <a:ext uri="{FF2B5EF4-FFF2-40B4-BE49-F238E27FC236}">
                <a16:creationId xmlns:a16="http://schemas.microsoft.com/office/drawing/2014/main" id="{742752B4-DF97-E90C-09C0-58E5B51F6A3D}"/>
              </a:ext>
            </a:extLst>
          </p:cNvPr>
          <p:cNvGrpSpPr/>
          <p:nvPr/>
        </p:nvGrpSpPr>
        <p:grpSpPr>
          <a:xfrm>
            <a:off x="-30854" y="2091831"/>
            <a:ext cx="12192374" cy="4137065"/>
            <a:chOff x="4435" y="7748593"/>
            <a:chExt cx="12182563" cy="5161009"/>
          </a:xfrm>
        </p:grpSpPr>
        <p:sp>
          <p:nvSpPr>
            <p:cNvPr id="14" name="Google Shape;7;p1">
              <a:extLst>
                <a:ext uri="{FF2B5EF4-FFF2-40B4-BE49-F238E27FC236}">
                  <a16:creationId xmlns:a16="http://schemas.microsoft.com/office/drawing/2014/main" id="{1559BF5D-B7A1-6DFF-4DDA-05AA71490958}"/>
                </a:ext>
              </a:extLst>
            </p:cNvPr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8;p1">
              <a:extLst>
                <a:ext uri="{FF2B5EF4-FFF2-40B4-BE49-F238E27FC236}">
                  <a16:creationId xmlns:a16="http://schemas.microsoft.com/office/drawing/2014/main" id="{1E97FD04-AADE-68EF-D4F3-00935B0FF86F}"/>
                </a:ext>
              </a:extLst>
            </p:cNvPr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;p1">
              <a:extLst>
                <a:ext uri="{FF2B5EF4-FFF2-40B4-BE49-F238E27FC236}">
                  <a16:creationId xmlns:a16="http://schemas.microsoft.com/office/drawing/2014/main" id="{1042F5C2-551E-95F6-A92A-3D5708F150ED}"/>
                </a:ext>
              </a:extLst>
            </p:cNvPr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0;p1">
              <a:extLst>
                <a:ext uri="{FF2B5EF4-FFF2-40B4-BE49-F238E27FC236}">
                  <a16:creationId xmlns:a16="http://schemas.microsoft.com/office/drawing/2014/main" id="{D2C7BF19-11E0-0BD6-BD7F-FFEBF57DC4E1}"/>
                </a:ext>
              </a:extLst>
            </p:cNvPr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;p1">
              <a:extLst>
                <a:ext uri="{FF2B5EF4-FFF2-40B4-BE49-F238E27FC236}">
                  <a16:creationId xmlns:a16="http://schemas.microsoft.com/office/drawing/2014/main" id="{40F77AA1-3F55-3230-1CB5-0D768A9B4391}"/>
                </a:ext>
              </a:extLst>
            </p:cNvPr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;p1">
              <a:extLst>
                <a:ext uri="{FF2B5EF4-FFF2-40B4-BE49-F238E27FC236}">
                  <a16:creationId xmlns:a16="http://schemas.microsoft.com/office/drawing/2014/main" id="{8B53BA06-3199-8094-542E-600C7CDC2C31}"/>
                </a:ext>
              </a:extLst>
            </p:cNvPr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3;p1">
              <a:extLst>
                <a:ext uri="{FF2B5EF4-FFF2-40B4-BE49-F238E27FC236}">
                  <a16:creationId xmlns:a16="http://schemas.microsoft.com/office/drawing/2014/main" id="{57CB0A07-1BEA-1371-D4BB-56C3280A6542}"/>
                </a:ext>
              </a:extLst>
            </p:cNvPr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4;p1">
              <a:extLst>
                <a:ext uri="{FF2B5EF4-FFF2-40B4-BE49-F238E27FC236}">
                  <a16:creationId xmlns:a16="http://schemas.microsoft.com/office/drawing/2014/main" id="{4786EC4B-B5AE-D3B5-C924-BC6DDEBBCFEB}"/>
                </a:ext>
              </a:extLst>
            </p:cNvPr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5;p1">
              <a:extLst>
                <a:ext uri="{FF2B5EF4-FFF2-40B4-BE49-F238E27FC236}">
                  <a16:creationId xmlns:a16="http://schemas.microsoft.com/office/drawing/2014/main" id="{9E43234E-B106-07CF-D32A-78479F405FC1}"/>
                </a:ext>
              </a:extLst>
            </p:cNvPr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6;p1">
              <a:extLst>
                <a:ext uri="{FF2B5EF4-FFF2-40B4-BE49-F238E27FC236}">
                  <a16:creationId xmlns:a16="http://schemas.microsoft.com/office/drawing/2014/main" id="{A06009DE-AD9E-5157-750D-25FA1A66C272}"/>
                </a:ext>
              </a:extLst>
            </p:cNvPr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7;p1">
              <a:extLst>
                <a:ext uri="{FF2B5EF4-FFF2-40B4-BE49-F238E27FC236}">
                  <a16:creationId xmlns:a16="http://schemas.microsoft.com/office/drawing/2014/main" id="{1BB6750C-CF94-14E5-EFA8-4357AA7492F6}"/>
                </a:ext>
              </a:extLst>
            </p:cNvPr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8;p1">
              <a:extLst>
                <a:ext uri="{FF2B5EF4-FFF2-40B4-BE49-F238E27FC236}">
                  <a16:creationId xmlns:a16="http://schemas.microsoft.com/office/drawing/2014/main" id="{D468B811-46FB-8298-8DD9-99EFE35B48C9}"/>
                </a:ext>
              </a:extLst>
            </p:cNvPr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9;p1">
              <a:extLst>
                <a:ext uri="{FF2B5EF4-FFF2-40B4-BE49-F238E27FC236}">
                  <a16:creationId xmlns:a16="http://schemas.microsoft.com/office/drawing/2014/main" id="{F051AE32-3E79-1F30-4640-0DDFB4E35C19}"/>
                </a:ext>
              </a:extLst>
            </p:cNvPr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0;p1">
              <a:extLst>
                <a:ext uri="{FF2B5EF4-FFF2-40B4-BE49-F238E27FC236}">
                  <a16:creationId xmlns:a16="http://schemas.microsoft.com/office/drawing/2014/main" id="{E67A0229-E463-2A12-0410-FAF4C8CB97AF}"/>
                </a:ext>
              </a:extLst>
            </p:cNvPr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1;p1">
              <a:extLst>
                <a:ext uri="{FF2B5EF4-FFF2-40B4-BE49-F238E27FC236}">
                  <a16:creationId xmlns:a16="http://schemas.microsoft.com/office/drawing/2014/main" id="{4685FACB-D489-DBB0-3B17-ED741B9B96D6}"/>
                </a:ext>
              </a:extLst>
            </p:cNvPr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2;p1">
              <a:extLst>
                <a:ext uri="{FF2B5EF4-FFF2-40B4-BE49-F238E27FC236}">
                  <a16:creationId xmlns:a16="http://schemas.microsoft.com/office/drawing/2014/main" id="{ECC44C75-53F9-7AC3-B2D2-D42371DB496E}"/>
                </a:ext>
              </a:extLst>
            </p:cNvPr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3;p1">
              <a:extLst>
                <a:ext uri="{FF2B5EF4-FFF2-40B4-BE49-F238E27FC236}">
                  <a16:creationId xmlns:a16="http://schemas.microsoft.com/office/drawing/2014/main" id="{50319850-71BB-61E8-D6F5-B7777414DB6C}"/>
                </a:ext>
              </a:extLst>
            </p:cNvPr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4;p1">
              <a:extLst>
                <a:ext uri="{FF2B5EF4-FFF2-40B4-BE49-F238E27FC236}">
                  <a16:creationId xmlns:a16="http://schemas.microsoft.com/office/drawing/2014/main" id="{0549ABA1-DAB0-9DF8-D28F-D5C619AB8B38}"/>
                </a:ext>
              </a:extLst>
            </p:cNvPr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5;p1">
              <a:extLst>
                <a:ext uri="{FF2B5EF4-FFF2-40B4-BE49-F238E27FC236}">
                  <a16:creationId xmlns:a16="http://schemas.microsoft.com/office/drawing/2014/main" id="{1D84AD12-DDA3-4E39-5E4B-344416AF33E6}"/>
                </a:ext>
              </a:extLst>
            </p:cNvPr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6;p1">
              <a:extLst>
                <a:ext uri="{FF2B5EF4-FFF2-40B4-BE49-F238E27FC236}">
                  <a16:creationId xmlns:a16="http://schemas.microsoft.com/office/drawing/2014/main" id="{6EB258AC-2B78-4D37-4BD6-52A36851A2E9}"/>
                </a:ext>
              </a:extLst>
            </p:cNvPr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7;p1">
              <a:extLst>
                <a:ext uri="{FF2B5EF4-FFF2-40B4-BE49-F238E27FC236}">
                  <a16:creationId xmlns:a16="http://schemas.microsoft.com/office/drawing/2014/main" id="{FC672820-DEE1-07CC-6EEA-021ABE567B88}"/>
                </a:ext>
              </a:extLst>
            </p:cNvPr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8;p1">
              <a:extLst>
                <a:ext uri="{FF2B5EF4-FFF2-40B4-BE49-F238E27FC236}">
                  <a16:creationId xmlns:a16="http://schemas.microsoft.com/office/drawing/2014/main" id="{E8095A91-8737-25A4-334F-396C0E3B1679}"/>
                </a:ext>
              </a:extLst>
            </p:cNvPr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9;p1">
              <a:extLst>
                <a:ext uri="{FF2B5EF4-FFF2-40B4-BE49-F238E27FC236}">
                  <a16:creationId xmlns:a16="http://schemas.microsoft.com/office/drawing/2014/main" id="{B5339BBA-1F22-E1F5-09AC-2BBA8CAC6D67}"/>
                </a:ext>
              </a:extLst>
            </p:cNvPr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0;p1">
              <a:extLst>
                <a:ext uri="{FF2B5EF4-FFF2-40B4-BE49-F238E27FC236}">
                  <a16:creationId xmlns:a16="http://schemas.microsoft.com/office/drawing/2014/main" id="{61B21D28-CBA5-610D-638C-07ABC282718E}"/>
                </a:ext>
              </a:extLst>
            </p:cNvPr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1;p1">
              <a:extLst>
                <a:ext uri="{FF2B5EF4-FFF2-40B4-BE49-F238E27FC236}">
                  <a16:creationId xmlns:a16="http://schemas.microsoft.com/office/drawing/2014/main" id="{E76E55FC-68CE-C996-0870-AF4564218305}"/>
                </a:ext>
              </a:extLst>
            </p:cNvPr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2;p1">
              <a:extLst>
                <a:ext uri="{FF2B5EF4-FFF2-40B4-BE49-F238E27FC236}">
                  <a16:creationId xmlns:a16="http://schemas.microsoft.com/office/drawing/2014/main" id="{26E752CE-5E77-9C5B-2C23-3C74A3757E69}"/>
                </a:ext>
              </a:extLst>
            </p:cNvPr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33;p1">
              <a:extLst>
                <a:ext uri="{FF2B5EF4-FFF2-40B4-BE49-F238E27FC236}">
                  <a16:creationId xmlns:a16="http://schemas.microsoft.com/office/drawing/2014/main" id="{C904A1C9-7B30-6F61-A5FB-53092DD142CC}"/>
                </a:ext>
              </a:extLst>
            </p:cNvPr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34;p1">
              <a:extLst>
                <a:ext uri="{FF2B5EF4-FFF2-40B4-BE49-F238E27FC236}">
                  <a16:creationId xmlns:a16="http://schemas.microsoft.com/office/drawing/2014/main" id="{8B1BDF00-C36B-90E7-4671-9A19C07BEB23}"/>
                </a:ext>
              </a:extLst>
            </p:cNvPr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35;p1">
              <a:extLst>
                <a:ext uri="{FF2B5EF4-FFF2-40B4-BE49-F238E27FC236}">
                  <a16:creationId xmlns:a16="http://schemas.microsoft.com/office/drawing/2014/main" id="{B3409586-BDDB-4EC9-0117-EF26F1A505FC}"/>
                </a:ext>
              </a:extLst>
            </p:cNvPr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36;p1">
              <a:extLst>
                <a:ext uri="{FF2B5EF4-FFF2-40B4-BE49-F238E27FC236}">
                  <a16:creationId xmlns:a16="http://schemas.microsoft.com/office/drawing/2014/main" id="{D3EC1A8D-2EE5-3FBE-3BAF-33123B353342}"/>
                </a:ext>
              </a:extLst>
            </p:cNvPr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37;p1">
              <a:extLst>
                <a:ext uri="{FF2B5EF4-FFF2-40B4-BE49-F238E27FC236}">
                  <a16:creationId xmlns:a16="http://schemas.microsoft.com/office/drawing/2014/main" id="{51565130-5C44-2B1E-C6D9-89E26E4561F1}"/>
                </a:ext>
              </a:extLst>
            </p:cNvPr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38;p1">
              <a:extLst>
                <a:ext uri="{FF2B5EF4-FFF2-40B4-BE49-F238E27FC236}">
                  <a16:creationId xmlns:a16="http://schemas.microsoft.com/office/drawing/2014/main" id="{AFCBA0B7-3C83-536B-C411-06E3861C5209}"/>
                </a:ext>
              </a:extLst>
            </p:cNvPr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6" name="Picture 45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213DC55A-B0B1-823C-5366-8A0F1681F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597" y="6403397"/>
            <a:ext cx="453720" cy="4601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70B54-18F0-D7FF-3FAA-A0E7D4EA8D36}"/>
              </a:ext>
            </a:extLst>
          </p:cNvPr>
          <p:cNvSpPr txBox="1">
            <a:spLocks/>
          </p:cNvSpPr>
          <p:nvPr/>
        </p:nvSpPr>
        <p:spPr>
          <a:xfrm>
            <a:off x="88927" y="-61400"/>
            <a:ext cx="7861985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3E8853">
                    <a:lumMod val="50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How Gen AI is changing the Business Ecosystem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51ED8D-5F04-1B5F-2E98-BAFD83B09084}"/>
              </a:ext>
            </a:extLst>
          </p:cNvPr>
          <p:cNvGrpSpPr/>
          <p:nvPr/>
        </p:nvGrpSpPr>
        <p:grpSpPr>
          <a:xfrm>
            <a:off x="57543" y="-1419055"/>
            <a:ext cx="11934769" cy="7878326"/>
            <a:chOff x="57543" y="-1321519"/>
            <a:chExt cx="11934769" cy="7878326"/>
          </a:xfrm>
        </p:grpSpPr>
        <p:sp>
          <p:nvSpPr>
            <p:cNvPr id="6" name="Arc 5">
              <a:extLst>
                <a:ext uri="{FF2B5EF4-FFF2-40B4-BE49-F238E27FC236}">
                  <a16:creationId xmlns:a16="http://schemas.microsoft.com/office/drawing/2014/main" id="{96E005AD-B464-E905-5475-B9963515E7C4}"/>
                </a:ext>
              </a:extLst>
            </p:cNvPr>
            <p:cNvSpPr/>
            <p:nvPr/>
          </p:nvSpPr>
          <p:spPr>
            <a:xfrm flipV="1">
              <a:off x="2738918" y="-1321519"/>
              <a:ext cx="6713356" cy="6445152"/>
            </a:xfrm>
            <a:prstGeom prst="arc">
              <a:avLst>
                <a:gd name="adj1" fmla="val 10793170"/>
                <a:gd name="adj2" fmla="val 21586654"/>
              </a:avLst>
            </a:prstGeom>
            <a:ln>
              <a:solidFill>
                <a:srgbClr val="00206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1A5CC64-FA5A-A6F0-3A63-05AEE1E619F3}"/>
                </a:ext>
              </a:extLst>
            </p:cNvPr>
            <p:cNvGrpSpPr/>
            <p:nvPr/>
          </p:nvGrpSpPr>
          <p:grpSpPr>
            <a:xfrm>
              <a:off x="3489512" y="3774004"/>
              <a:ext cx="924560" cy="934720"/>
              <a:chOff x="1821180" y="1531620"/>
              <a:chExt cx="899160" cy="876300"/>
            </a:xfrm>
            <a:solidFill>
              <a:schemeClr val="bg1"/>
            </a:solidFill>
          </p:grpSpPr>
          <p:sp>
            <p:nvSpPr>
              <p:cNvPr id="69" name="Teardrop 68">
                <a:extLst>
                  <a:ext uri="{FF2B5EF4-FFF2-40B4-BE49-F238E27FC236}">
                    <a16:creationId xmlns:a16="http://schemas.microsoft.com/office/drawing/2014/main" id="{EC615CC5-E18F-DBAB-1688-F4D74274747F}"/>
                  </a:ext>
                </a:extLst>
              </p:cNvPr>
              <p:cNvSpPr/>
              <p:nvPr/>
            </p:nvSpPr>
            <p:spPr>
              <a:xfrm flipH="1" flipV="1">
                <a:off x="1821180" y="1531620"/>
                <a:ext cx="899160" cy="876300"/>
              </a:xfrm>
              <a:prstGeom prst="teardrop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pic>
            <p:nvPicPr>
              <p:cNvPr id="70" name="Picture 2" descr="Digital Transformation - Free technology icons">
                <a:extLst>
                  <a:ext uri="{FF2B5EF4-FFF2-40B4-BE49-F238E27FC236}">
                    <a16:creationId xmlns:a16="http://schemas.microsoft.com/office/drawing/2014/main" id="{F794EE4A-F82C-A93C-D5D8-A8BF81C7BD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V="1">
                <a:off x="1957124" y="1700526"/>
                <a:ext cx="576451" cy="576451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DF26F14-5BE2-5133-1A1E-1944F82C2849}"/>
                </a:ext>
              </a:extLst>
            </p:cNvPr>
            <p:cNvSpPr txBox="1"/>
            <p:nvPr/>
          </p:nvSpPr>
          <p:spPr>
            <a:xfrm>
              <a:off x="353694" y="2180832"/>
              <a:ext cx="1507144" cy="2974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Market Potential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98F48E1-2727-5B39-CAF1-4175E63802E8}"/>
                </a:ext>
              </a:extLst>
            </p:cNvPr>
            <p:cNvSpPr txBox="1"/>
            <p:nvPr/>
          </p:nvSpPr>
          <p:spPr>
            <a:xfrm>
              <a:off x="155064" y="2505549"/>
              <a:ext cx="20320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Generative AI market size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was valued at 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USD 43.87 billion in 2023 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and is projected to grow from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USD 67.18 billion in 2024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to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USD 967.65 billion by 2032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9D82BC6-591D-FC85-DF79-C67AA944F9EB}"/>
                </a:ext>
              </a:extLst>
            </p:cNvPr>
            <p:cNvGrpSpPr/>
            <p:nvPr/>
          </p:nvGrpSpPr>
          <p:grpSpPr>
            <a:xfrm>
              <a:off x="2349457" y="2038189"/>
              <a:ext cx="924560" cy="934720"/>
              <a:chOff x="3218229" y="2725072"/>
              <a:chExt cx="693420" cy="701040"/>
            </a:xfrm>
            <a:solidFill>
              <a:schemeClr val="bg1"/>
            </a:solidFill>
          </p:grpSpPr>
          <p:sp>
            <p:nvSpPr>
              <p:cNvPr id="67" name="Teardrop 66">
                <a:extLst>
                  <a:ext uri="{FF2B5EF4-FFF2-40B4-BE49-F238E27FC236}">
                    <a16:creationId xmlns:a16="http://schemas.microsoft.com/office/drawing/2014/main" id="{C922A064-1336-981C-DD4C-26B5781E6587}"/>
                  </a:ext>
                </a:extLst>
              </p:cNvPr>
              <p:cNvSpPr/>
              <p:nvPr/>
            </p:nvSpPr>
            <p:spPr>
              <a:xfrm flipH="1" flipV="1">
                <a:off x="3218229" y="2725072"/>
                <a:ext cx="693420" cy="701040"/>
              </a:xfrm>
              <a:prstGeom prst="teardrop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pic>
            <p:nvPicPr>
              <p:cNvPr id="68" name="Picture 4" descr="Income Growth Icons - Free SVG &amp; PNG Income Growth Images - Noun Project">
                <a:extLst>
                  <a:ext uri="{FF2B5EF4-FFF2-40B4-BE49-F238E27FC236}">
                    <a16:creationId xmlns:a16="http://schemas.microsoft.com/office/drawing/2014/main" id="{D67918BB-9C9F-03C8-0A2C-E02B8E3ED2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55787" y="2868854"/>
                <a:ext cx="418303" cy="418303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C6CC92B-3F21-4862-0358-EB453BC1649C}"/>
                </a:ext>
              </a:extLst>
            </p:cNvPr>
            <p:cNvSpPr txBox="1"/>
            <p:nvPr/>
          </p:nvSpPr>
          <p:spPr>
            <a:xfrm>
              <a:off x="1779296" y="4548675"/>
              <a:ext cx="1507144" cy="2974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Industry Growth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BFCFBAD-C2A8-A0BC-CC4D-4FAB1C1491DC}"/>
                </a:ext>
              </a:extLst>
            </p:cNvPr>
            <p:cNvSpPr txBox="1"/>
            <p:nvPr/>
          </p:nvSpPr>
          <p:spPr>
            <a:xfrm>
              <a:off x="1528188" y="4816750"/>
              <a:ext cx="2032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Generative AI industry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 could grow at a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CAGR of 40% over the next 10 years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51" name="Teardrop 50">
              <a:extLst>
                <a:ext uri="{FF2B5EF4-FFF2-40B4-BE49-F238E27FC236}">
                  <a16:creationId xmlns:a16="http://schemas.microsoft.com/office/drawing/2014/main" id="{1B1590ED-D296-FAF9-BFB2-66919BA13045}"/>
                </a:ext>
              </a:extLst>
            </p:cNvPr>
            <p:cNvSpPr/>
            <p:nvPr/>
          </p:nvSpPr>
          <p:spPr>
            <a:xfrm flipV="1">
              <a:off x="8989993" y="2032557"/>
              <a:ext cx="924560" cy="934720"/>
            </a:xfrm>
            <a:prstGeom prst="teardrop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88D7ABE-95E7-683B-6BFC-3067CFA4D7B3}"/>
                </a:ext>
              </a:extLst>
            </p:cNvPr>
            <p:cNvSpPr txBox="1"/>
            <p:nvPr/>
          </p:nvSpPr>
          <p:spPr>
            <a:xfrm flipH="1">
              <a:off x="10173110" y="2179235"/>
              <a:ext cx="1600118" cy="2974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Economic Impact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677583B-1DE6-EAC6-7CA1-3D38B1657734}"/>
                </a:ext>
              </a:extLst>
            </p:cNvPr>
            <p:cNvSpPr txBox="1"/>
            <p:nvPr/>
          </p:nvSpPr>
          <p:spPr>
            <a:xfrm flipH="1">
              <a:off x="9960312" y="2509127"/>
              <a:ext cx="20320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Generative AI could raise global GDP by 7%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(or almost $7 trillion) and lift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productivity growth by 1.5 percentage points over 10 years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54" name="Teardrop 53">
              <a:extLst>
                <a:ext uri="{FF2B5EF4-FFF2-40B4-BE49-F238E27FC236}">
                  <a16:creationId xmlns:a16="http://schemas.microsoft.com/office/drawing/2014/main" id="{4DE8002C-A361-64D4-28D9-043CCC0022B1}"/>
                </a:ext>
              </a:extLst>
            </p:cNvPr>
            <p:cNvSpPr/>
            <p:nvPr/>
          </p:nvSpPr>
          <p:spPr>
            <a:xfrm flipV="1">
              <a:off x="7945644" y="3765192"/>
              <a:ext cx="924560" cy="934720"/>
            </a:xfrm>
            <a:prstGeom prst="teardrop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B0FE662-87D4-AF93-2CCC-2FAC6E70AD1F}"/>
                </a:ext>
              </a:extLst>
            </p:cNvPr>
            <p:cNvSpPr txBox="1"/>
            <p:nvPr/>
          </p:nvSpPr>
          <p:spPr>
            <a:xfrm flipH="1">
              <a:off x="9103798" y="4551185"/>
              <a:ext cx="1665841" cy="2974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Investments Made</a:t>
              </a:r>
            </a:p>
          </p:txBody>
        </p:sp>
        <p:pic>
          <p:nvPicPr>
            <p:cNvPr id="56" name="Picture 6" descr="Economic Impact Images – Browse 24,306 Stock Photos, Vectors, and Video |  Adobe Stock">
              <a:extLst>
                <a:ext uri="{FF2B5EF4-FFF2-40B4-BE49-F238E27FC236}">
                  <a16:creationId xmlns:a16="http://schemas.microsoft.com/office/drawing/2014/main" id="{CE8A6CE1-BE74-7664-C841-EF499D41E7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52234" y="2229408"/>
              <a:ext cx="607409" cy="607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Teardrop 56">
              <a:extLst>
                <a:ext uri="{FF2B5EF4-FFF2-40B4-BE49-F238E27FC236}">
                  <a16:creationId xmlns:a16="http://schemas.microsoft.com/office/drawing/2014/main" id="{8170BE4E-E6AF-1BEB-D2CB-F4B31F3B5F4B}"/>
                </a:ext>
              </a:extLst>
            </p:cNvPr>
            <p:cNvSpPr/>
            <p:nvPr/>
          </p:nvSpPr>
          <p:spPr>
            <a:xfrm rot="18908532" flipH="1" flipV="1">
              <a:off x="5697919" y="4656283"/>
              <a:ext cx="924560" cy="934720"/>
            </a:xfrm>
            <a:prstGeom prst="teardrop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73E34C8-35F4-D152-FEFD-C6652EFD425D}"/>
                </a:ext>
              </a:extLst>
            </p:cNvPr>
            <p:cNvSpPr txBox="1"/>
            <p:nvPr/>
          </p:nvSpPr>
          <p:spPr>
            <a:xfrm>
              <a:off x="497841" y="689829"/>
              <a:ext cx="11330620" cy="584775"/>
            </a:xfrm>
            <a:prstGeom prst="rect">
              <a:avLst/>
            </a:prstGeom>
            <a:noFill/>
            <a:ln w="1905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Generative AI is rapidly emerging as a transformative force, poised to unlock vast economic value and propel productivity to new frontiers across industries and business functions.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F58B35E-8CA9-F52B-28FC-AE1EF2747E01}"/>
                </a:ext>
              </a:extLst>
            </p:cNvPr>
            <p:cNvSpPr txBox="1"/>
            <p:nvPr/>
          </p:nvSpPr>
          <p:spPr>
            <a:xfrm>
              <a:off x="5635267" y="5812675"/>
              <a:ext cx="992579" cy="2974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Efficiency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F9E2292-44EB-B329-EA62-8225EFAAA39D}"/>
                </a:ext>
              </a:extLst>
            </p:cNvPr>
            <p:cNvSpPr txBox="1"/>
            <p:nvPr/>
          </p:nvSpPr>
          <p:spPr>
            <a:xfrm>
              <a:off x="4490335" y="6095142"/>
              <a:ext cx="33607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Majority of organizations focus on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improving efficiency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 and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cost reduction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 with Gen AI</a:t>
              </a:r>
            </a:p>
          </p:txBody>
        </p:sp>
        <p:pic>
          <p:nvPicPr>
            <p:cNvPr id="61" name="Picture 10" descr="Efficiency - Free time and date icons">
              <a:extLst>
                <a:ext uri="{FF2B5EF4-FFF2-40B4-BE49-F238E27FC236}">
                  <a16:creationId xmlns:a16="http://schemas.microsoft.com/office/drawing/2014/main" id="{33F6B8E2-22E6-1675-1610-E87C8C4444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6624" y="4750726"/>
              <a:ext cx="748193" cy="7481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12" descr="Machine Learning Icon #361051 - Free Icons Library">
              <a:extLst>
                <a:ext uri="{FF2B5EF4-FFF2-40B4-BE49-F238E27FC236}">
                  <a16:creationId xmlns:a16="http://schemas.microsoft.com/office/drawing/2014/main" id="{3C5CE329-63FD-E657-4B9E-183A8F37BF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7161" y="2004045"/>
              <a:ext cx="2215167" cy="22373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423B3FB-B9F6-1E89-745C-14C9CB14F5D0}"/>
                </a:ext>
              </a:extLst>
            </p:cNvPr>
            <p:cNvSpPr txBox="1"/>
            <p:nvPr/>
          </p:nvSpPr>
          <p:spPr>
            <a:xfrm>
              <a:off x="5358962" y="1346816"/>
              <a:ext cx="11639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Gen AI</a:t>
              </a:r>
            </a:p>
          </p:txBody>
        </p:sp>
        <p:pic>
          <p:nvPicPr>
            <p:cNvPr id="64" name="Graphic 63" descr="Bar graph with upward trend outline">
              <a:extLst>
                <a:ext uri="{FF2B5EF4-FFF2-40B4-BE49-F238E27FC236}">
                  <a16:creationId xmlns:a16="http://schemas.microsoft.com/office/drawing/2014/main" id="{84EED60E-A7CC-4A61-B32E-9864B383B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099243" y="3931316"/>
              <a:ext cx="693587" cy="693587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BA462C5-F2AC-62C5-CCA0-027D2FCB57A7}"/>
                </a:ext>
              </a:extLst>
            </p:cNvPr>
            <p:cNvSpPr txBox="1"/>
            <p:nvPr/>
          </p:nvSpPr>
          <p:spPr>
            <a:xfrm>
              <a:off x="57543" y="6215821"/>
              <a:ext cx="55542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Sources: 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Bloomberg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, 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  <a:hlinkClick r:id="rId11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Goldman Sachs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, 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  <a:hlinkClick r:id="rId1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IBM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, 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Fortune Business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, 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  <a:hlinkClick r:id="rId14"/>
                </a:rPr>
                <a:t>EY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B87E3A6-195B-F9E5-E7E5-C4E87B44B18D}"/>
                </a:ext>
              </a:extLst>
            </p:cNvPr>
            <p:cNvSpPr txBox="1"/>
            <p:nvPr/>
          </p:nvSpPr>
          <p:spPr>
            <a:xfrm flipH="1">
              <a:off x="8952493" y="4800467"/>
              <a:ext cx="20658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VC/PE investment in Gen AI was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$21.3 Billion for 2023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1426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6827C-22F2-338F-F0F8-111F402D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6EB4AF5-CB1C-F8C3-B6D6-3F1584873CCF}"/>
              </a:ext>
            </a:extLst>
          </p:cNvPr>
          <p:cNvGrpSpPr/>
          <p:nvPr/>
        </p:nvGrpSpPr>
        <p:grpSpPr>
          <a:xfrm>
            <a:off x="-10160" y="6350000"/>
            <a:ext cx="12202160" cy="508000"/>
            <a:chOff x="-10160" y="6350000"/>
            <a:chExt cx="12202160" cy="508000"/>
          </a:xfr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</a:gra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0E9591B-C5D4-2964-6D02-0DF8036B574F}"/>
                </a:ext>
              </a:extLst>
            </p:cNvPr>
            <p:cNvGrpSpPr/>
            <p:nvPr/>
          </p:nvGrpSpPr>
          <p:grpSpPr>
            <a:xfrm>
              <a:off x="-10160" y="6350000"/>
              <a:ext cx="12202160" cy="508000"/>
              <a:chOff x="-10160" y="6299200"/>
              <a:chExt cx="12202160" cy="558800"/>
            </a:xfrm>
            <a:grpFill/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0F086765-EB5C-5A0E-3F5E-04E5D02EEE7A}"/>
                  </a:ext>
                </a:extLst>
              </p:cNvPr>
              <p:cNvSpPr/>
              <p:nvPr/>
            </p:nvSpPr>
            <p:spPr>
              <a:xfrm>
                <a:off x="-10160" y="6299200"/>
                <a:ext cx="12202160" cy="558800"/>
              </a:xfrm>
              <a:custGeom>
                <a:avLst/>
                <a:gdLst>
                  <a:gd name="connsiteX0" fmla="*/ 0 w 9144000"/>
                  <a:gd name="connsiteY0" fmla="*/ 857250 h 857250"/>
                  <a:gd name="connsiteX1" fmla="*/ 0 w 9144000"/>
                  <a:gd name="connsiteY1" fmla="*/ 149828 h 857250"/>
                  <a:gd name="connsiteX2" fmla="*/ 7540609 w 9144000"/>
                  <a:gd name="connsiteY2" fmla="*/ 149828 h 857250"/>
                  <a:gd name="connsiteX3" fmla="*/ 8245698 w 9144000"/>
                  <a:gd name="connsiteY3" fmla="*/ 0 h 857250"/>
                  <a:gd name="connsiteX4" fmla="*/ 8933831 w 9144000"/>
                  <a:gd name="connsiteY4" fmla="*/ 149828 h 857250"/>
                  <a:gd name="connsiteX5" fmla="*/ 9144000 w 9144000"/>
                  <a:gd name="connsiteY5" fmla="*/ 149828 h 857250"/>
                  <a:gd name="connsiteX6" fmla="*/ 9144000 w 9144000"/>
                  <a:gd name="connsiteY6" fmla="*/ 857250 h 857250"/>
                  <a:gd name="connsiteX7" fmla="*/ 0 w 9144000"/>
                  <a:gd name="connsiteY7" fmla="*/ 857250 h 85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4000" h="857250">
                    <a:moveTo>
                      <a:pt x="0" y="857250"/>
                    </a:moveTo>
                    <a:lnTo>
                      <a:pt x="0" y="149828"/>
                    </a:lnTo>
                    <a:lnTo>
                      <a:pt x="7540609" y="149828"/>
                    </a:lnTo>
                    <a:lnTo>
                      <a:pt x="8245698" y="0"/>
                    </a:lnTo>
                    <a:lnTo>
                      <a:pt x="8933831" y="149828"/>
                    </a:lnTo>
                    <a:lnTo>
                      <a:pt x="9144000" y="149828"/>
                    </a:lnTo>
                    <a:lnTo>
                      <a:pt x="9144000" y="857250"/>
                    </a:lnTo>
                    <a:lnTo>
                      <a:pt x="0" y="857250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5D99374A-C3B3-F4CE-BA12-6C370D52A3C9}"/>
                  </a:ext>
                </a:extLst>
              </p:cNvPr>
              <p:cNvSpPr/>
              <p:nvPr/>
            </p:nvSpPr>
            <p:spPr>
              <a:xfrm>
                <a:off x="10281920" y="6418580"/>
                <a:ext cx="1350024" cy="339967"/>
              </a:xfrm>
              <a:custGeom>
                <a:avLst/>
                <a:gdLst>
                  <a:gd name="connsiteX0" fmla="*/ 718995 w 1246536"/>
                  <a:gd name="connsiteY0" fmla="*/ 0 h 285083"/>
                  <a:gd name="connsiteX1" fmla="*/ 769239 w 1246536"/>
                  <a:gd name="connsiteY1" fmla="*/ 10668 h 285083"/>
                  <a:gd name="connsiteX2" fmla="*/ 842391 w 1246536"/>
                  <a:gd name="connsiteY2" fmla="*/ 94726 h 285083"/>
                  <a:gd name="connsiteX3" fmla="*/ 769239 w 1246536"/>
                  <a:gd name="connsiteY3" fmla="*/ 147876 h 285083"/>
                  <a:gd name="connsiteX4" fmla="*/ 718995 w 1246536"/>
                  <a:gd name="connsiteY4" fmla="*/ 137208 h 285083"/>
                  <a:gd name="connsiteX5" fmla="*/ 718995 w 1246536"/>
                  <a:gd name="connsiteY5" fmla="*/ 48 h 285083"/>
                  <a:gd name="connsiteX6" fmla="*/ 769239 w 1246536"/>
                  <a:gd name="connsiteY6" fmla="*/ 116729 h 285083"/>
                  <a:gd name="connsiteX7" fmla="*/ 808530 w 1246536"/>
                  <a:gd name="connsiteY7" fmla="*/ 87535 h 285083"/>
                  <a:gd name="connsiteX8" fmla="*/ 769239 w 1246536"/>
                  <a:gd name="connsiteY8" fmla="*/ 41624 h 285083"/>
                  <a:gd name="connsiteX9" fmla="*/ 752856 w 1246536"/>
                  <a:gd name="connsiteY9" fmla="*/ 38148 h 285083"/>
                  <a:gd name="connsiteX10" fmla="*/ 752856 w 1246536"/>
                  <a:gd name="connsiteY10" fmla="*/ 113252 h 285083"/>
                  <a:gd name="connsiteX11" fmla="*/ 769239 w 1246536"/>
                  <a:gd name="connsiteY11" fmla="*/ 116729 h 285083"/>
                  <a:gd name="connsiteX12" fmla="*/ 947024 w 1246536"/>
                  <a:gd name="connsiteY12" fmla="*/ 48482 h 285083"/>
                  <a:gd name="connsiteX13" fmla="*/ 947024 w 1246536"/>
                  <a:gd name="connsiteY13" fmla="*/ 79391 h 285083"/>
                  <a:gd name="connsiteX14" fmla="*/ 917067 w 1246536"/>
                  <a:gd name="connsiteY14" fmla="*/ 73009 h 285083"/>
                  <a:gd name="connsiteX15" fmla="*/ 917067 w 1246536"/>
                  <a:gd name="connsiteY15" fmla="*/ 148114 h 285083"/>
                  <a:gd name="connsiteX16" fmla="*/ 947024 w 1246536"/>
                  <a:gd name="connsiteY16" fmla="*/ 154496 h 285083"/>
                  <a:gd name="connsiteX17" fmla="*/ 947024 w 1246536"/>
                  <a:gd name="connsiteY17" fmla="*/ 185642 h 285083"/>
                  <a:gd name="connsiteX18" fmla="*/ 853393 w 1246536"/>
                  <a:gd name="connsiteY18" fmla="*/ 165735 h 285083"/>
                  <a:gd name="connsiteX19" fmla="*/ 853393 w 1246536"/>
                  <a:gd name="connsiteY19" fmla="*/ 134588 h 285083"/>
                  <a:gd name="connsiteX20" fmla="*/ 883349 w 1246536"/>
                  <a:gd name="connsiteY20" fmla="*/ 140970 h 285083"/>
                  <a:gd name="connsiteX21" fmla="*/ 883349 w 1246536"/>
                  <a:gd name="connsiteY21" fmla="*/ 65865 h 285083"/>
                  <a:gd name="connsiteX22" fmla="*/ 853393 w 1246536"/>
                  <a:gd name="connsiteY22" fmla="*/ 59484 h 285083"/>
                  <a:gd name="connsiteX23" fmla="*/ 853393 w 1246536"/>
                  <a:gd name="connsiteY23" fmla="*/ 28575 h 285083"/>
                  <a:gd name="connsiteX24" fmla="*/ 947024 w 1246536"/>
                  <a:gd name="connsiteY24" fmla="*/ 48482 h 285083"/>
                  <a:gd name="connsiteX25" fmla="*/ 1026319 w 1246536"/>
                  <a:gd name="connsiteY25" fmla="*/ 62627 h 285083"/>
                  <a:gd name="connsiteX26" fmla="*/ 1094994 w 1246536"/>
                  <a:gd name="connsiteY26" fmla="*/ 148447 h 285083"/>
                  <a:gd name="connsiteX27" fmla="*/ 1026319 w 1246536"/>
                  <a:gd name="connsiteY27" fmla="*/ 205264 h 285083"/>
                  <a:gd name="connsiteX28" fmla="*/ 957263 w 1246536"/>
                  <a:gd name="connsiteY28" fmla="*/ 119205 h 285083"/>
                  <a:gd name="connsiteX29" fmla="*/ 1026319 w 1246536"/>
                  <a:gd name="connsiteY29" fmla="*/ 62675 h 285083"/>
                  <a:gd name="connsiteX30" fmla="*/ 1026319 w 1246536"/>
                  <a:gd name="connsiteY30" fmla="*/ 173117 h 285083"/>
                  <a:gd name="connsiteX31" fmla="*/ 1060180 w 1246536"/>
                  <a:gd name="connsiteY31" fmla="*/ 141018 h 285083"/>
                  <a:gd name="connsiteX32" fmla="*/ 1026319 w 1246536"/>
                  <a:gd name="connsiteY32" fmla="*/ 94726 h 285083"/>
                  <a:gd name="connsiteX33" fmla="*/ 992267 w 1246536"/>
                  <a:gd name="connsiteY33" fmla="*/ 126587 h 285083"/>
                  <a:gd name="connsiteX34" fmla="*/ 1026319 w 1246536"/>
                  <a:gd name="connsiteY34" fmla="*/ 173117 h 285083"/>
                  <a:gd name="connsiteX35" fmla="*/ 1111949 w 1246536"/>
                  <a:gd name="connsiteY35" fmla="*/ 83534 h 285083"/>
                  <a:gd name="connsiteX36" fmla="*/ 1175814 w 1246536"/>
                  <a:gd name="connsiteY36" fmla="*/ 97107 h 285083"/>
                  <a:gd name="connsiteX37" fmla="*/ 1212675 w 1246536"/>
                  <a:gd name="connsiteY37" fmla="*/ 230791 h 285083"/>
                  <a:gd name="connsiteX38" fmla="*/ 1212675 w 1246536"/>
                  <a:gd name="connsiteY38" fmla="*/ 104918 h 285083"/>
                  <a:gd name="connsiteX39" fmla="*/ 1246537 w 1246536"/>
                  <a:gd name="connsiteY39" fmla="*/ 112109 h 285083"/>
                  <a:gd name="connsiteX40" fmla="*/ 1246537 w 1246536"/>
                  <a:gd name="connsiteY40" fmla="*/ 249269 h 285083"/>
                  <a:gd name="connsiteX41" fmla="*/ 1182672 w 1246536"/>
                  <a:gd name="connsiteY41" fmla="*/ 235696 h 285083"/>
                  <a:gd name="connsiteX42" fmla="*/ 1145810 w 1246536"/>
                  <a:gd name="connsiteY42" fmla="*/ 102013 h 285083"/>
                  <a:gd name="connsiteX43" fmla="*/ 1145810 w 1246536"/>
                  <a:gd name="connsiteY43" fmla="*/ 227886 h 285083"/>
                  <a:gd name="connsiteX44" fmla="*/ 1111949 w 1246536"/>
                  <a:gd name="connsiteY44" fmla="*/ 220694 h 285083"/>
                  <a:gd name="connsiteX45" fmla="*/ 1111949 w 1246536"/>
                  <a:gd name="connsiteY45" fmla="*/ 83534 h 285083"/>
                  <a:gd name="connsiteX46" fmla="*/ 42101 w 1246536"/>
                  <a:gd name="connsiteY46" fmla="*/ 138970 h 285083"/>
                  <a:gd name="connsiteX47" fmla="*/ 104108 w 1246536"/>
                  <a:gd name="connsiteY47" fmla="*/ 125778 h 285083"/>
                  <a:gd name="connsiteX48" fmla="*/ 145971 w 1246536"/>
                  <a:gd name="connsiteY48" fmla="*/ 254032 h 285083"/>
                  <a:gd name="connsiteX49" fmla="*/ 110061 w 1246536"/>
                  <a:gd name="connsiteY49" fmla="*/ 261652 h 285083"/>
                  <a:gd name="connsiteX50" fmla="*/ 97774 w 1246536"/>
                  <a:gd name="connsiteY50" fmla="*/ 222837 h 285083"/>
                  <a:gd name="connsiteX51" fmla="*/ 47863 w 1246536"/>
                  <a:gd name="connsiteY51" fmla="*/ 233458 h 285083"/>
                  <a:gd name="connsiteX52" fmla="*/ 35576 w 1246536"/>
                  <a:gd name="connsiteY52" fmla="*/ 277511 h 285083"/>
                  <a:gd name="connsiteX53" fmla="*/ 0 w 1246536"/>
                  <a:gd name="connsiteY53" fmla="*/ 285083 h 285083"/>
                  <a:gd name="connsiteX54" fmla="*/ 42053 w 1246536"/>
                  <a:gd name="connsiteY54" fmla="*/ 138970 h 285083"/>
                  <a:gd name="connsiteX55" fmla="*/ 88440 w 1246536"/>
                  <a:gd name="connsiteY55" fmla="*/ 193929 h 285083"/>
                  <a:gd name="connsiteX56" fmla="*/ 72819 w 1246536"/>
                  <a:gd name="connsiteY56" fmla="*/ 144923 h 285083"/>
                  <a:gd name="connsiteX57" fmla="*/ 57198 w 1246536"/>
                  <a:gd name="connsiteY57" fmla="*/ 200597 h 285083"/>
                  <a:gd name="connsiteX58" fmla="*/ 88488 w 1246536"/>
                  <a:gd name="connsiteY58" fmla="*/ 193929 h 285083"/>
                  <a:gd name="connsiteX59" fmla="*/ 214646 w 1246536"/>
                  <a:gd name="connsiteY59" fmla="*/ 242173 h 285083"/>
                  <a:gd name="connsiteX60" fmla="*/ 148733 w 1246536"/>
                  <a:gd name="connsiteY60" fmla="*/ 199930 h 285083"/>
                  <a:gd name="connsiteX61" fmla="*/ 183738 w 1246536"/>
                  <a:gd name="connsiteY61" fmla="*/ 192500 h 285083"/>
                  <a:gd name="connsiteX62" fmla="*/ 215408 w 1246536"/>
                  <a:gd name="connsiteY62" fmla="*/ 212408 h 285083"/>
                  <a:gd name="connsiteX63" fmla="*/ 239030 w 1246536"/>
                  <a:gd name="connsiteY63" fmla="*/ 195310 h 285083"/>
                  <a:gd name="connsiteX64" fmla="*/ 227886 w 1246536"/>
                  <a:gd name="connsiteY64" fmla="*/ 187166 h 285083"/>
                  <a:gd name="connsiteX65" fmla="*/ 183975 w 1246536"/>
                  <a:gd name="connsiteY65" fmla="*/ 184452 h 285083"/>
                  <a:gd name="connsiteX66" fmla="*/ 154210 w 1246536"/>
                  <a:gd name="connsiteY66" fmla="*/ 153210 h 285083"/>
                  <a:gd name="connsiteX67" fmla="*/ 207645 w 1246536"/>
                  <a:gd name="connsiteY67" fmla="*/ 101013 h 285083"/>
                  <a:gd name="connsiteX68" fmla="*/ 268891 w 1246536"/>
                  <a:gd name="connsiteY68" fmla="*/ 138017 h 285083"/>
                  <a:gd name="connsiteX69" fmla="*/ 234077 w 1246536"/>
                  <a:gd name="connsiteY69" fmla="*/ 145399 h 285083"/>
                  <a:gd name="connsiteX70" fmla="*/ 208217 w 1246536"/>
                  <a:gd name="connsiteY70" fmla="*/ 129873 h 285083"/>
                  <a:gd name="connsiteX71" fmla="*/ 189215 w 1246536"/>
                  <a:gd name="connsiteY71" fmla="*/ 145018 h 285083"/>
                  <a:gd name="connsiteX72" fmla="*/ 199454 w 1246536"/>
                  <a:gd name="connsiteY72" fmla="*/ 152352 h 285083"/>
                  <a:gd name="connsiteX73" fmla="*/ 242078 w 1246536"/>
                  <a:gd name="connsiteY73" fmla="*/ 154400 h 285083"/>
                  <a:gd name="connsiteX74" fmla="*/ 273891 w 1246536"/>
                  <a:gd name="connsiteY74" fmla="*/ 186357 h 285083"/>
                  <a:gd name="connsiteX75" fmla="*/ 214694 w 1246536"/>
                  <a:gd name="connsiteY75" fmla="*/ 242125 h 285083"/>
                  <a:gd name="connsiteX76" fmla="*/ 283702 w 1246536"/>
                  <a:gd name="connsiteY76" fmla="*/ 156115 h 285083"/>
                  <a:gd name="connsiteX77" fmla="*/ 353330 w 1246536"/>
                  <a:gd name="connsiteY77" fmla="*/ 70104 h 285083"/>
                  <a:gd name="connsiteX78" fmla="*/ 419767 w 1246536"/>
                  <a:gd name="connsiteY78" fmla="*/ 111633 h 285083"/>
                  <a:gd name="connsiteX79" fmla="*/ 384953 w 1246536"/>
                  <a:gd name="connsiteY79" fmla="*/ 119015 h 285083"/>
                  <a:gd name="connsiteX80" fmla="*/ 353473 w 1246536"/>
                  <a:gd name="connsiteY80" fmla="*/ 102156 h 285083"/>
                  <a:gd name="connsiteX81" fmla="*/ 318659 w 1246536"/>
                  <a:gd name="connsiteY81" fmla="*/ 148638 h 285083"/>
                  <a:gd name="connsiteX82" fmla="*/ 353473 w 1246536"/>
                  <a:gd name="connsiteY82" fmla="*/ 180546 h 285083"/>
                  <a:gd name="connsiteX83" fmla="*/ 384953 w 1246536"/>
                  <a:gd name="connsiteY83" fmla="*/ 150114 h 285083"/>
                  <a:gd name="connsiteX84" fmla="*/ 419767 w 1246536"/>
                  <a:gd name="connsiteY84" fmla="*/ 142732 h 285083"/>
                  <a:gd name="connsiteX85" fmla="*/ 353330 w 1246536"/>
                  <a:gd name="connsiteY85" fmla="*/ 212693 h 285083"/>
                  <a:gd name="connsiteX86" fmla="*/ 283702 w 1246536"/>
                  <a:gd name="connsiteY86" fmla="*/ 156115 h 285083"/>
                  <a:gd name="connsiteX87" fmla="*/ 436340 w 1246536"/>
                  <a:gd name="connsiteY87" fmla="*/ 55150 h 285083"/>
                  <a:gd name="connsiteX88" fmla="*/ 540782 w 1246536"/>
                  <a:gd name="connsiteY88" fmla="*/ 32956 h 285083"/>
                  <a:gd name="connsiteX89" fmla="*/ 540782 w 1246536"/>
                  <a:gd name="connsiteY89" fmla="*/ 63865 h 285083"/>
                  <a:gd name="connsiteX90" fmla="*/ 470440 w 1246536"/>
                  <a:gd name="connsiteY90" fmla="*/ 78819 h 285083"/>
                  <a:gd name="connsiteX91" fmla="*/ 470440 w 1246536"/>
                  <a:gd name="connsiteY91" fmla="*/ 101775 h 285083"/>
                  <a:gd name="connsiteX92" fmla="*/ 531495 w 1246536"/>
                  <a:gd name="connsiteY92" fmla="*/ 88821 h 285083"/>
                  <a:gd name="connsiteX93" fmla="*/ 531495 w 1246536"/>
                  <a:gd name="connsiteY93" fmla="*/ 118015 h 285083"/>
                  <a:gd name="connsiteX94" fmla="*/ 470440 w 1246536"/>
                  <a:gd name="connsiteY94" fmla="*/ 131016 h 285083"/>
                  <a:gd name="connsiteX95" fmla="*/ 470440 w 1246536"/>
                  <a:gd name="connsiteY95" fmla="*/ 154162 h 285083"/>
                  <a:gd name="connsiteX96" fmla="*/ 540782 w 1246536"/>
                  <a:gd name="connsiteY96" fmla="*/ 139208 h 285083"/>
                  <a:gd name="connsiteX97" fmla="*/ 540782 w 1246536"/>
                  <a:gd name="connsiteY97" fmla="*/ 170117 h 285083"/>
                  <a:gd name="connsiteX98" fmla="*/ 436340 w 1246536"/>
                  <a:gd name="connsiteY98" fmla="*/ 192310 h 285083"/>
                  <a:gd name="connsiteX99" fmla="*/ 436340 w 1246536"/>
                  <a:gd name="connsiteY99" fmla="*/ 55150 h 285083"/>
                  <a:gd name="connsiteX100" fmla="*/ 561308 w 1246536"/>
                  <a:gd name="connsiteY100" fmla="*/ 28623 h 285083"/>
                  <a:gd name="connsiteX101" fmla="*/ 625173 w 1246536"/>
                  <a:gd name="connsiteY101" fmla="*/ 15049 h 285083"/>
                  <a:gd name="connsiteX102" fmla="*/ 662035 w 1246536"/>
                  <a:gd name="connsiteY102" fmla="*/ 133112 h 285083"/>
                  <a:gd name="connsiteX103" fmla="*/ 662035 w 1246536"/>
                  <a:gd name="connsiteY103" fmla="*/ 7239 h 285083"/>
                  <a:gd name="connsiteX104" fmla="*/ 695897 w 1246536"/>
                  <a:gd name="connsiteY104" fmla="*/ 48 h 285083"/>
                  <a:gd name="connsiteX105" fmla="*/ 695897 w 1246536"/>
                  <a:gd name="connsiteY105" fmla="*/ 137208 h 285083"/>
                  <a:gd name="connsiteX106" fmla="*/ 632032 w 1246536"/>
                  <a:gd name="connsiteY106" fmla="*/ 150781 h 285083"/>
                  <a:gd name="connsiteX107" fmla="*/ 595170 w 1246536"/>
                  <a:gd name="connsiteY107" fmla="*/ 32718 h 285083"/>
                  <a:gd name="connsiteX108" fmla="*/ 595170 w 1246536"/>
                  <a:gd name="connsiteY108" fmla="*/ 158591 h 285083"/>
                  <a:gd name="connsiteX109" fmla="*/ 561308 w 1246536"/>
                  <a:gd name="connsiteY109" fmla="*/ 165783 h 285083"/>
                  <a:gd name="connsiteX110" fmla="*/ 561308 w 1246536"/>
                  <a:gd name="connsiteY110" fmla="*/ 28623 h 28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</a:cxnLst>
                <a:rect l="l" t="t" r="r" b="b"/>
                <a:pathLst>
                  <a:path w="1246536" h="285083">
                    <a:moveTo>
                      <a:pt x="718995" y="0"/>
                    </a:moveTo>
                    <a:lnTo>
                      <a:pt x="769239" y="10668"/>
                    </a:lnTo>
                    <a:cubicBezTo>
                      <a:pt x="805149" y="18288"/>
                      <a:pt x="842391" y="35766"/>
                      <a:pt x="842391" y="94726"/>
                    </a:cubicBezTo>
                    <a:cubicBezTo>
                      <a:pt x="842391" y="153876"/>
                      <a:pt x="805149" y="155496"/>
                      <a:pt x="769239" y="147876"/>
                    </a:cubicBezTo>
                    <a:lnTo>
                      <a:pt x="718995" y="137208"/>
                    </a:lnTo>
                    <a:lnTo>
                      <a:pt x="718995" y="48"/>
                    </a:lnTo>
                    <a:close/>
                    <a:moveTo>
                      <a:pt x="769239" y="116729"/>
                    </a:moveTo>
                    <a:cubicBezTo>
                      <a:pt x="791766" y="121539"/>
                      <a:pt x="808530" y="124301"/>
                      <a:pt x="808530" y="87535"/>
                    </a:cubicBezTo>
                    <a:cubicBezTo>
                      <a:pt x="808530" y="50768"/>
                      <a:pt x="791623" y="46387"/>
                      <a:pt x="769239" y="41624"/>
                    </a:cubicBezTo>
                    <a:lnTo>
                      <a:pt x="752856" y="38148"/>
                    </a:lnTo>
                    <a:lnTo>
                      <a:pt x="752856" y="113252"/>
                    </a:lnTo>
                    <a:cubicBezTo>
                      <a:pt x="752856" y="113252"/>
                      <a:pt x="769239" y="116729"/>
                      <a:pt x="769239" y="116729"/>
                    </a:cubicBezTo>
                    <a:close/>
                    <a:moveTo>
                      <a:pt x="947024" y="48482"/>
                    </a:moveTo>
                    <a:lnTo>
                      <a:pt x="947024" y="79391"/>
                    </a:lnTo>
                    <a:cubicBezTo>
                      <a:pt x="947024" y="79391"/>
                      <a:pt x="917067" y="73009"/>
                      <a:pt x="917067" y="73009"/>
                    </a:cubicBezTo>
                    <a:lnTo>
                      <a:pt x="917067" y="148114"/>
                    </a:lnTo>
                    <a:cubicBezTo>
                      <a:pt x="917067" y="148114"/>
                      <a:pt x="947024" y="154496"/>
                      <a:pt x="947024" y="154496"/>
                    </a:cubicBezTo>
                    <a:lnTo>
                      <a:pt x="947024" y="185642"/>
                    </a:lnTo>
                    <a:cubicBezTo>
                      <a:pt x="947024" y="185642"/>
                      <a:pt x="853393" y="165735"/>
                      <a:pt x="853393" y="165735"/>
                    </a:cubicBezTo>
                    <a:lnTo>
                      <a:pt x="853393" y="134588"/>
                    </a:lnTo>
                    <a:cubicBezTo>
                      <a:pt x="853393" y="134588"/>
                      <a:pt x="883349" y="140970"/>
                      <a:pt x="883349" y="140970"/>
                    </a:cubicBezTo>
                    <a:lnTo>
                      <a:pt x="883349" y="65865"/>
                    </a:lnTo>
                    <a:cubicBezTo>
                      <a:pt x="883349" y="65865"/>
                      <a:pt x="853393" y="59484"/>
                      <a:pt x="853393" y="59484"/>
                    </a:cubicBezTo>
                    <a:lnTo>
                      <a:pt x="853393" y="28575"/>
                    </a:lnTo>
                    <a:cubicBezTo>
                      <a:pt x="853393" y="28575"/>
                      <a:pt x="947024" y="48482"/>
                      <a:pt x="947024" y="48482"/>
                    </a:cubicBezTo>
                    <a:close/>
                    <a:moveTo>
                      <a:pt x="1026319" y="62627"/>
                    </a:moveTo>
                    <a:cubicBezTo>
                      <a:pt x="1068944" y="71676"/>
                      <a:pt x="1094994" y="107966"/>
                      <a:pt x="1094994" y="148447"/>
                    </a:cubicBezTo>
                    <a:cubicBezTo>
                      <a:pt x="1094994" y="189119"/>
                      <a:pt x="1068944" y="214313"/>
                      <a:pt x="1026319" y="205264"/>
                    </a:cubicBezTo>
                    <a:cubicBezTo>
                      <a:pt x="983504" y="196167"/>
                      <a:pt x="957263" y="159829"/>
                      <a:pt x="957263" y="119205"/>
                    </a:cubicBezTo>
                    <a:cubicBezTo>
                      <a:pt x="957263" y="78724"/>
                      <a:pt x="983504" y="53578"/>
                      <a:pt x="1026319" y="62675"/>
                    </a:cubicBezTo>
                    <a:moveTo>
                      <a:pt x="1026319" y="173117"/>
                    </a:moveTo>
                    <a:cubicBezTo>
                      <a:pt x="1049036" y="177927"/>
                      <a:pt x="1060180" y="165926"/>
                      <a:pt x="1060180" y="141018"/>
                    </a:cubicBezTo>
                    <a:cubicBezTo>
                      <a:pt x="1060180" y="116110"/>
                      <a:pt x="1048846" y="99489"/>
                      <a:pt x="1026319" y="94726"/>
                    </a:cubicBezTo>
                    <a:cubicBezTo>
                      <a:pt x="1003602" y="89916"/>
                      <a:pt x="992267" y="101870"/>
                      <a:pt x="992267" y="126587"/>
                    </a:cubicBezTo>
                    <a:cubicBezTo>
                      <a:pt x="992267" y="151495"/>
                      <a:pt x="1003649" y="168307"/>
                      <a:pt x="1026319" y="173117"/>
                    </a:cubicBezTo>
                    <a:moveTo>
                      <a:pt x="1111949" y="83534"/>
                    </a:moveTo>
                    <a:lnTo>
                      <a:pt x="1175814" y="97107"/>
                    </a:lnTo>
                    <a:lnTo>
                      <a:pt x="1212675" y="230791"/>
                    </a:lnTo>
                    <a:lnTo>
                      <a:pt x="1212675" y="104918"/>
                    </a:lnTo>
                    <a:cubicBezTo>
                      <a:pt x="1212675" y="104918"/>
                      <a:pt x="1246537" y="112109"/>
                      <a:pt x="1246537" y="112109"/>
                    </a:cubicBezTo>
                    <a:lnTo>
                      <a:pt x="1246537" y="249269"/>
                    </a:lnTo>
                    <a:cubicBezTo>
                      <a:pt x="1246537" y="249269"/>
                      <a:pt x="1182672" y="235696"/>
                      <a:pt x="1182672" y="235696"/>
                    </a:cubicBezTo>
                    <a:lnTo>
                      <a:pt x="1145810" y="102013"/>
                    </a:lnTo>
                    <a:lnTo>
                      <a:pt x="1145810" y="227886"/>
                    </a:lnTo>
                    <a:cubicBezTo>
                      <a:pt x="1145810" y="227886"/>
                      <a:pt x="1111949" y="220694"/>
                      <a:pt x="1111949" y="220694"/>
                    </a:cubicBezTo>
                    <a:lnTo>
                      <a:pt x="1111949" y="83534"/>
                    </a:lnTo>
                    <a:close/>
                    <a:moveTo>
                      <a:pt x="42101" y="138970"/>
                    </a:moveTo>
                    <a:lnTo>
                      <a:pt x="104108" y="125778"/>
                    </a:lnTo>
                    <a:lnTo>
                      <a:pt x="145971" y="254032"/>
                    </a:lnTo>
                    <a:lnTo>
                      <a:pt x="110061" y="261652"/>
                    </a:lnTo>
                    <a:lnTo>
                      <a:pt x="97774" y="222837"/>
                    </a:lnTo>
                    <a:lnTo>
                      <a:pt x="47863" y="233458"/>
                    </a:lnTo>
                    <a:lnTo>
                      <a:pt x="35576" y="277511"/>
                    </a:lnTo>
                    <a:lnTo>
                      <a:pt x="0" y="285083"/>
                    </a:lnTo>
                    <a:lnTo>
                      <a:pt x="42053" y="138970"/>
                    </a:lnTo>
                    <a:close/>
                    <a:moveTo>
                      <a:pt x="88440" y="193929"/>
                    </a:moveTo>
                    <a:lnTo>
                      <a:pt x="72819" y="144923"/>
                    </a:lnTo>
                    <a:lnTo>
                      <a:pt x="57198" y="200597"/>
                    </a:lnTo>
                    <a:lnTo>
                      <a:pt x="88488" y="193929"/>
                    </a:lnTo>
                    <a:close/>
                    <a:moveTo>
                      <a:pt x="214646" y="242173"/>
                    </a:moveTo>
                    <a:cubicBezTo>
                      <a:pt x="168307" y="252031"/>
                      <a:pt x="148733" y="235553"/>
                      <a:pt x="148733" y="199930"/>
                    </a:cubicBezTo>
                    <a:lnTo>
                      <a:pt x="183738" y="192500"/>
                    </a:lnTo>
                    <a:cubicBezTo>
                      <a:pt x="183738" y="211979"/>
                      <a:pt x="190977" y="217599"/>
                      <a:pt x="215408" y="212408"/>
                    </a:cubicBezTo>
                    <a:cubicBezTo>
                      <a:pt x="231982" y="208883"/>
                      <a:pt x="239030" y="203883"/>
                      <a:pt x="239030" y="195310"/>
                    </a:cubicBezTo>
                    <a:cubicBezTo>
                      <a:pt x="239030" y="190452"/>
                      <a:pt x="235315" y="187547"/>
                      <a:pt x="227886" y="187166"/>
                    </a:cubicBezTo>
                    <a:lnTo>
                      <a:pt x="183975" y="184452"/>
                    </a:lnTo>
                    <a:cubicBezTo>
                      <a:pt x="161258" y="182880"/>
                      <a:pt x="154210" y="170545"/>
                      <a:pt x="154210" y="153210"/>
                    </a:cubicBezTo>
                    <a:cubicBezTo>
                      <a:pt x="154210" y="126540"/>
                      <a:pt x="173212" y="108299"/>
                      <a:pt x="207645" y="101013"/>
                    </a:cubicBezTo>
                    <a:cubicBezTo>
                      <a:pt x="248603" y="92297"/>
                      <a:pt x="268891" y="108252"/>
                      <a:pt x="268891" y="138017"/>
                    </a:cubicBezTo>
                    <a:lnTo>
                      <a:pt x="234077" y="145399"/>
                    </a:lnTo>
                    <a:cubicBezTo>
                      <a:pt x="234077" y="130635"/>
                      <a:pt x="226076" y="126111"/>
                      <a:pt x="208217" y="129873"/>
                    </a:cubicBezTo>
                    <a:cubicBezTo>
                      <a:pt x="195739" y="132540"/>
                      <a:pt x="189215" y="137208"/>
                      <a:pt x="189215" y="145018"/>
                    </a:cubicBezTo>
                    <a:cubicBezTo>
                      <a:pt x="189215" y="148923"/>
                      <a:pt x="191262" y="151781"/>
                      <a:pt x="199454" y="152352"/>
                    </a:cubicBezTo>
                    <a:lnTo>
                      <a:pt x="242078" y="154400"/>
                    </a:lnTo>
                    <a:cubicBezTo>
                      <a:pt x="263843" y="155400"/>
                      <a:pt x="273891" y="166306"/>
                      <a:pt x="273891" y="186357"/>
                    </a:cubicBezTo>
                    <a:cubicBezTo>
                      <a:pt x="273891" y="212408"/>
                      <a:pt x="256747" y="233172"/>
                      <a:pt x="214694" y="242125"/>
                    </a:cubicBezTo>
                    <a:moveTo>
                      <a:pt x="283702" y="156115"/>
                    </a:moveTo>
                    <a:cubicBezTo>
                      <a:pt x="283702" y="115633"/>
                      <a:pt x="310325" y="79248"/>
                      <a:pt x="353330" y="70104"/>
                    </a:cubicBezTo>
                    <a:cubicBezTo>
                      <a:pt x="390906" y="62103"/>
                      <a:pt x="415862" y="78010"/>
                      <a:pt x="419767" y="111633"/>
                    </a:cubicBezTo>
                    <a:lnTo>
                      <a:pt x="384953" y="119015"/>
                    </a:lnTo>
                    <a:cubicBezTo>
                      <a:pt x="382143" y="104823"/>
                      <a:pt x="370047" y="98631"/>
                      <a:pt x="353473" y="102156"/>
                    </a:cubicBezTo>
                    <a:cubicBezTo>
                      <a:pt x="333185" y="106490"/>
                      <a:pt x="318659" y="121634"/>
                      <a:pt x="318659" y="148638"/>
                    </a:cubicBezTo>
                    <a:cubicBezTo>
                      <a:pt x="318659" y="175879"/>
                      <a:pt x="333185" y="184833"/>
                      <a:pt x="353473" y="180546"/>
                    </a:cubicBezTo>
                    <a:cubicBezTo>
                      <a:pt x="370047" y="177022"/>
                      <a:pt x="382143" y="165497"/>
                      <a:pt x="384953" y="150114"/>
                    </a:cubicBezTo>
                    <a:lnTo>
                      <a:pt x="419767" y="142732"/>
                    </a:lnTo>
                    <a:cubicBezTo>
                      <a:pt x="415862" y="178213"/>
                      <a:pt x="390906" y="204692"/>
                      <a:pt x="353330" y="212693"/>
                    </a:cubicBezTo>
                    <a:cubicBezTo>
                      <a:pt x="310325" y="221837"/>
                      <a:pt x="283702" y="196739"/>
                      <a:pt x="283702" y="156115"/>
                    </a:cubicBezTo>
                    <a:moveTo>
                      <a:pt x="436340" y="55150"/>
                    </a:moveTo>
                    <a:lnTo>
                      <a:pt x="540782" y="32956"/>
                    </a:lnTo>
                    <a:lnTo>
                      <a:pt x="540782" y="63865"/>
                    </a:lnTo>
                    <a:cubicBezTo>
                      <a:pt x="540782" y="63865"/>
                      <a:pt x="470440" y="78819"/>
                      <a:pt x="470440" y="78819"/>
                    </a:cubicBezTo>
                    <a:lnTo>
                      <a:pt x="470440" y="101775"/>
                    </a:lnTo>
                    <a:cubicBezTo>
                      <a:pt x="470440" y="101775"/>
                      <a:pt x="531495" y="88821"/>
                      <a:pt x="531495" y="88821"/>
                    </a:cubicBezTo>
                    <a:lnTo>
                      <a:pt x="531495" y="118015"/>
                    </a:lnTo>
                    <a:cubicBezTo>
                      <a:pt x="531495" y="118015"/>
                      <a:pt x="470440" y="131016"/>
                      <a:pt x="470440" y="131016"/>
                    </a:cubicBezTo>
                    <a:lnTo>
                      <a:pt x="470440" y="154162"/>
                    </a:lnTo>
                    <a:cubicBezTo>
                      <a:pt x="470440" y="154162"/>
                      <a:pt x="540782" y="139208"/>
                      <a:pt x="540782" y="139208"/>
                    </a:cubicBezTo>
                    <a:lnTo>
                      <a:pt x="540782" y="170117"/>
                    </a:lnTo>
                    <a:cubicBezTo>
                      <a:pt x="540782" y="170117"/>
                      <a:pt x="436340" y="192310"/>
                      <a:pt x="436340" y="192310"/>
                    </a:cubicBezTo>
                    <a:lnTo>
                      <a:pt x="436340" y="55150"/>
                    </a:lnTo>
                    <a:close/>
                    <a:moveTo>
                      <a:pt x="561308" y="28623"/>
                    </a:moveTo>
                    <a:lnTo>
                      <a:pt x="625173" y="15049"/>
                    </a:lnTo>
                    <a:lnTo>
                      <a:pt x="662035" y="133112"/>
                    </a:lnTo>
                    <a:lnTo>
                      <a:pt x="662035" y="7239"/>
                    </a:lnTo>
                    <a:cubicBezTo>
                      <a:pt x="662035" y="7239"/>
                      <a:pt x="695897" y="48"/>
                      <a:pt x="695897" y="48"/>
                    </a:cubicBezTo>
                    <a:lnTo>
                      <a:pt x="695897" y="137208"/>
                    </a:lnTo>
                    <a:cubicBezTo>
                      <a:pt x="695897" y="137208"/>
                      <a:pt x="632032" y="150781"/>
                      <a:pt x="632032" y="150781"/>
                    </a:cubicBezTo>
                    <a:lnTo>
                      <a:pt x="595170" y="32718"/>
                    </a:lnTo>
                    <a:lnTo>
                      <a:pt x="595170" y="158591"/>
                    </a:lnTo>
                    <a:cubicBezTo>
                      <a:pt x="595170" y="158591"/>
                      <a:pt x="561308" y="165783"/>
                      <a:pt x="561308" y="165783"/>
                    </a:cubicBezTo>
                    <a:lnTo>
                      <a:pt x="561308" y="28623"/>
                    </a:lnTo>
                    <a:close/>
                  </a:path>
                </a:pathLst>
              </a:custGeom>
              <a:grpFill/>
              <a:ln w="4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70C34A-82BD-5135-D914-7AB598A5977B}"/>
                </a:ext>
              </a:extLst>
            </p:cNvPr>
            <p:cNvSpPr txBox="1"/>
            <p:nvPr/>
          </p:nvSpPr>
          <p:spPr>
            <a:xfrm>
              <a:off x="30480" y="6523176"/>
              <a:ext cx="3144375" cy="24622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defRPr sz="700">
                  <a:solidFill>
                    <a:schemeClr val="bg1"/>
                  </a:solidFill>
                  <a:effectLst/>
                  <a:latin typeface="Verdana" panose="020B0604030504040204" pitchFamily="34" charset="0"/>
                  <a:ea typeface="Verdana" panose="020B060403050404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Ascendion Confidential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9F36128-1FB4-8342-0D97-4FAFF19A41D9}"/>
              </a:ext>
            </a:extLst>
          </p:cNvPr>
          <p:cNvSpPr/>
          <p:nvPr/>
        </p:nvSpPr>
        <p:spPr>
          <a:xfrm>
            <a:off x="10698956" y="90412"/>
            <a:ext cx="1350024" cy="309061"/>
          </a:xfrm>
          <a:custGeom>
            <a:avLst/>
            <a:gdLst>
              <a:gd name="connsiteX0" fmla="*/ 718995 w 1246536"/>
              <a:gd name="connsiteY0" fmla="*/ 0 h 285083"/>
              <a:gd name="connsiteX1" fmla="*/ 769239 w 1246536"/>
              <a:gd name="connsiteY1" fmla="*/ 10668 h 285083"/>
              <a:gd name="connsiteX2" fmla="*/ 842391 w 1246536"/>
              <a:gd name="connsiteY2" fmla="*/ 94726 h 285083"/>
              <a:gd name="connsiteX3" fmla="*/ 769239 w 1246536"/>
              <a:gd name="connsiteY3" fmla="*/ 147876 h 285083"/>
              <a:gd name="connsiteX4" fmla="*/ 718995 w 1246536"/>
              <a:gd name="connsiteY4" fmla="*/ 137208 h 285083"/>
              <a:gd name="connsiteX5" fmla="*/ 718995 w 1246536"/>
              <a:gd name="connsiteY5" fmla="*/ 48 h 285083"/>
              <a:gd name="connsiteX6" fmla="*/ 769239 w 1246536"/>
              <a:gd name="connsiteY6" fmla="*/ 116729 h 285083"/>
              <a:gd name="connsiteX7" fmla="*/ 808530 w 1246536"/>
              <a:gd name="connsiteY7" fmla="*/ 87535 h 285083"/>
              <a:gd name="connsiteX8" fmla="*/ 769239 w 1246536"/>
              <a:gd name="connsiteY8" fmla="*/ 41624 h 285083"/>
              <a:gd name="connsiteX9" fmla="*/ 752856 w 1246536"/>
              <a:gd name="connsiteY9" fmla="*/ 38148 h 285083"/>
              <a:gd name="connsiteX10" fmla="*/ 752856 w 1246536"/>
              <a:gd name="connsiteY10" fmla="*/ 113252 h 285083"/>
              <a:gd name="connsiteX11" fmla="*/ 769239 w 1246536"/>
              <a:gd name="connsiteY11" fmla="*/ 116729 h 285083"/>
              <a:gd name="connsiteX12" fmla="*/ 947024 w 1246536"/>
              <a:gd name="connsiteY12" fmla="*/ 48482 h 285083"/>
              <a:gd name="connsiteX13" fmla="*/ 947024 w 1246536"/>
              <a:gd name="connsiteY13" fmla="*/ 79391 h 285083"/>
              <a:gd name="connsiteX14" fmla="*/ 917067 w 1246536"/>
              <a:gd name="connsiteY14" fmla="*/ 73009 h 285083"/>
              <a:gd name="connsiteX15" fmla="*/ 917067 w 1246536"/>
              <a:gd name="connsiteY15" fmla="*/ 148114 h 285083"/>
              <a:gd name="connsiteX16" fmla="*/ 947024 w 1246536"/>
              <a:gd name="connsiteY16" fmla="*/ 154496 h 285083"/>
              <a:gd name="connsiteX17" fmla="*/ 947024 w 1246536"/>
              <a:gd name="connsiteY17" fmla="*/ 185642 h 285083"/>
              <a:gd name="connsiteX18" fmla="*/ 853393 w 1246536"/>
              <a:gd name="connsiteY18" fmla="*/ 165735 h 285083"/>
              <a:gd name="connsiteX19" fmla="*/ 853393 w 1246536"/>
              <a:gd name="connsiteY19" fmla="*/ 134588 h 285083"/>
              <a:gd name="connsiteX20" fmla="*/ 883349 w 1246536"/>
              <a:gd name="connsiteY20" fmla="*/ 140970 h 285083"/>
              <a:gd name="connsiteX21" fmla="*/ 883349 w 1246536"/>
              <a:gd name="connsiteY21" fmla="*/ 65865 h 285083"/>
              <a:gd name="connsiteX22" fmla="*/ 853393 w 1246536"/>
              <a:gd name="connsiteY22" fmla="*/ 59484 h 285083"/>
              <a:gd name="connsiteX23" fmla="*/ 853393 w 1246536"/>
              <a:gd name="connsiteY23" fmla="*/ 28575 h 285083"/>
              <a:gd name="connsiteX24" fmla="*/ 947024 w 1246536"/>
              <a:gd name="connsiteY24" fmla="*/ 48482 h 285083"/>
              <a:gd name="connsiteX25" fmla="*/ 1026319 w 1246536"/>
              <a:gd name="connsiteY25" fmla="*/ 62627 h 285083"/>
              <a:gd name="connsiteX26" fmla="*/ 1094994 w 1246536"/>
              <a:gd name="connsiteY26" fmla="*/ 148447 h 285083"/>
              <a:gd name="connsiteX27" fmla="*/ 1026319 w 1246536"/>
              <a:gd name="connsiteY27" fmla="*/ 205264 h 285083"/>
              <a:gd name="connsiteX28" fmla="*/ 957263 w 1246536"/>
              <a:gd name="connsiteY28" fmla="*/ 119205 h 285083"/>
              <a:gd name="connsiteX29" fmla="*/ 1026319 w 1246536"/>
              <a:gd name="connsiteY29" fmla="*/ 62675 h 285083"/>
              <a:gd name="connsiteX30" fmla="*/ 1026319 w 1246536"/>
              <a:gd name="connsiteY30" fmla="*/ 173117 h 285083"/>
              <a:gd name="connsiteX31" fmla="*/ 1060180 w 1246536"/>
              <a:gd name="connsiteY31" fmla="*/ 141018 h 285083"/>
              <a:gd name="connsiteX32" fmla="*/ 1026319 w 1246536"/>
              <a:gd name="connsiteY32" fmla="*/ 94726 h 285083"/>
              <a:gd name="connsiteX33" fmla="*/ 992267 w 1246536"/>
              <a:gd name="connsiteY33" fmla="*/ 126587 h 285083"/>
              <a:gd name="connsiteX34" fmla="*/ 1026319 w 1246536"/>
              <a:gd name="connsiteY34" fmla="*/ 173117 h 285083"/>
              <a:gd name="connsiteX35" fmla="*/ 1111949 w 1246536"/>
              <a:gd name="connsiteY35" fmla="*/ 83534 h 285083"/>
              <a:gd name="connsiteX36" fmla="*/ 1175814 w 1246536"/>
              <a:gd name="connsiteY36" fmla="*/ 97107 h 285083"/>
              <a:gd name="connsiteX37" fmla="*/ 1212675 w 1246536"/>
              <a:gd name="connsiteY37" fmla="*/ 230791 h 285083"/>
              <a:gd name="connsiteX38" fmla="*/ 1212675 w 1246536"/>
              <a:gd name="connsiteY38" fmla="*/ 104918 h 285083"/>
              <a:gd name="connsiteX39" fmla="*/ 1246537 w 1246536"/>
              <a:gd name="connsiteY39" fmla="*/ 112109 h 285083"/>
              <a:gd name="connsiteX40" fmla="*/ 1246537 w 1246536"/>
              <a:gd name="connsiteY40" fmla="*/ 249269 h 285083"/>
              <a:gd name="connsiteX41" fmla="*/ 1182672 w 1246536"/>
              <a:gd name="connsiteY41" fmla="*/ 235696 h 285083"/>
              <a:gd name="connsiteX42" fmla="*/ 1145810 w 1246536"/>
              <a:gd name="connsiteY42" fmla="*/ 102013 h 285083"/>
              <a:gd name="connsiteX43" fmla="*/ 1145810 w 1246536"/>
              <a:gd name="connsiteY43" fmla="*/ 227886 h 285083"/>
              <a:gd name="connsiteX44" fmla="*/ 1111949 w 1246536"/>
              <a:gd name="connsiteY44" fmla="*/ 220694 h 285083"/>
              <a:gd name="connsiteX45" fmla="*/ 1111949 w 1246536"/>
              <a:gd name="connsiteY45" fmla="*/ 83534 h 285083"/>
              <a:gd name="connsiteX46" fmla="*/ 42101 w 1246536"/>
              <a:gd name="connsiteY46" fmla="*/ 138970 h 285083"/>
              <a:gd name="connsiteX47" fmla="*/ 104108 w 1246536"/>
              <a:gd name="connsiteY47" fmla="*/ 125778 h 285083"/>
              <a:gd name="connsiteX48" fmla="*/ 145971 w 1246536"/>
              <a:gd name="connsiteY48" fmla="*/ 254032 h 285083"/>
              <a:gd name="connsiteX49" fmla="*/ 110061 w 1246536"/>
              <a:gd name="connsiteY49" fmla="*/ 261652 h 285083"/>
              <a:gd name="connsiteX50" fmla="*/ 97774 w 1246536"/>
              <a:gd name="connsiteY50" fmla="*/ 222837 h 285083"/>
              <a:gd name="connsiteX51" fmla="*/ 47863 w 1246536"/>
              <a:gd name="connsiteY51" fmla="*/ 233458 h 285083"/>
              <a:gd name="connsiteX52" fmla="*/ 35576 w 1246536"/>
              <a:gd name="connsiteY52" fmla="*/ 277511 h 285083"/>
              <a:gd name="connsiteX53" fmla="*/ 0 w 1246536"/>
              <a:gd name="connsiteY53" fmla="*/ 285083 h 285083"/>
              <a:gd name="connsiteX54" fmla="*/ 42053 w 1246536"/>
              <a:gd name="connsiteY54" fmla="*/ 138970 h 285083"/>
              <a:gd name="connsiteX55" fmla="*/ 88440 w 1246536"/>
              <a:gd name="connsiteY55" fmla="*/ 193929 h 285083"/>
              <a:gd name="connsiteX56" fmla="*/ 72819 w 1246536"/>
              <a:gd name="connsiteY56" fmla="*/ 144923 h 285083"/>
              <a:gd name="connsiteX57" fmla="*/ 57198 w 1246536"/>
              <a:gd name="connsiteY57" fmla="*/ 200597 h 285083"/>
              <a:gd name="connsiteX58" fmla="*/ 88488 w 1246536"/>
              <a:gd name="connsiteY58" fmla="*/ 193929 h 285083"/>
              <a:gd name="connsiteX59" fmla="*/ 214646 w 1246536"/>
              <a:gd name="connsiteY59" fmla="*/ 242173 h 285083"/>
              <a:gd name="connsiteX60" fmla="*/ 148733 w 1246536"/>
              <a:gd name="connsiteY60" fmla="*/ 199930 h 285083"/>
              <a:gd name="connsiteX61" fmla="*/ 183738 w 1246536"/>
              <a:gd name="connsiteY61" fmla="*/ 192500 h 285083"/>
              <a:gd name="connsiteX62" fmla="*/ 215408 w 1246536"/>
              <a:gd name="connsiteY62" fmla="*/ 212408 h 285083"/>
              <a:gd name="connsiteX63" fmla="*/ 239030 w 1246536"/>
              <a:gd name="connsiteY63" fmla="*/ 195310 h 285083"/>
              <a:gd name="connsiteX64" fmla="*/ 227886 w 1246536"/>
              <a:gd name="connsiteY64" fmla="*/ 187166 h 285083"/>
              <a:gd name="connsiteX65" fmla="*/ 183975 w 1246536"/>
              <a:gd name="connsiteY65" fmla="*/ 184452 h 285083"/>
              <a:gd name="connsiteX66" fmla="*/ 154210 w 1246536"/>
              <a:gd name="connsiteY66" fmla="*/ 153210 h 285083"/>
              <a:gd name="connsiteX67" fmla="*/ 207645 w 1246536"/>
              <a:gd name="connsiteY67" fmla="*/ 101013 h 285083"/>
              <a:gd name="connsiteX68" fmla="*/ 268891 w 1246536"/>
              <a:gd name="connsiteY68" fmla="*/ 138017 h 285083"/>
              <a:gd name="connsiteX69" fmla="*/ 234077 w 1246536"/>
              <a:gd name="connsiteY69" fmla="*/ 145399 h 285083"/>
              <a:gd name="connsiteX70" fmla="*/ 208217 w 1246536"/>
              <a:gd name="connsiteY70" fmla="*/ 129873 h 285083"/>
              <a:gd name="connsiteX71" fmla="*/ 189215 w 1246536"/>
              <a:gd name="connsiteY71" fmla="*/ 145018 h 285083"/>
              <a:gd name="connsiteX72" fmla="*/ 199454 w 1246536"/>
              <a:gd name="connsiteY72" fmla="*/ 152352 h 285083"/>
              <a:gd name="connsiteX73" fmla="*/ 242078 w 1246536"/>
              <a:gd name="connsiteY73" fmla="*/ 154400 h 285083"/>
              <a:gd name="connsiteX74" fmla="*/ 273891 w 1246536"/>
              <a:gd name="connsiteY74" fmla="*/ 186357 h 285083"/>
              <a:gd name="connsiteX75" fmla="*/ 214694 w 1246536"/>
              <a:gd name="connsiteY75" fmla="*/ 242125 h 285083"/>
              <a:gd name="connsiteX76" fmla="*/ 283702 w 1246536"/>
              <a:gd name="connsiteY76" fmla="*/ 156115 h 285083"/>
              <a:gd name="connsiteX77" fmla="*/ 353330 w 1246536"/>
              <a:gd name="connsiteY77" fmla="*/ 70104 h 285083"/>
              <a:gd name="connsiteX78" fmla="*/ 419767 w 1246536"/>
              <a:gd name="connsiteY78" fmla="*/ 111633 h 285083"/>
              <a:gd name="connsiteX79" fmla="*/ 384953 w 1246536"/>
              <a:gd name="connsiteY79" fmla="*/ 119015 h 285083"/>
              <a:gd name="connsiteX80" fmla="*/ 353473 w 1246536"/>
              <a:gd name="connsiteY80" fmla="*/ 102156 h 285083"/>
              <a:gd name="connsiteX81" fmla="*/ 318659 w 1246536"/>
              <a:gd name="connsiteY81" fmla="*/ 148638 h 285083"/>
              <a:gd name="connsiteX82" fmla="*/ 353473 w 1246536"/>
              <a:gd name="connsiteY82" fmla="*/ 180546 h 285083"/>
              <a:gd name="connsiteX83" fmla="*/ 384953 w 1246536"/>
              <a:gd name="connsiteY83" fmla="*/ 150114 h 285083"/>
              <a:gd name="connsiteX84" fmla="*/ 419767 w 1246536"/>
              <a:gd name="connsiteY84" fmla="*/ 142732 h 285083"/>
              <a:gd name="connsiteX85" fmla="*/ 353330 w 1246536"/>
              <a:gd name="connsiteY85" fmla="*/ 212693 h 285083"/>
              <a:gd name="connsiteX86" fmla="*/ 283702 w 1246536"/>
              <a:gd name="connsiteY86" fmla="*/ 156115 h 285083"/>
              <a:gd name="connsiteX87" fmla="*/ 436340 w 1246536"/>
              <a:gd name="connsiteY87" fmla="*/ 55150 h 285083"/>
              <a:gd name="connsiteX88" fmla="*/ 540782 w 1246536"/>
              <a:gd name="connsiteY88" fmla="*/ 32956 h 285083"/>
              <a:gd name="connsiteX89" fmla="*/ 540782 w 1246536"/>
              <a:gd name="connsiteY89" fmla="*/ 63865 h 285083"/>
              <a:gd name="connsiteX90" fmla="*/ 470440 w 1246536"/>
              <a:gd name="connsiteY90" fmla="*/ 78819 h 285083"/>
              <a:gd name="connsiteX91" fmla="*/ 470440 w 1246536"/>
              <a:gd name="connsiteY91" fmla="*/ 101775 h 285083"/>
              <a:gd name="connsiteX92" fmla="*/ 531495 w 1246536"/>
              <a:gd name="connsiteY92" fmla="*/ 88821 h 285083"/>
              <a:gd name="connsiteX93" fmla="*/ 531495 w 1246536"/>
              <a:gd name="connsiteY93" fmla="*/ 118015 h 285083"/>
              <a:gd name="connsiteX94" fmla="*/ 470440 w 1246536"/>
              <a:gd name="connsiteY94" fmla="*/ 131016 h 285083"/>
              <a:gd name="connsiteX95" fmla="*/ 470440 w 1246536"/>
              <a:gd name="connsiteY95" fmla="*/ 154162 h 285083"/>
              <a:gd name="connsiteX96" fmla="*/ 540782 w 1246536"/>
              <a:gd name="connsiteY96" fmla="*/ 139208 h 285083"/>
              <a:gd name="connsiteX97" fmla="*/ 540782 w 1246536"/>
              <a:gd name="connsiteY97" fmla="*/ 170117 h 285083"/>
              <a:gd name="connsiteX98" fmla="*/ 436340 w 1246536"/>
              <a:gd name="connsiteY98" fmla="*/ 192310 h 285083"/>
              <a:gd name="connsiteX99" fmla="*/ 436340 w 1246536"/>
              <a:gd name="connsiteY99" fmla="*/ 55150 h 285083"/>
              <a:gd name="connsiteX100" fmla="*/ 561308 w 1246536"/>
              <a:gd name="connsiteY100" fmla="*/ 28623 h 285083"/>
              <a:gd name="connsiteX101" fmla="*/ 625173 w 1246536"/>
              <a:gd name="connsiteY101" fmla="*/ 15049 h 285083"/>
              <a:gd name="connsiteX102" fmla="*/ 662035 w 1246536"/>
              <a:gd name="connsiteY102" fmla="*/ 133112 h 285083"/>
              <a:gd name="connsiteX103" fmla="*/ 662035 w 1246536"/>
              <a:gd name="connsiteY103" fmla="*/ 7239 h 285083"/>
              <a:gd name="connsiteX104" fmla="*/ 695897 w 1246536"/>
              <a:gd name="connsiteY104" fmla="*/ 48 h 285083"/>
              <a:gd name="connsiteX105" fmla="*/ 695897 w 1246536"/>
              <a:gd name="connsiteY105" fmla="*/ 137208 h 285083"/>
              <a:gd name="connsiteX106" fmla="*/ 632032 w 1246536"/>
              <a:gd name="connsiteY106" fmla="*/ 150781 h 285083"/>
              <a:gd name="connsiteX107" fmla="*/ 595170 w 1246536"/>
              <a:gd name="connsiteY107" fmla="*/ 32718 h 285083"/>
              <a:gd name="connsiteX108" fmla="*/ 595170 w 1246536"/>
              <a:gd name="connsiteY108" fmla="*/ 158591 h 285083"/>
              <a:gd name="connsiteX109" fmla="*/ 561308 w 1246536"/>
              <a:gd name="connsiteY109" fmla="*/ 165783 h 285083"/>
              <a:gd name="connsiteX110" fmla="*/ 561308 w 1246536"/>
              <a:gd name="connsiteY110" fmla="*/ 28623 h 28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246536" h="285083">
                <a:moveTo>
                  <a:pt x="718995" y="0"/>
                </a:moveTo>
                <a:lnTo>
                  <a:pt x="769239" y="10668"/>
                </a:lnTo>
                <a:cubicBezTo>
                  <a:pt x="805149" y="18288"/>
                  <a:pt x="842391" y="35766"/>
                  <a:pt x="842391" y="94726"/>
                </a:cubicBezTo>
                <a:cubicBezTo>
                  <a:pt x="842391" y="153876"/>
                  <a:pt x="805149" y="155496"/>
                  <a:pt x="769239" y="147876"/>
                </a:cubicBezTo>
                <a:lnTo>
                  <a:pt x="718995" y="137208"/>
                </a:lnTo>
                <a:lnTo>
                  <a:pt x="718995" y="48"/>
                </a:lnTo>
                <a:close/>
                <a:moveTo>
                  <a:pt x="769239" y="116729"/>
                </a:moveTo>
                <a:cubicBezTo>
                  <a:pt x="791766" y="121539"/>
                  <a:pt x="808530" y="124301"/>
                  <a:pt x="808530" y="87535"/>
                </a:cubicBezTo>
                <a:cubicBezTo>
                  <a:pt x="808530" y="50768"/>
                  <a:pt x="791623" y="46387"/>
                  <a:pt x="769239" y="41624"/>
                </a:cubicBezTo>
                <a:lnTo>
                  <a:pt x="752856" y="38148"/>
                </a:lnTo>
                <a:lnTo>
                  <a:pt x="752856" y="113252"/>
                </a:lnTo>
                <a:cubicBezTo>
                  <a:pt x="752856" y="113252"/>
                  <a:pt x="769239" y="116729"/>
                  <a:pt x="769239" y="116729"/>
                </a:cubicBezTo>
                <a:close/>
                <a:moveTo>
                  <a:pt x="947024" y="48482"/>
                </a:moveTo>
                <a:lnTo>
                  <a:pt x="947024" y="79391"/>
                </a:lnTo>
                <a:cubicBezTo>
                  <a:pt x="947024" y="79391"/>
                  <a:pt x="917067" y="73009"/>
                  <a:pt x="917067" y="73009"/>
                </a:cubicBezTo>
                <a:lnTo>
                  <a:pt x="917067" y="148114"/>
                </a:lnTo>
                <a:cubicBezTo>
                  <a:pt x="917067" y="148114"/>
                  <a:pt x="947024" y="154496"/>
                  <a:pt x="947024" y="154496"/>
                </a:cubicBezTo>
                <a:lnTo>
                  <a:pt x="947024" y="185642"/>
                </a:lnTo>
                <a:cubicBezTo>
                  <a:pt x="947024" y="185642"/>
                  <a:pt x="853393" y="165735"/>
                  <a:pt x="853393" y="165735"/>
                </a:cubicBezTo>
                <a:lnTo>
                  <a:pt x="853393" y="134588"/>
                </a:lnTo>
                <a:cubicBezTo>
                  <a:pt x="853393" y="134588"/>
                  <a:pt x="883349" y="140970"/>
                  <a:pt x="883349" y="140970"/>
                </a:cubicBezTo>
                <a:lnTo>
                  <a:pt x="883349" y="65865"/>
                </a:lnTo>
                <a:cubicBezTo>
                  <a:pt x="883349" y="65865"/>
                  <a:pt x="853393" y="59484"/>
                  <a:pt x="853393" y="59484"/>
                </a:cubicBezTo>
                <a:lnTo>
                  <a:pt x="853393" y="28575"/>
                </a:lnTo>
                <a:cubicBezTo>
                  <a:pt x="853393" y="28575"/>
                  <a:pt x="947024" y="48482"/>
                  <a:pt x="947024" y="48482"/>
                </a:cubicBezTo>
                <a:close/>
                <a:moveTo>
                  <a:pt x="1026319" y="62627"/>
                </a:moveTo>
                <a:cubicBezTo>
                  <a:pt x="1068944" y="71676"/>
                  <a:pt x="1094994" y="107966"/>
                  <a:pt x="1094994" y="148447"/>
                </a:cubicBezTo>
                <a:cubicBezTo>
                  <a:pt x="1094994" y="189119"/>
                  <a:pt x="1068944" y="214313"/>
                  <a:pt x="1026319" y="205264"/>
                </a:cubicBezTo>
                <a:cubicBezTo>
                  <a:pt x="983504" y="196167"/>
                  <a:pt x="957263" y="159829"/>
                  <a:pt x="957263" y="119205"/>
                </a:cubicBezTo>
                <a:cubicBezTo>
                  <a:pt x="957263" y="78724"/>
                  <a:pt x="983504" y="53578"/>
                  <a:pt x="1026319" y="62675"/>
                </a:cubicBezTo>
                <a:moveTo>
                  <a:pt x="1026319" y="173117"/>
                </a:moveTo>
                <a:cubicBezTo>
                  <a:pt x="1049036" y="177927"/>
                  <a:pt x="1060180" y="165926"/>
                  <a:pt x="1060180" y="141018"/>
                </a:cubicBezTo>
                <a:cubicBezTo>
                  <a:pt x="1060180" y="116110"/>
                  <a:pt x="1048846" y="99489"/>
                  <a:pt x="1026319" y="94726"/>
                </a:cubicBezTo>
                <a:cubicBezTo>
                  <a:pt x="1003602" y="89916"/>
                  <a:pt x="992267" y="101870"/>
                  <a:pt x="992267" y="126587"/>
                </a:cubicBezTo>
                <a:cubicBezTo>
                  <a:pt x="992267" y="151495"/>
                  <a:pt x="1003649" y="168307"/>
                  <a:pt x="1026319" y="173117"/>
                </a:cubicBezTo>
                <a:moveTo>
                  <a:pt x="1111949" y="83534"/>
                </a:moveTo>
                <a:lnTo>
                  <a:pt x="1175814" y="97107"/>
                </a:lnTo>
                <a:lnTo>
                  <a:pt x="1212675" y="230791"/>
                </a:lnTo>
                <a:lnTo>
                  <a:pt x="1212675" y="104918"/>
                </a:lnTo>
                <a:cubicBezTo>
                  <a:pt x="1212675" y="104918"/>
                  <a:pt x="1246537" y="112109"/>
                  <a:pt x="1246537" y="112109"/>
                </a:cubicBezTo>
                <a:lnTo>
                  <a:pt x="1246537" y="249269"/>
                </a:lnTo>
                <a:cubicBezTo>
                  <a:pt x="1246537" y="249269"/>
                  <a:pt x="1182672" y="235696"/>
                  <a:pt x="1182672" y="235696"/>
                </a:cubicBezTo>
                <a:lnTo>
                  <a:pt x="1145810" y="102013"/>
                </a:lnTo>
                <a:lnTo>
                  <a:pt x="1145810" y="227886"/>
                </a:lnTo>
                <a:cubicBezTo>
                  <a:pt x="1145810" y="227886"/>
                  <a:pt x="1111949" y="220694"/>
                  <a:pt x="1111949" y="220694"/>
                </a:cubicBezTo>
                <a:lnTo>
                  <a:pt x="1111949" y="83534"/>
                </a:lnTo>
                <a:close/>
                <a:moveTo>
                  <a:pt x="42101" y="138970"/>
                </a:moveTo>
                <a:lnTo>
                  <a:pt x="104108" y="125778"/>
                </a:lnTo>
                <a:lnTo>
                  <a:pt x="145971" y="254032"/>
                </a:lnTo>
                <a:lnTo>
                  <a:pt x="110061" y="261652"/>
                </a:lnTo>
                <a:lnTo>
                  <a:pt x="97774" y="222837"/>
                </a:lnTo>
                <a:lnTo>
                  <a:pt x="47863" y="233458"/>
                </a:lnTo>
                <a:lnTo>
                  <a:pt x="35576" y="277511"/>
                </a:lnTo>
                <a:lnTo>
                  <a:pt x="0" y="285083"/>
                </a:lnTo>
                <a:lnTo>
                  <a:pt x="42053" y="138970"/>
                </a:lnTo>
                <a:close/>
                <a:moveTo>
                  <a:pt x="88440" y="193929"/>
                </a:moveTo>
                <a:lnTo>
                  <a:pt x="72819" y="144923"/>
                </a:lnTo>
                <a:lnTo>
                  <a:pt x="57198" y="200597"/>
                </a:lnTo>
                <a:lnTo>
                  <a:pt x="88488" y="193929"/>
                </a:lnTo>
                <a:close/>
                <a:moveTo>
                  <a:pt x="214646" y="242173"/>
                </a:moveTo>
                <a:cubicBezTo>
                  <a:pt x="168307" y="252031"/>
                  <a:pt x="148733" y="235553"/>
                  <a:pt x="148733" y="199930"/>
                </a:cubicBezTo>
                <a:lnTo>
                  <a:pt x="183738" y="192500"/>
                </a:lnTo>
                <a:cubicBezTo>
                  <a:pt x="183738" y="211979"/>
                  <a:pt x="190977" y="217599"/>
                  <a:pt x="215408" y="212408"/>
                </a:cubicBezTo>
                <a:cubicBezTo>
                  <a:pt x="231982" y="208883"/>
                  <a:pt x="239030" y="203883"/>
                  <a:pt x="239030" y="195310"/>
                </a:cubicBezTo>
                <a:cubicBezTo>
                  <a:pt x="239030" y="190452"/>
                  <a:pt x="235315" y="187547"/>
                  <a:pt x="227886" y="187166"/>
                </a:cubicBezTo>
                <a:lnTo>
                  <a:pt x="183975" y="184452"/>
                </a:lnTo>
                <a:cubicBezTo>
                  <a:pt x="161258" y="182880"/>
                  <a:pt x="154210" y="170545"/>
                  <a:pt x="154210" y="153210"/>
                </a:cubicBezTo>
                <a:cubicBezTo>
                  <a:pt x="154210" y="126540"/>
                  <a:pt x="173212" y="108299"/>
                  <a:pt x="207645" y="101013"/>
                </a:cubicBezTo>
                <a:cubicBezTo>
                  <a:pt x="248603" y="92297"/>
                  <a:pt x="268891" y="108252"/>
                  <a:pt x="268891" y="138017"/>
                </a:cubicBezTo>
                <a:lnTo>
                  <a:pt x="234077" y="145399"/>
                </a:lnTo>
                <a:cubicBezTo>
                  <a:pt x="234077" y="130635"/>
                  <a:pt x="226076" y="126111"/>
                  <a:pt x="208217" y="129873"/>
                </a:cubicBezTo>
                <a:cubicBezTo>
                  <a:pt x="195739" y="132540"/>
                  <a:pt x="189215" y="137208"/>
                  <a:pt x="189215" y="145018"/>
                </a:cubicBezTo>
                <a:cubicBezTo>
                  <a:pt x="189215" y="148923"/>
                  <a:pt x="191262" y="151781"/>
                  <a:pt x="199454" y="152352"/>
                </a:cubicBezTo>
                <a:lnTo>
                  <a:pt x="242078" y="154400"/>
                </a:lnTo>
                <a:cubicBezTo>
                  <a:pt x="263843" y="155400"/>
                  <a:pt x="273891" y="166306"/>
                  <a:pt x="273891" y="186357"/>
                </a:cubicBezTo>
                <a:cubicBezTo>
                  <a:pt x="273891" y="212408"/>
                  <a:pt x="256747" y="233172"/>
                  <a:pt x="214694" y="242125"/>
                </a:cubicBezTo>
                <a:moveTo>
                  <a:pt x="283702" y="156115"/>
                </a:moveTo>
                <a:cubicBezTo>
                  <a:pt x="283702" y="115633"/>
                  <a:pt x="310325" y="79248"/>
                  <a:pt x="353330" y="70104"/>
                </a:cubicBezTo>
                <a:cubicBezTo>
                  <a:pt x="390906" y="62103"/>
                  <a:pt x="415862" y="78010"/>
                  <a:pt x="419767" y="111633"/>
                </a:cubicBezTo>
                <a:lnTo>
                  <a:pt x="384953" y="119015"/>
                </a:lnTo>
                <a:cubicBezTo>
                  <a:pt x="382143" y="104823"/>
                  <a:pt x="370047" y="98631"/>
                  <a:pt x="353473" y="102156"/>
                </a:cubicBezTo>
                <a:cubicBezTo>
                  <a:pt x="333185" y="106490"/>
                  <a:pt x="318659" y="121634"/>
                  <a:pt x="318659" y="148638"/>
                </a:cubicBezTo>
                <a:cubicBezTo>
                  <a:pt x="318659" y="175879"/>
                  <a:pt x="333185" y="184833"/>
                  <a:pt x="353473" y="180546"/>
                </a:cubicBezTo>
                <a:cubicBezTo>
                  <a:pt x="370047" y="177022"/>
                  <a:pt x="382143" y="165497"/>
                  <a:pt x="384953" y="150114"/>
                </a:cubicBezTo>
                <a:lnTo>
                  <a:pt x="419767" y="142732"/>
                </a:lnTo>
                <a:cubicBezTo>
                  <a:pt x="415862" y="178213"/>
                  <a:pt x="390906" y="204692"/>
                  <a:pt x="353330" y="212693"/>
                </a:cubicBezTo>
                <a:cubicBezTo>
                  <a:pt x="310325" y="221837"/>
                  <a:pt x="283702" y="196739"/>
                  <a:pt x="283702" y="156115"/>
                </a:cubicBezTo>
                <a:moveTo>
                  <a:pt x="436340" y="55150"/>
                </a:moveTo>
                <a:lnTo>
                  <a:pt x="540782" y="32956"/>
                </a:lnTo>
                <a:lnTo>
                  <a:pt x="540782" y="63865"/>
                </a:lnTo>
                <a:cubicBezTo>
                  <a:pt x="540782" y="63865"/>
                  <a:pt x="470440" y="78819"/>
                  <a:pt x="470440" y="78819"/>
                </a:cubicBezTo>
                <a:lnTo>
                  <a:pt x="470440" y="101775"/>
                </a:lnTo>
                <a:cubicBezTo>
                  <a:pt x="470440" y="101775"/>
                  <a:pt x="531495" y="88821"/>
                  <a:pt x="531495" y="88821"/>
                </a:cubicBezTo>
                <a:lnTo>
                  <a:pt x="531495" y="118015"/>
                </a:lnTo>
                <a:cubicBezTo>
                  <a:pt x="531495" y="118015"/>
                  <a:pt x="470440" y="131016"/>
                  <a:pt x="470440" y="131016"/>
                </a:cubicBezTo>
                <a:lnTo>
                  <a:pt x="470440" y="154162"/>
                </a:lnTo>
                <a:cubicBezTo>
                  <a:pt x="470440" y="154162"/>
                  <a:pt x="540782" y="139208"/>
                  <a:pt x="540782" y="139208"/>
                </a:cubicBezTo>
                <a:lnTo>
                  <a:pt x="540782" y="170117"/>
                </a:lnTo>
                <a:cubicBezTo>
                  <a:pt x="540782" y="170117"/>
                  <a:pt x="436340" y="192310"/>
                  <a:pt x="436340" y="192310"/>
                </a:cubicBezTo>
                <a:lnTo>
                  <a:pt x="436340" y="55150"/>
                </a:lnTo>
                <a:close/>
                <a:moveTo>
                  <a:pt x="561308" y="28623"/>
                </a:moveTo>
                <a:lnTo>
                  <a:pt x="625173" y="15049"/>
                </a:lnTo>
                <a:lnTo>
                  <a:pt x="662035" y="133112"/>
                </a:lnTo>
                <a:lnTo>
                  <a:pt x="662035" y="7239"/>
                </a:lnTo>
                <a:cubicBezTo>
                  <a:pt x="662035" y="7239"/>
                  <a:pt x="695897" y="48"/>
                  <a:pt x="695897" y="48"/>
                </a:cubicBezTo>
                <a:lnTo>
                  <a:pt x="695897" y="137208"/>
                </a:lnTo>
                <a:cubicBezTo>
                  <a:pt x="695897" y="137208"/>
                  <a:pt x="632032" y="150781"/>
                  <a:pt x="632032" y="150781"/>
                </a:cubicBezTo>
                <a:lnTo>
                  <a:pt x="595170" y="32718"/>
                </a:lnTo>
                <a:lnTo>
                  <a:pt x="595170" y="158591"/>
                </a:lnTo>
                <a:cubicBezTo>
                  <a:pt x="595170" y="158591"/>
                  <a:pt x="561308" y="165783"/>
                  <a:pt x="561308" y="165783"/>
                </a:cubicBezTo>
                <a:lnTo>
                  <a:pt x="561308" y="28623"/>
                </a:lnTo>
                <a:close/>
              </a:path>
            </a:pathLst>
          </a:custGeom>
          <a:solidFill>
            <a:schemeClr val="tx1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oogle Shape;6;p1">
            <a:extLst>
              <a:ext uri="{FF2B5EF4-FFF2-40B4-BE49-F238E27FC236}">
                <a16:creationId xmlns:a16="http://schemas.microsoft.com/office/drawing/2014/main" id="{DCC2EF48-3DDE-5296-F68F-69A518F3DC89}"/>
              </a:ext>
            </a:extLst>
          </p:cNvPr>
          <p:cNvGrpSpPr/>
          <p:nvPr/>
        </p:nvGrpSpPr>
        <p:grpSpPr>
          <a:xfrm>
            <a:off x="-30854" y="2091831"/>
            <a:ext cx="12192374" cy="4137065"/>
            <a:chOff x="4435" y="7748593"/>
            <a:chExt cx="12182563" cy="5161009"/>
          </a:xfrm>
        </p:grpSpPr>
        <p:sp>
          <p:nvSpPr>
            <p:cNvPr id="14" name="Google Shape;7;p1">
              <a:extLst>
                <a:ext uri="{FF2B5EF4-FFF2-40B4-BE49-F238E27FC236}">
                  <a16:creationId xmlns:a16="http://schemas.microsoft.com/office/drawing/2014/main" id="{951A2F47-70CF-4D4D-9958-A232337FAC79}"/>
                </a:ext>
              </a:extLst>
            </p:cNvPr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8;p1">
              <a:extLst>
                <a:ext uri="{FF2B5EF4-FFF2-40B4-BE49-F238E27FC236}">
                  <a16:creationId xmlns:a16="http://schemas.microsoft.com/office/drawing/2014/main" id="{F6B49813-0BB2-0069-CD89-838BDD0FD319}"/>
                </a:ext>
              </a:extLst>
            </p:cNvPr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;p1">
              <a:extLst>
                <a:ext uri="{FF2B5EF4-FFF2-40B4-BE49-F238E27FC236}">
                  <a16:creationId xmlns:a16="http://schemas.microsoft.com/office/drawing/2014/main" id="{56A3B42F-4CC8-3BF9-F9E1-5A21B4748023}"/>
                </a:ext>
              </a:extLst>
            </p:cNvPr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0;p1">
              <a:extLst>
                <a:ext uri="{FF2B5EF4-FFF2-40B4-BE49-F238E27FC236}">
                  <a16:creationId xmlns:a16="http://schemas.microsoft.com/office/drawing/2014/main" id="{BCE712E5-BED0-CF74-EC71-695DC2E4E585}"/>
                </a:ext>
              </a:extLst>
            </p:cNvPr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;p1">
              <a:extLst>
                <a:ext uri="{FF2B5EF4-FFF2-40B4-BE49-F238E27FC236}">
                  <a16:creationId xmlns:a16="http://schemas.microsoft.com/office/drawing/2014/main" id="{84367D2B-1B6D-683B-E72F-C5915D5E628C}"/>
                </a:ext>
              </a:extLst>
            </p:cNvPr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;p1">
              <a:extLst>
                <a:ext uri="{FF2B5EF4-FFF2-40B4-BE49-F238E27FC236}">
                  <a16:creationId xmlns:a16="http://schemas.microsoft.com/office/drawing/2014/main" id="{18B60D1F-1637-4242-E8D0-6CF9D68B37E6}"/>
                </a:ext>
              </a:extLst>
            </p:cNvPr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3;p1">
              <a:extLst>
                <a:ext uri="{FF2B5EF4-FFF2-40B4-BE49-F238E27FC236}">
                  <a16:creationId xmlns:a16="http://schemas.microsoft.com/office/drawing/2014/main" id="{2EFCCD84-A185-85EC-4D89-96EE47B46C6C}"/>
                </a:ext>
              </a:extLst>
            </p:cNvPr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4;p1">
              <a:extLst>
                <a:ext uri="{FF2B5EF4-FFF2-40B4-BE49-F238E27FC236}">
                  <a16:creationId xmlns:a16="http://schemas.microsoft.com/office/drawing/2014/main" id="{4394F223-7E73-5625-EEA0-63CE7EE5D420}"/>
                </a:ext>
              </a:extLst>
            </p:cNvPr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5;p1">
              <a:extLst>
                <a:ext uri="{FF2B5EF4-FFF2-40B4-BE49-F238E27FC236}">
                  <a16:creationId xmlns:a16="http://schemas.microsoft.com/office/drawing/2014/main" id="{B2BFE1CB-B4DE-54B6-7220-F7515A19FD23}"/>
                </a:ext>
              </a:extLst>
            </p:cNvPr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6;p1">
              <a:extLst>
                <a:ext uri="{FF2B5EF4-FFF2-40B4-BE49-F238E27FC236}">
                  <a16:creationId xmlns:a16="http://schemas.microsoft.com/office/drawing/2014/main" id="{0F4BC494-1391-C0D5-FF1A-E85B3FB5E8EF}"/>
                </a:ext>
              </a:extLst>
            </p:cNvPr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7;p1">
              <a:extLst>
                <a:ext uri="{FF2B5EF4-FFF2-40B4-BE49-F238E27FC236}">
                  <a16:creationId xmlns:a16="http://schemas.microsoft.com/office/drawing/2014/main" id="{D44D8F29-6F47-7935-E9E5-2F38B375B438}"/>
                </a:ext>
              </a:extLst>
            </p:cNvPr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8;p1">
              <a:extLst>
                <a:ext uri="{FF2B5EF4-FFF2-40B4-BE49-F238E27FC236}">
                  <a16:creationId xmlns:a16="http://schemas.microsoft.com/office/drawing/2014/main" id="{479BDBDA-58F0-7303-1733-BF718EF864E3}"/>
                </a:ext>
              </a:extLst>
            </p:cNvPr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9;p1">
              <a:extLst>
                <a:ext uri="{FF2B5EF4-FFF2-40B4-BE49-F238E27FC236}">
                  <a16:creationId xmlns:a16="http://schemas.microsoft.com/office/drawing/2014/main" id="{2A7F0A6F-D19E-F1C9-AF1C-ACADE1AEDCD8}"/>
                </a:ext>
              </a:extLst>
            </p:cNvPr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0;p1">
              <a:extLst>
                <a:ext uri="{FF2B5EF4-FFF2-40B4-BE49-F238E27FC236}">
                  <a16:creationId xmlns:a16="http://schemas.microsoft.com/office/drawing/2014/main" id="{BDF88DC4-21C4-06E4-E71C-210523E30964}"/>
                </a:ext>
              </a:extLst>
            </p:cNvPr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1;p1">
              <a:extLst>
                <a:ext uri="{FF2B5EF4-FFF2-40B4-BE49-F238E27FC236}">
                  <a16:creationId xmlns:a16="http://schemas.microsoft.com/office/drawing/2014/main" id="{47B54768-4CA8-87F0-DFF4-40CB37BA7DA3}"/>
                </a:ext>
              </a:extLst>
            </p:cNvPr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2;p1">
              <a:extLst>
                <a:ext uri="{FF2B5EF4-FFF2-40B4-BE49-F238E27FC236}">
                  <a16:creationId xmlns:a16="http://schemas.microsoft.com/office/drawing/2014/main" id="{30C1CA97-550C-C0F3-B1D0-B7B2A301554D}"/>
                </a:ext>
              </a:extLst>
            </p:cNvPr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3;p1">
              <a:extLst>
                <a:ext uri="{FF2B5EF4-FFF2-40B4-BE49-F238E27FC236}">
                  <a16:creationId xmlns:a16="http://schemas.microsoft.com/office/drawing/2014/main" id="{F0FA6CE2-4D2E-46F4-1A71-0038514CA116}"/>
                </a:ext>
              </a:extLst>
            </p:cNvPr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4;p1">
              <a:extLst>
                <a:ext uri="{FF2B5EF4-FFF2-40B4-BE49-F238E27FC236}">
                  <a16:creationId xmlns:a16="http://schemas.microsoft.com/office/drawing/2014/main" id="{BAD87476-4535-5D1E-6B3F-AFA50D41F9DA}"/>
                </a:ext>
              </a:extLst>
            </p:cNvPr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5;p1">
              <a:extLst>
                <a:ext uri="{FF2B5EF4-FFF2-40B4-BE49-F238E27FC236}">
                  <a16:creationId xmlns:a16="http://schemas.microsoft.com/office/drawing/2014/main" id="{22002E88-A372-BC10-0205-639A6D41D33B}"/>
                </a:ext>
              </a:extLst>
            </p:cNvPr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6;p1">
              <a:extLst>
                <a:ext uri="{FF2B5EF4-FFF2-40B4-BE49-F238E27FC236}">
                  <a16:creationId xmlns:a16="http://schemas.microsoft.com/office/drawing/2014/main" id="{7B9821ED-8B41-AD6F-9244-B4ED82648A6B}"/>
                </a:ext>
              </a:extLst>
            </p:cNvPr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7;p1">
              <a:extLst>
                <a:ext uri="{FF2B5EF4-FFF2-40B4-BE49-F238E27FC236}">
                  <a16:creationId xmlns:a16="http://schemas.microsoft.com/office/drawing/2014/main" id="{87313C50-E180-EBAF-F197-79EEDBBDC7BC}"/>
                </a:ext>
              </a:extLst>
            </p:cNvPr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8;p1">
              <a:extLst>
                <a:ext uri="{FF2B5EF4-FFF2-40B4-BE49-F238E27FC236}">
                  <a16:creationId xmlns:a16="http://schemas.microsoft.com/office/drawing/2014/main" id="{98FA417A-C678-7088-08FD-9A139559134C}"/>
                </a:ext>
              </a:extLst>
            </p:cNvPr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9;p1">
              <a:extLst>
                <a:ext uri="{FF2B5EF4-FFF2-40B4-BE49-F238E27FC236}">
                  <a16:creationId xmlns:a16="http://schemas.microsoft.com/office/drawing/2014/main" id="{2741D7D4-8634-1838-4D0D-03E32ABFD948}"/>
                </a:ext>
              </a:extLst>
            </p:cNvPr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0;p1">
              <a:extLst>
                <a:ext uri="{FF2B5EF4-FFF2-40B4-BE49-F238E27FC236}">
                  <a16:creationId xmlns:a16="http://schemas.microsoft.com/office/drawing/2014/main" id="{82D6E241-9AE9-8676-3C19-38AA1FED1984}"/>
                </a:ext>
              </a:extLst>
            </p:cNvPr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1;p1">
              <a:extLst>
                <a:ext uri="{FF2B5EF4-FFF2-40B4-BE49-F238E27FC236}">
                  <a16:creationId xmlns:a16="http://schemas.microsoft.com/office/drawing/2014/main" id="{55C67304-502A-CEEF-CB29-86536CFB2AB4}"/>
                </a:ext>
              </a:extLst>
            </p:cNvPr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2;p1">
              <a:extLst>
                <a:ext uri="{FF2B5EF4-FFF2-40B4-BE49-F238E27FC236}">
                  <a16:creationId xmlns:a16="http://schemas.microsoft.com/office/drawing/2014/main" id="{6DEA6512-9DD8-CCC0-6C26-F829CB358C98}"/>
                </a:ext>
              </a:extLst>
            </p:cNvPr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33;p1">
              <a:extLst>
                <a:ext uri="{FF2B5EF4-FFF2-40B4-BE49-F238E27FC236}">
                  <a16:creationId xmlns:a16="http://schemas.microsoft.com/office/drawing/2014/main" id="{F8ECADE9-0B95-40C2-D195-87FEA0AF9815}"/>
                </a:ext>
              </a:extLst>
            </p:cNvPr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34;p1">
              <a:extLst>
                <a:ext uri="{FF2B5EF4-FFF2-40B4-BE49-F238E27FC236}">
                  <a16:creationId xmlns:a16="http://schemas.microsoft.com/office/drawing/2014/main" id="{AD58B12B-FFB6-3AAD-6D11-1AB258A52050}"/>
                </a:ext>
              </a:extLst>
            </p:cNvPr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35;p1">
              <a:extLst>
                <a:ext uri="{FF2B5EF4-FFF2-40B4-BE49-F238E27FC236}">
                  <a16:creationId xmlns:a16="http://schemas.microsoft.com/office/drawing/2014/main" id="{684147FD-4343-C204-2DD0-92BA0D95E2BA}"/>
                </a:ext>
              </a:extLst>
            </p:cNvPr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36;p1">
              <a:extLst>
                <a:ext uri="{FF2B5EF4-FFF2-40B4-BE49-F238E27FC236}">
                  <a16:creationId xmlns:a16="http://schemas.microsoft.com/office/drawing/2014/main" id="{D23E1F3D-DA19-8819-DB9C-9CB0F3FB5295}"/>
                </a:ext>
              </a:extLst>
            </p:cNvPr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37;p1">
              <a:extLst>
                <a:ext uri="{FF2B5EF4-FFF2-40B4-BE49-F238E27FC236}">
                  <a16:creationId xmlns:a16="http://schemas.microsoft.com/office/drawing/2014/main" id="{C551EC33-EE3B-E5C5-4BD2-F8F5B3611C2F}"/>
                </a:ext>
              </a:extLst>
            </p:cNvPr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38;p1">
              <a:extLst>
                <a:ext uri="{FF2B5EF4-FFF2-40B4-BE49-F238E27FC236}">
                  <a16:creationId xmlns:a16="http://schemas.microsoft.com/office/drawing/2014/main" id="{9AF137A4-B3CE-017E-D5EA-EDDE55C4DEE5}"/>
                </a:ext>
              </a:extLst>
            </p:cNvPr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6" name="Picture 45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9B376DA2-098A-23F8-992F-C5953E585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597" y="6403397"/>
            <a:ext cx="453720" cy="46015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62EF2AA-8300-2D41-EDB8-2A8451DBBA27}"/>
              </a:ext>
            </a:extLst>
          </p:cNvPr>
          <p:cNvGrpSpPr/>
          <p:nvPr/>
        </p:nvGrpSpPr>
        <p:grpSpPr>
          <a:xfrm>
            <a:off x="102085" y="49290"/>
            <a:ext cx="11376224" cy="6426902"/>
            <a:chOff x="102085" y="98058"/>
            <a:chExt cx="11376224" cy="6426902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4A57CC49-99FF-E4AE-3398-E0A228C5DCA8}"/>
                </a:ext>
              </a:extLst>
            </p:cNvPr>
            <p:cNvSpPr txBox="1">
              <a:spLocks/>
            </p:cNvSpPr>
            <p:nvPr/>
          </p:nvSpPr>
          <p:spPr>
            <a:xfrm>
              <a:off x="102085" y="98058"/>
              <a:ext cx="11199913" cy="584775"/>
            </a:xfrm>
            <a:prstGeom prst="rect">
              <a:avLst/>
            </a:prstGeom>
          </p:spPr>
          <p:txBody>
            <a:bodyPr spcFirstLastPara="1" vert="horz" wrap="square" lIns="91425" tIns="91425" rIns="91425" bIns="91425" rtlCol="0" anchor="ctr" anchorCtr="0">
              <a:no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Pts val="2800"/>
                <a:buFontTx/>
                <a:buNone/>
                <a:tabLst/>
                <a:defRPr kumimoji="0" sz="2400" b="1" i="0" u="none" strike="noStrike" cap="none" spc="0" normalizeH="0" baseline="0">
                  <a:ln>
                    <a:noFill/>
                  </a:ln>
                  <a:solidFill>
                    <a:srgbClr val="2859C3"/>
                  </a:solidFill>
                  <a:effectLst/>
                  <a:uLnTx/>
                  <a:uFillTx/>
                  <a:latin typeface="Aptos Display" panose="02110004020202020204"/>
                  <a:ea typeface="+mj-ea"/>
                  <a:cs typeface="+mj-cs"/>
                </a:defRPr>
              </a:lvl1pPr>
              <a:lvl2pPr lvl="1">
                <a:spcBef>
                  <a:spcPts val="0"/>
                </a:spcBef>
                <a:spcAft>
                  <a:spcPts val="0"/>
                </a:spcAft>
                <a:buSzPts val="2800"/>
                <a:buNone/>
              </a:lvl2pPr>
              <a:lvl3pPr lvl="2">
                <a:spcBef>
                  <a:spcPts val="0"/>
                </a:spcBef>
                <a:spcAft>
                  <a:spcPts val="0"/>
                </a:spcAft>
                <a:buSzPts val="2800"/>
                <a:buNone/>
              </a:lvl3pPr>
              <a:lvl4pPr lvl="3">
                <a:spcBef>
                  <a:spcPts val="0"/>
                </a:spcBef>
                <a:spcAft>
                  <a:spcPts val="0"/>
                </a:spcAft>
                <a:buSzPts val="2800"/>
                <a:buNone/>
              </a:lvl4pPr>
              <a:lvl5pPr lvl="4">
                <a:spcBef>
                  <a:spcPts val="0"/>
                </a:spcBef>
                <a:spcAft>
                  <a:spcPts val="0"/>
                </a:spcAft>
                <a:buSzPts val="2800"/>
                <a:buNone/>
              </a:lvl5pPr>
              <a:lvl6pPr lvl="5">
                <a:spcBef>
                  <a:spcPts val="0"/>
                </a:spcBef>
                <a:spcAft>
                  <a:spcPts val="0"/>
                </a:spcAft>
                <a:buSzPts val="2800"/>
                <a:buNone/>
              </a:lvl6pPr>
              <a:lvl7pPr lvl="6">
                <a:spcBef>
                  <a:spcPts val="0"/>
                </a:spcBef>
                <a:spcAft>
                  <a:spcPts val="0"/>
                </a:spcAft>
                <a:buSzPts val="2800"/>
                <a:buNone/>
              </a:lvl7pPr>
              <a:lvl8pPr lvl="7">
                <a:spcBef>
                  <a:spcPts val="0"/>
                </a:spcBef>
                <a:spcAft>
                  <a:spcPts val="0"/>
                </a:spcAft>
                <a:buSzPts val="2800"/>
                <a:buNone/>
              </a:lvl8pPr>
              <a:lvl9pPr lvl="8">
                <a:spcBef>
                  <a:spcPts val="0"/>
                </a:spcBef>
                <a:spcAft>
                  <a:spcPts val="0"/>
                </a:spcAft>
                <a:buSzPts val="2800"/>
                <a:buNone/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Pts val="2800"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2859C3"/>
                  </a:solidFill>
                  <a:effectLst/>
                  <a:uLnTx/>
                  <a:uFillTx/>
                  <a:latin typeface="Aptos Display" panose="02110004020202020204"/>
                  <a:ea typeface="+mj-ea"/>
                  <a:cs typeface="+mj-cs"/>
                </a:rPr>
                <a:t>How can enterprises productionize Gen AI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6A7D3BA-E3C4-9F8F-51A5-C9782D6AB3BB}"/>
                </a:ext>
              </a:extLst>
            </p:cNvPr>
            <p:cNvSpPr txBox="1"/>
            <p:nvPr/>
          </p:nvSpPr>
          <p:spPr>
            <a:xfrm rot="16200000">
              <a:off x="-1593913" y="3201697"/>
              <a:ext cx="3949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Generative  AI  Adoption  Stages 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FF05897-9225-8655-720E-439754D03063}"/>
                </a:ext>
              </a:extLst>
            </p:cNvPr>
            <p:cNvGrpSpPr/>
            <p:nvPr/>
          </p:nvGrpSpPr>
          <p:grpSpPr>
            <a:xfrm>
              <a:off x="1176016" y="506485"/>
              <a:ext cx="10302293" cy="6018475"/>
              <a:chOff x="1112218" y="549017"/>
              <a:chExt cx="10302293" cy="6018475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82FB98C3-D60C-DA2D-C85C-E87143CA210C}"/>
                  </a:ext>
                </a:extLst>
              </p:cNvPr>
              <p:cNvGrpSpPr/>
              <p:nvPr/>
            </p:nvGrpSpPr>
            <p:grpSpPr>
              <a:xfrm>
                <a:off x="1112218" y="549017"/>
                <a:ext cx="10302293" cy="5525053"/>
                <a:chOff x="1757393" y="771997"/>
                <a:chExt cx="10302293" cy="5525053"/>
              </a:xfrm>
            </p:grpSpPr>
            <p:sp>
              <p:nvSpPr>
                <p:cNvPr id="66" name="Google Shape;347;p41">
                  <a:extLst>
                    <a:ext uri="{FF2B5EF4-FFF2-40B4-BE49-F238E27FC236}">
                      <a16:creationId xmlns:a16="http://schemas.microsoft.com/office/drawing/2014/main" id="{901D69C5-4233-15D1-80A1-7CDBDA90A537}"/>
                    </a:ext>
                  </a:extLst>
                </p:cNvPr>
                <p:cNvSpPr txBox="1"/>
                <p:nvPr/>
              </p:nvSpPr>
              <p:spPr>
                <a:xfrm>
                  <a:off x="1823771" y="3805827"/>
                  <a:ext cx="2465092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898" tIns="121898" rIns="121898" bIns="121898" anchor="t" anchorCtr="0">
                  <a:noAutofit/>
                </a:bodyPr>
                <a:lstStyle/>
                <a:p>
                  <a:pPr marL="0" marR="0" lvl="0" indent="0" algn="l" defTabSz="121909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Montserrat"/>
                      <a:cs typeface="Helvetica" panose="020B0604020202020204" pitchFamily="34" charset="0"/>
                      <a:sym typeface="Montserrat"/>
                    </a:rPr>
                    <a:t>Identifying Use cases</a:t>
                  </a:r>
                  <a:endParaRPr kumimoji="0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Montserrat"/>
                    <a:cs typeface="Helvetica" panose="020B0604020202020204" pitchFamily="34" charset="0"/>
                    <a:sym typeface="Montserrat"/>
                  </a:endParaRPr>
                </a:p>
              </p:txBody>
            </p:sp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AABE2DD2-26E0-2BB0-3399-24152A2349BA}"/>
                    </a:ext>
                  </a:extLst>
                </p:cNvPr>
                <p:cNvGrpSpPr/>
                <p:nvPr/>
              </p:nvGrpSpPr>
              <p:grpSpPr>
                <a:xfrm>
                  <a:off x="1757393" y="771997"/>
                  <a:ext cx="10302293" cy="5525053"/>
                  <a:chOff x="1903293" y="739340"/>
                  <a:chExt cx="10302293" cy="5525053"/>
                </a:xfrm>
              </p:grpSpPr>
              <p:grpSp>
                <p:nvGrpSpPr>
                  <p:cNvPr id="68" name="Group 67">
                    <a:extLst>
                      <a:ext uri="{FF2B5EF4-FFF2-40B4-BE49-F238E27FC236}">
                        <a16:creationId xmlns:a16="http://schemas.microsoft.com/office/drawing/2014/main" id="{463E4BD7-C112-6EE2-F58E-905B01A9C915}"/>
                      </a:ext>
                    </a:extLst>
                  </p:cNvPr>
                  <p:cNvGrpSpPr/>
                  <p:nvPr/>
                </p:nvGrpSpPr>
                <p:grpSpPr>
                  <a:xfrm>
                    <a:off x="1903293" y="739340"/>
                    <a:ext cx="10214625" cy="5208404"/>
                    <a:chOff x="1298557" y="840450"/>
                    <a:chExt cx="10214625" cy="5208404"/>
                  </a:xfrm>
                </p:grpSpPr>
                <p:grpSp>
                  <p:nvGrpSpPr>
                    <p:cNvPr id="75" name="Group 74">
                      <a:extLst>
                        <a:ext uri="{FF2B5EF4-FFF2-40B4-BE49-F238E27FC236}">
                          <a16:creationId xmlns:a16="http://schemas.microsoft.com/office/drawing/2014/main" id="{6EBD9BDB-53B7-75F3-197F-7948875515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98557" y="840450"/>
                      <a:ext cx="10214625" cy="5208404"/>
                      <a:chOff x="1208154" y="1091180"/>
                      <a:chExt cx="8867904" cy="4660199"/>
                    </a:xfrm>
                  </p:grpSpPr>
                  <p:grpSp>
                    <p:nvGrpSpPr>
                      <p:cNvPr id="77" name="Group 76">
                        <a:extLst>
                          <a:ext uri="{FF2B5EF4-FFF2-40B4-BE49-F238E27FC236}">
                            <a16:creationId xmlns:a16="http://schemas.microsoft.com/office/drawing/2014/main" id="{68DA3389-650B-3FDE-B185-B733CD0B1BC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307841" y="1091180"/>
                        <a:ext cx="6495372" cy="4660199"/>
                        <a:chOff x="4044346" y="1908126"/>
                        <a:chExt cx="5760687" cy="3895598"/>
                      </a:xfrm>
                    </p:grpSpPr>
                    <p:grpSp>
                      <p:nvGrpSpPr>
                        <p:cNvPr id="81" name="Google Shape;435;p39">
                          <a:extLst>
                            <a:ext uri="{FF2B5EF4-FFF2-40B4-BE49-F238E27FC236}">
                              <a16:creationId xmlns:a16="http://schemas.microsoft.com/office/drawing/2014/main" id="{F5447B6B-B201-80E4-5D8C-7F7EBBB2D68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637536" y="3141503"/>
                          <a:ext cx="2916928" cy="2662221"/>
                          <a:chOff x="3478137" y="2236507"/>
                          <a:chExt cx="2187728" cy="1996695"/>
                        </a:xfrm>
                      </p:grpSpPr>
                      <p:sp>
                        <p:nvSpPr>
                          <p:cNvPr id="90" name="Google Shape;436;p39">
                            <a:extLst>
                              <a:ext uri="{FF2B5EF4-FFF2-40B4-BE49-F238E27FC236}">
                                <a16:creationId xmlns:a16="http://schemas.microsoft.com/office/drawing/2014/main" id="{95E12285-53A1-054B-18FD-7ED5BEB0A26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173400" y="2708496"/>
                            <a:ext cx="783425" cy="779300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1337" h="31172" extrusionOk="0">
                                <a:moveTo>
                                  <a:pt x="0" y="31172"/>
                                </a:moveTo>
                                <a:lnTo>
                                  <a:pt x="2718" y="27342"/>
                                </a:lnTo>
                                <a:lnTo>
                                  <a:pt x="8318" y="24995"/>
                                </a:lnTo>
                                <a:lnTo>
                                  <a:pt x="11942" y="24583"/>
                                </a:lnTo>
                                <a:lnTo>
                                  <a:pt x="14742" y="23224"/>
                                </a:lnTo>
                                <a:lnTo>
                                  <a:pt x="21207" y="23183"/>
                                </a:lnTo>
                                <a:lnTo>
                                  <a:pt x="25201" y="24830"/>
                                </a:lnTo>
                                <a:lnTo>
                                  <a:pt x="27384" y="25448"/>
                                </a:lnTo>
                                <a:lnTo>
                                  <a:pt x="30843" y="26766"/>
                                </a:lnTo>
                                <a:lnTo>
                                  <a:pt x="30719" y="22483"/>
                                </a:lnTo>
                                <a:lnTo>
                                  <a:pt x="31337" y="6424"/>
                                </a:lnTo>
                                <a:lnTo>
                                  <a:pt x="25366" y="123"/>
                                </a:lnTo>
                                <a:lnTo>
                                  <a:pt x="11983" y="0"/>
                                </a:lnTo>
                                <a:lnTo>
                                  <a:pt x="11736" y="5765"/>
                                </a:lnTo>
                                <a:lnTo>
                                  <a:pt x="2594" y="9677"/>
                                </a:lnTo>
                                <a:lnTo>
                                  <a:pt x="906" y="11530"/>
                                </a:lnTo>
                                <a:lnTo>
                                  <a:pt x="206" y="2750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74957"/>
                          </a:solid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9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grpSp>
                        <p:nvGrpSpPr>
                          <p:cNvPr id="91" name="Google Shape;437;p39">
                            <a:extLst>
                              <a:ext uri="{FF2B5EF4-FFF2-40B4-BE49-F238E27FC236}">
                                <a16:creationId xmlns:a16="http://schemas.microsoft.com/office/drawing/2014/main" id="{0CE60169-4DB1-391F-58D6-26ACFED1214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230632" y="2321834"/>
                            <a:ext cx="834055" cy="1009009"/>
                            <a:chOff x="4721075" y="260350"/>
                            <a:chExt cx="255900" cy="309550"/>
                          </a:xfrm>
                        </p:grpSpPr>
                        <p:sp>
                          <p:nvSpPr>
                            <p:cNvPr id="113" name="Google Shape;438;p39">
                              <a:extLst>
                                <a:ext uri="{FF2B5EF4-FFF2-40B4-BE49-F238E27FC236}">
                                  <a16:creationId xmlns:a16="http://schemas.microsoft.com/office/drawing/2014/main" id="{E5BD4062-F683-4C36-E809-2FC7E37FF5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721075" y="272900"/>
                              <a:ext cx="74325" cy="2944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973" h="11779" extrusionOk="0">
                                  <a:moveTo>
                                    <a:pt x="30" y="1"/>
                                  </a:moveTo>
                                  <a:lnTo>
                                    <a:pt x="1" y="7488"/>
                                  </a:lnTo>
                                  <a:lnTo>
                                    <a:pt x="2943" y="11779"/>
                                  </a:lnTo>
                                  <a:lnTo>
                                    <a:pt x="2972" y="4292"/>
                                  </a:lnTo>
                                  <a:lnTo>
                                    <a:pt x="30" y="1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5F7D95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114" name="Google Shape;439;p39">
                              <a:extLst>
                                <a:ext uri="{FF2B5EF4-FFF2-40B4-BE49-F238E27FC236}">
                                  <a16:creationId xmlns:a16="http://schemas.microsoft.com/office/drawing/2014/main" id="{51786DA3-4B3E-800B-1C2F-D1F7D3188C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794825" y="375875"/>
                              <a:ext cx="103175" cy="1940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127" h="7761" extrusionOk="0">
                                  <a:moveTo>
                                    <a:pt x="1804" y="0"/>
                                  </a:moveTo>
                                  <a:cubicBezTo>
                                    <a:pt x="1717" y="0"/>
                                    <a:pt x="1623" y="0"/>
                                    <a:pt x="1537" y="8"/>
                                  </a:cubicBezTo>
                                  <a:lnTo>
                                    <a:pt x="1522" y="8"/>
                                  </a:lnTo>
                                  <a:cubicBezTo>
                                    <a:pt x="1429" y="8"/>
                                    <a:pt x="1342" y="15"/>
                                    <a:pt x="1248" y="22"/>
                                  </a:cubicBezTo>
                                  <a:lnTo>
                                    <a:pt x="1155" y="29"/>
                                  </a:lnTo>
                                  <a:lnTo>
                                    <a:pt x="960" y="44"/>
                                  </a:lnTo>
                                  <a:lnTo>
                                    <a:pt x="909" y="51"/>
                                  </a:lnTo>
                                  <a:lnTo>
                                    <a:pt x="866" y="58"/>
                                  </a:lnTo>
                                  <a:cubicBezTo>
                                    <a:pt x="765" y="65"/>
                                    <a:pt x="664" y="80"/>
                                    <a:pt x="570" y="87"/>
                                  </a:cubicBezTo>
                                  <a:lnTo>
                                    <a:pt x="534" y="94"/>
                                  </a:lnTo>
                                  <a:cubicBezTo>
                                    <a:pt x="426" y="108"/>
                                    <a:pt x="318" y="130"/>
                                    <a:pt x="210" y="145"/>
                                  </a:cubicBezTo>
                                  <a:lnTo>
                                    <a:pt x="181" y="152"/>
                                  </a:lnTo>
                                  <a:lnTo>
                                    <a:pt x="29" y="181"/>
                                  </a:lnTo>
                                  <a:lnTo>
                                    <a:pt x="1" y="7667"/>
                                  </a:lnTo>
                                  <a:lnTo>
                                    <a:pt x="181" y="7638"/>
                                  </a:lnTo>
                                  <a:cubicBezTo>
                                    <a:pt x="289" y="7617"/>
                                    <a:pt x="397" y="7602"/>
                                    <a:pt x="505" y="7588"/>
                                  </a:cubicBezTo>
                                  <a:lnTo>
                                    <a:pt x="542" y="7581"/>
                                  </a:lnTo>
                                  <a:cubicBezTo>
                                    <a:pt x="635" y="7566"/>
                                    <a:pt x="736" y="7552"/>
                                    <a:pt x="837" y="7545"/>
                                  </a:cubicBezTo>
                                  <a:lnTo>
                                    <a:pt x="924" y="7537"/>
                                  </a:lnTo>
                                  <a:cubicBezTo>
                                    <a:pt x="989" y="7530"/>
                                    <a:pt x="1054" y="7523"/>
                                    <a:pt x="1119" y="7516"/>
                                  </a:cubicBezTo>
                                  <a:lnTo>
                                    <a:pt x="1212" y="7508"/>
                                  </a:lnTo>
                                  <a:cubicBezTo>
                                    <a:pt x="1306" y="7508"/>
                                    <a:pt x="1393" y="7501"/>
                                    <a:pt x="1486" y="7494"/>
                                  </a:cubicBezTo>
                                  <a:lnTo>
                                    <a:pt x="2164" y="7494"/>
                                  </a:lnTo>
                                  <a:lnTo>
                                    <a:pt x="2316" y="7501"/>
                                  </a:lnTo>
                                  <a:lnTo>
                                    <a:pt x="2438" y="7508"/>
                                  </a:lnTo>
                                  <a:lnTo>
                                    <a:pt x="2590" y="7516"/>
                                  </a:lnTo>
                                  <a:lnTo>
                                    <a:pt x="2712" y="7530"/>
                                  </a:lnTo>
                                  <a:lnTo>
                                    <a:pt x="2857" y="7545"/>
                                  </a:lnTo>
                                  <a:lnTo>
                                    <a:pt x="2979" y="7552"/>
                                  </a:lnTo>
                                  <a:lnTo>
                                    <a:pt x="3124" y="7573"/>
                                  </a:lnTo>
                                  <a:lnTo>
                                    <a:pt x="3246" y="7588"/>
                                  </a:lnTo>
                                  <a:lnTo>
                                    <a:pt x="3398" y="7617"/>
                                  </a:lnTo>
                                  <a:lnTo>
                                    <a:pt x="3520" y="7638"/>
                                  </a:lnTo>
                                  <a:lnTo>
                                    <a:pt x="3672" y="7667"/>
                                  </a:lnTo>
                                  <a:lnTo>
                                    <a:pt x="3780" y="7689"/>
                                  </a:lnTo>
                                  <a:cubicBezTo>
                                    <a:pt x="3888" y="7710"/>
                                    <a:pt x="3996" y="7732"/>
                                    <a:pt x="4097" y="7761"/>
                                  </a:cubicBezTo>
                                  <a:lnTo>
                                    <a:pt x="4126" y="267"/>
                                  </a:lnTo>
                                  <a:cubicBezTo>
                                    <a:pt x="4025" y="238"/>
                                    <a:pt x="3917" y="217"/>
                                    <a:pt x="3816" y="195"/>
                                  </a:cubicBezTo>
                                  <a:lnTo>
                                    <a:pt x="3773" y="188"/>
                                  </a:lnTo>
                                  <a:cubicBezTo>
                                    <a:pt x="3751" y="181"/>
                                    <a:pt x="3729" y="173"/>
                                    <a:pt x="3701" y="173"/>
                                  </a:cubicBezTo>
                                  <a:lnTo>
                                    <a:pt x="3549" y="145"/>
                                  </a:lnTo>
                                  <a:lnTo>
                                    <a:pt x="3434" y="123"/>
                                  </a:lnTo>
                                  <a:lnTo>
                                    <a:pt x="3275" y="101"/>
                                  </a:lnTo>
                                  <a:lnTo>
                                    <a:pt x="3210" y="87"/>
                                  </a:lnTo>
                                  <a:lnTo>
                                    <a:pt x="3160" y="80"/>
                                  </a:lnTo>
                                  <a:lnTo>
                                    <a:pt x="3015" y="65"/>
                                  </a:lnTo>
                                  <a:lnTo>
                                    <a:pt x="2886" y="51"/>
                                  </a:lnTo>
                                  <a:lnTo>
                                    <a:pt x="2741" y="36"/>
                                  </a:lnTo>
                                  <a:lnTo>
                                    <a:pt x="2662" y="29"/>
                                  </a:lnTo>
                                  <a:lnTo>
                                    <a:pt x="2619" y="29"/>
                                  </a:lnTo>
                                  <a:lnTo>
                                    <a:pt x="2467" y="15"/>
                                  </a:lnTo>
                                  <a:lnTo>
                                    <a:pt x="2352" y="8"/>
                                  </a:lnTo>
                                  <a:lnTo>
                                    <a:pt x="220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74957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374957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115" name="Google Shape;440;p39">
                              <a:extLst>
                                <a:ext uri="{FF2B5EF4-FFF2-40B4-BE49-F238E27FC236}">
                                  <a16:creationId xmlns:a16="http://schemas.microsoft.com/office/drawing/2014/main" id="{E0BB96E8-2354-63EF-CD89-6EE901E2AAB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897425" y="276875"/>
                              <a:ext cx="79550" cy="2928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182" h="11714" extrusionOk="0">
                                  <a:moveTo>
                                    <a:pt x="3181" y="1"/>
                                  </a:moveTo>
                                  <a:lnTo>
                                    <a:pt x="29" y="4227"/>
                                  </a:lnTo>
                                  <a:lnTo>
                                    <a:pt x="0" y="11714"/>
                                  </a:lnTo>
                                  <a:lnTo>
                                    <a:pt x="3152" y="7487"/>
                                  </a:lnTo>
                                  <a:lnTo>
                                    <a:pt x="3181" y="1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74957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3E516C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116" name="Google Shape;441;p39">
                              <a:extLst>
                                <a:ext uri="{FF2B5EF4-FFF2-40B4-BE49-F238E27FC236}">
                                  <a16:creationId xmlns:a16="http://schemas.microsoft.com/office/drawing/2014/main" id="{7665A322-5172-5A0C-83CC-3DDE3ADBD78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721800" y="260350"/>
                              <a:ext cx="255175" cy="1222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207" h="4889" extrusionOk="0">
                                  <a:moveTo>
                                    <a:pt x="4749" y="1"/>
                                  </a:moveTo>
                                  <a:cubicBezTo>
                                    <a:pt x="3158" y="1"/>
                                    <a:pt x="1567" y="168"/>
                                    <a:pt x="1" y="503"/>
                                  </a:cubicBezTo>
                                  <a:lnTo>
                                    <a:pt x="2943" y="4794"/>
                                  </a:lnTo>
                                  <a:cubicBezTo>
                                    <a:pt x="3555" y="4675"/>
                                    <a:pt x="4174" y="4614"/>
                                    <a:pt x="4792" y="4614"/>
                                  </a:cubicBezTo>
                                  <a:cubicBezTo>
                                    <a:pt x="5552" y="4614"/>
                                    <a:pt x="6311" y="4705"/>
                                    <a:pt x="7054" y="4888"/>
                                  </a:cubicBezTo>
                                  <a:lnTo>
                                    <a:pt x="10206" y="662"/>
                                  </a:lnTo>
                                  <a:cubicBezTo>
                                    <a:pt x="8412" y="222"/>
                                    <a:pt x="6580" y="1"/>
                                    <a:pt x="4749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E9AA1B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92" name="Google Shape;442;p39">
                            <a:extLst>
                              <a:ext uri="{FF2B5EF4-FFF2-40B4-BE49-F238E27FC236}">
                                <a16:creationId xmlns:a16="http://schemas.microsoft.com/office/drawing/2014/main" id="{1AEBD924-DF92-3AE6-EB16-B77F2963EDB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601280" y="2499822"/>
                            <a:ext cx="873411" cy="971035"/>
                            <a:chOff x="4428250" y="314750"/>
                            <a:chExt cx="267975" cy="297900"/>
                          </a:xfrm>
                        </p:grpSpPr>
                        <p:sp>
                          <p:nvSpPr>
                            <p:cNvPr id="110" name="Google Shape;443;p39">
                              <a:extLst>
                                <a:ext uri="{FF2B5EF4-FFF2-40B4-BE49-F238E27FC236}">
                                  <a16:creationId xmlns:a16="http://schemas.microsoft.com/office/drawing/2014/main" id="{CFBA2103-A541-BC6A-9A85-ECE76384F05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428975" y="314750"/>
                              <a:ext cx="267250" cy="1525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690" h="6103" extrusionOk="0">
                                  <a:moveTo>
                                    <a:pt x="7747" y="0"/>
                                  </a:moveTo>
                                  <a:cubicBezTo>
                                    <a:pt x="4386" y="729"/>
                                    <a:pt x="1530" y="2207"/>
                                    <a:pt x="1" y="4263"/>
                                  </a:cubicBezTo>
                                  <a:lnTo>
                                    <a:pt x="7314" y="6102"/>
                                  </a:lnTo>
                                  <a:cubicBezTo>
                                    <a:pt x="7970" y="5215"/>
                                    <a:pt x="9225" y="4580"/>
                                    <a:pt x="10689" y="4292"/>
                                  </a:cubicBezTo>
                                  <a:lnTo>
                                    <a:pt x="774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CCC3B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111" name="Google Shape;444;p39">
                              <a:extLst>
                                <a:ext uri="{FF2B5EF4-FFF2-40B4-BE49-F238E27FC236}">
                                  <a16:creationId xmlns:a16="http://schemas.microsoft.com/office/drawing/2014/main" id="{2904FDF0-EE60-A25C-A680-36ED3A3DD0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611100" y="422025"/>
                              <a:ext cx="84775" cy="1904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391" h="7618" extrusionOk="0">
                                  <a:moveTo>
                                    <a:pt x="3390" y="1"/>
                                  </a:moveTo>
                                  <a:cubicBezTo>
                                    <a:pt x="3318" y="22"/>
                                    <a:pt x="3231" y="37"/>
                                    <a:pt x="3145" y="58"/>
                                  </a:cubicBezTo>
                                  <a:lnTo>
                                    <a:pt x="3065" y="80"/>
                                  </a:lnTo>
                                  <a:lnTo>
                                    <a:pt x="2900" y="123"/>
                                  </a:lnTo>
                                  <a:lnTo>
                                    <a:pt x="2806" y="145"/>
                                  </a:lnTo>
                                  <a:cubicBezTo>
                                    <a:pt x="2755" y="159"/>
                                    <a:pt x="2705" y="174"/>
                                    <a:pt x="2654" y="188"/>
                                  </a:cubicBezTo>
                                  <a:lnTo>
                                    <a:pt x="2553" y="217"/>
                                  </a:lnTo>
                                  <a:lnTo>
                                    <a:pt x="2481" y="239"/>
                                  </a:lnTo>
                                  <a:lnTo>
                                    <a:pt x="2395" y="268"/>
                                  </a:lnTo>
                                  <a:lnTo>
                                    <a:pt x="2330" y="289"/>
                                  </a:lnTo>
                                  <a:cubicBezTo>
                                    <a:pt x="2258" y="318"/>
                                    <a:pt x="2186" y="340"/>
                                    <a:pt x="2113" y="369"/>
                                  </a:cubicBezTo>
                                  <a:lnTo>
                                    <a:pt x="2085" y="383"/>
                                  </a:lnTo>
                                  <a:lnTo>
                                    <a:pt x="1897" y="455"/>
                                  </a:lnTo>
                                  <a:lnTo>
                                    <a:pt x="1839" y="484"/>
                                  </a:lnTo>
                                  <a:cubicBezTo>
                                    <a:pt x="1782" y="506"/>
                                    <a:pt x="1724" y="534"/>
                                    <a:pt x="1673" y="556"/>
                                  </a:cubicBezTo>
                                  <a:lnTo>
                                    <a:pt x="1623" y="578"/>
                                  </a:lnTo>
                                  <a:cubicBezTo>
                                    <a:pt x="1558" y="607"/>
                                    <a:pt x="1493" y="643"/>
                                    <a:pt x="1428" y="679"/>
                                  </a:cubicBezTo>
                                  <a:lnTo>
                                    <a:pt x="1385" y="700"/>
                                  </a:lnTo>
                                  <a:cubicBezTo>
                                    <a:pt x="1334" y="729"/>
                                    <a:pt x="1284" y="758"/>
                                    <a:pt x="1234" y="787"/>
                                  </a:cubicBezTo>
                                  <a:lnTo>
                                    <a:pt x="1183" y="816"/>
                                  </a:lnTo>
                                  <a:lnTo>
                                    <a:pt x="1140" y="837"/>
                                  </a:lnTo>
                                  <a:lnTo>
                                    <a:pt x="1068" y="888"/>
                                  </a:lnTo>
                                  <a:lnTo>
                                    <a:pt x="981" y="946"/>
                                  </a:lnTo>
                                  <a:cubicBezTo>
                                    <a:pt x="945" y="967"/>
                                    <a:pt x="909" y="989"/>
                                    <a:pt x="880" y="1010"/>
                                  </a:cubicBezTo>
                                  <a:lnTo>
                                    <a:pt x="786" y="1075"/>
                                  </a:lnTo>
                                  <a:lnTo>
                                    <a:pt x="693" y="1147"/>
                                  </a:lnTo>
                                  <a:lnTo>
                                    <a:pt x="613" y="1212"/>
                                  </a:lnTo>
                                  <a:cubicBezTo>
                                    <a:pt x="577" y="1234"/>
                                    <a:pt x="548" y="1263"/>
                                    <a:pt x="519" y="1284"/>
                                  </a:cubicBezTo>
                                  <a:lnTo>
                                    <a:pt x="447" y="1349"/>
                                  </a:lnTo>
                                  <a:lnTo>
                                    <a:pt x="433" y="1364"/>
                                  </a:lnTo>
                                  <a:cubicBezTo>
                                    <a:pt x="390" y="1400"/>
                                    <a:pt x="354" y="1443"/>
                                    <a:pt x="310" y="1479"/>
                                  </a:cubicBezTo>
                                  <a:lnTo>
                                    <a:pt x="289" y="1508"/>
                                  </a:lnTo>
                                  <a:cubicBezTo>
                                    <a:pt x="245" y="1551"/>
                                    <a:pt x="195" y="1595"/>
                                    <a:pt x="159" y="1645"/>
                                  </a:cubicBezTo>
                                  <a:cubicBezTo>
                                    <a:pt x="130" y="1681"/>
                                    <a:pt x="101" y="1710"/>
                                    <a:pt x="72" y="1746"/>
                                  </a:cubicBezTo>
                                  <a:lnTo>
                                    <a:pt x="29" y="1804"/>
                                  </a:lnTo>
                                  <a:lnTo>
                                    <a:pt x="0" y="7617"/>
                                  </a:lnTo>
                                  <a:cubicBezTo>
                                    <a:pt x="43" y="7567"/>
                                    <a:pt x="87" y="7509"/>
                                    <a:pt x="130" y="7458"/>
                                  </a:cubicBezTo>
                                  <a:lnTo>
                                    <a:pt x="130" y="7451"/>
                                  </a:lnTo>
                                  <a:cubicBezTo>
                                    <a:pt x="173" y="7401"/>
                                    <a:pt x="209" y="7357"/>
                                    <a:pt x="253" y="7314"/>
                                  </a:cubicBezTo>
                                  <a:lnTo>
                                    <a:pt x="281" y="7285"/>
                                  </a:lnTo>
                                  <a:cubicBezTo>
                                    <a:pt x="325" y="7242"/>
                                    <a:pt x="368" y="7199"/>
                                    <a:pt x="411" y="7155"/>
                                  </a:cubicBezTo>
                                  <a:cubicBezTo>
                                    <a:pt x="440" y="7134"/>
                                    <a:pt x="462" y="7112"/>
                                    <a:pt x="491" y="7091"/>
                                  </a:cubicBezTo>
                                  <a:cubicBezTo>
                                    <a:pt x="512" y="7069"/>
                                    <a:pt x="548" y="7040"/>
                                    <a:pt x="577" y="7018"/>
                                  </a:cubicBezTo>
                                  <a:lnTo>
                                    <a:pt x="657" y="6953"/>
                                  </a:lnTo>
                                  <a:cubicBezTo>
                                    <a:pt x="693" y="6925"/>
                                    <a:pt x="721" y="6903"/>
                                    <a:pt x="757" y="6881"/>
                                  </a:cubicBezTo>
                                  <a:cubicBezTo>
                                    <a:pt x="786" y="6852"/>
                                    <a:pt x="815" y="6838"/>
                                    <a:pt x="844" y="6816"/>
                                  </a:cubicBezTo>
                                  <a:cubicBezTo>
                                    <a:pt x="873" y="6802"/>
                                    <a:pt x="909" y="6773"/>
                                    <a:pt x="945" y="6752"/>
                                  </a:cubicBezTo>
                                  <a:lnTo>
                                    <a:pt x="1032" y="6694"/>
                                  </a:lnTo>
                                  <a:lnTo>
                                    <a:pt x="1147" y="6622"/>
                                  </a:lnTo>
                                  <a:lnTo>
                                    <a:pt x="1197" y="6593"/>
                                  </a:lnTo>
                                  <a:cubicBezTo>
                                    <a:pt x="1248" y="6564"/>
                                    <a:pt x="1298" y="6535"/>
                                    <a:pt x="1349" y="6506"/>
                                  </a:cubicBezTo>
                                  <a:lnTo>
                                    <a:pt x="1392" y="6485"/>
                                  </a:lnTo>
                                  <a:cubicBezTo>
                                    <a:pt x="1457" y="6449"/>
                                    <a:pt x="1522" y="6413"/>
                                    <a:pt x="1594" y="6384"/>
                                  </a:cubicBezTo>
                                  <a:lnTo>
                                    <a:pt x="1637" y="6362"/>
                                  </a:lnTo>
                                  <a:cubicBezTo>
                                    <a:pt x="1688" y="6340"/>
                                    <a:pt x="1746" y="6312"/>
                                    <a:pt x="1803" y="6290"/>
                                  </a:cubicBezTo>
                                  <a:lnTo>
                                    <a:pt x="1861" y="6261"/>
                                  </a:lnTo>
                                  <a:cubicBezTo>
                                    <a:pt x="1926" y="6239"/>
                                    <a:pt x="1984" y="6211"/>
                                    <a:pt x="2049" y="6189"/>
                                  </a:cubicBezTo>
                                  <a:lnTo>
                                    <a:pt x="2077" y="6175"/>
                                  </a:lnTo>
                                  <a:cubicBezTo>
                                    <a:pt x="2149" y="6146"/>
                                    <a:pt x="2222" y="6124"/>
                                    <a:pt x="2294" y="6095"/>
                                  </a:cubicBezTo>
                                  <a:lnTo>
                                    <a:pt x="2359" y="6074"/>
                                  </a:lnTo>
                                  <a:lnTo>
                                    <a:pt x="2517" y="6023"/>
                                  </a:lnTo>
                                  <a:lnTo>
                                    <a:pt x="2618" y="5994"/>
                                  </a:lnTo>
                                  <a:lnTo>
                                    <a:pt x="2770" y="5951"/>
                                  </a:lnTo>
                                  <a:lnTo>
                                    <a:pt x="2856" y="5929"/>
                                  </a:lnTo>
                                  <a:cubicBezTo>
                                    <a:pt x="2914" y="5915"/>
                                    <a:pt x="2972" y="5900"/>
                                    <a:pt x="3029" y="5886"/>
                                  </a:cubicBezTo>
                                  <a:lnTo>
                                    <a:pt x="3109" y="5864"/>
                                  </a:lnTo>
                                  <a:cubicBezTo>
                                    <a:pt x="3195" y="5843"/>
                                    <a:pt x="3282" y="5828"/>
                                    <a:pt x="3368" y="5807"/>
                                  </a:cubicBezTo>
                                  <a:lnTo>
                                    <a:pt x="3390" y="1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74957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374957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112" name="Google Shape;445;p39">
                              <a:extLst>
                                <a:ext uri="{FF2B5EF4-FFF2-40B4-BE49-F238E27FC236}">
                                  <a16:creationId xmlns:a16="http://schemas.microsoft.com/office/drawing/2014/main" id="{93BE207A-F6BC-D221-AD3B-5D5FB72B4D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428250" y="421300"/>
                              <a:ext cx="183600" cy="1913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344" h="7654" extrusionOk="0">
                                  <a:moveTo>
                                    <a:pt x="30" y="1"/>
                                  </a:moveTo>
                                  <a:lnTo>
                                    <a:pt x="1" y="5814"/>
                                  </a:lnTo>
                                  <a:lnTo>
                                    <a:pt x="7314" y="7653"/>
                                  </a:lnTo>
                                  <a:lnTo>
                                    <a:pt x="7343" y="1840"/>
                                  </a:lnTo>
                                  <a:lnTo>
                                    <a:pt x="30" y="1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5F7D95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93" name="Google Shape;446;p39">
                            <a:extLst>
                              <a:ext uri="{FF2B5EF4-FFF2-40B4-BE49-F238E27FC236}">
                                <a16:creationId xmlns:a16="http://schemas.microsoft.com/office/drawing/2014/main" id="{35480C20-3B4B-26B0-61BD-9E520DF7AA1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478137" y="2994244"/>
                            <a:ext cx="724140" cy="841710"/>
                            <a:chOff x="4390750" y="609200"/>
                            <a:chExt cx="222176" cy="258225"/>
                          </a:xfrm>
                        </p:grpSpPr>
                        <p:sp>
                          <p:nvSpPr>
                            <p:cNvPr id="106" name="Google Shape;447;p39">
                              <a:extLst>
                                <a:ext uri="{FF2B5EF4-FFF2-40B4-BE49-F238E27FC236}">
                                  <a16:creationId xmlns:a16="http://schemas.microsoft.com/office/drawing/2014/main" id="{E7BFC7AB-2D68-FEFD-FF07-BEE0B8A09B8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99549" y="654997"/>
                              <a:ext cx="13377" cy="1358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92" h="5432" extrusionOk="0">
                                  <a:moveTo>
                                    <a:pt x="491" y="0"/>
                                  </a:moveTo>
                                  <a:lnTo>
                                    <a:pt x="491" y="0"/>
                                  </a:lnTo>
                                  <a:cubicBezTo>
                                    <a:pt x="448" y="51"/>
                                    <a:pt x="419" y="101"/>
                                    <a:pt x="383" y="152"/>
                                  </a:cubicBezTo>
                                  <a:lnTo>
                                    <a:pt x="354" y="202"/>
                                  </a:lnTo>
                                  <a:cubicBezTo>
                                    <a:pt x="332" y="231"/>
                                    <a:pt x="318" y="260"/>
                                    <a:pt x="304" y="289"/>
                                  </a:cubicBezTo>
                                  <a:lnTo>
                                    <a:pt x="296" y="303"/>
                                  </a:lnTo>
                                  <a:cubicBezTo>
                                    <a:pt x="282" y="332"/>
                                    <a:pt x="267" y="361"/>
                                    <a:pt x="253" y="382"/>
                                  </a:cubicBezTo>
                                  <a:cubicBezTo>
                                    <a:pt x="239" y="411"/>
                                    <a:pt x="224" y="440"/>
                                    <a:pt x="210" y="469"/>
                                  </a:cubicBezTo>
                                  <a:cubicBezTo>
                                    <a:pt x="195" y="491"/>
                                    <a:pt x="188" y="519"/>
                                    <a:pt x="174" y="548"/>
                                  </a:cubicBezTo>
                                  <a:cubicBezTo>
                                    <a:pt x="166" y="577"/>
                                    <a:pt x="159" y="592"/>
                                    <a:pt x="152" y="606"/>
                                  </a:cubicBezTo>
                                  <a:cubicBezTo>
                                    <a:pt x="152" y="613"/>
                                    <a:pt x="145" y="620"/>
                                    <a:pt x="145" y="628"/>
                                  </a:cubicBezTo>
                                  <a:cubicBezTo>
                                    <a:pt x="138" y="656"/>
                                    <a:pt x="130" y="678"/>
                                    <a:pt x="116" y="707"/>
                                  </a:cubicBezTo>
                                  <a:cubicBezTo>
                                    <a:pt x="109" y="729"/>
                                    <a:pt x="102" y="765"/>
                                    <a:pt x="94" y="786"/>
                                  </a:cubicBezTo>
                                  <a:cubicBezTo>
                                    <a:pt x="87" y="815"/>
                                    <a:pt x="80" y="837"/>
                                    <a:pt x="73" y="866"/>
                                  </a:cubicBezTo>
                                  <a:cubicBezTo>
                                    <a:pt x="66" y="894"/>
                                    <a:pt x="66" y="909"/>
                                    <a:pt x="58" y="931"/>
                                  </a:cubicBezTo>
                                  <a:cubicBezTo>
                                    <a:pt x="58" y="938"/>
                                    <a:pt x="58" y="945"/>
                                    <a:pt x="58" y="952"/>
                                  </a:cubicBezTo>
                                  <a:cubicBezTo>
                                    <a:pt x="58" y="974"/>
                                    <a:pt x="51" y="1003"/>
                                    <a:pt x="44" y="1032"/>
                                  </a:cubicBezTo>
                                  <a:cubicBezTo>
                                    <a:pt x="44" y="1053"/>
                                    <a:pt x="37" y="1082"/>
                                    <a:pt x="29" y="1111"/>
                                  </a:cubicBezTo>
                                  <a:lnTo>
                                    <a:pt x="29" y="1190"/>
                                  </a:lnTo>
                                  <a:lnTo>
                                    <a:pt x="29" y="1248"/>
                                  </a:lnTo>
                                  <a:lnTo>
                                    <a:pt x="29" y="1298"/>
                                  </a:lnTo>
                                  <a:lnTo>
                                    <a:pt x="2" y="5279"/>
                                  </a:lnTo>
                                  <a:lnTo>
                                    <a:pt x="2" y="5279"/>
                                  </a:lnTo>
                                  <a:cubicBezTo>
                                    <a:pt x="3" y="5268"/>
                                    <a:pt x="4" y="5257"/>
                                    <a:pt x="8" y="5244"/>
                                  </a:cubicBezTo>
                                  <a:cubicBezTo>
                                    <a:pt x="15" y="5215"/>
                                    <a:pt x="15" y="5193"/>
                                    <a:pt x="15" y="5164"/>
                                  </a:cubicBezTo>
                                  <a:cubicBezTo>
                                    <a:pt x="22" y="5135"/>
                                    <a:pt x="22" y="5107"/>
                                    <a:pt x="29" y="5085"/>
                                  </a:cubicBezTo>
                                  <a:cubicBezTo>
                                    <a:pt x="37" y="5056"/>
                                    <a:pt x="44" y="5027"/>
                                    <a:pt x="51" y="4998"/>
                                  </a:cubicBezTo>
                                  <a:cubicBezTo>
                                    <a:pt x="58" y="4970"/>
                                    <a:pt x="58" y="4948"/>
                                    <a:pt x="66" y="4919"/>
                                  </a:cubicBezTo>
                                  <a:cubicBezTo>
                                    <a:pt x="73" y="4897"/>
                                    <a:pt x="87" y="4869"/>
                                    <a:pt x="94" y="4832"/>
                                  </a:cubicBezTo>
                                  <a:cubicBezTo>
                                    <a:pt x="102" y="4796"/>
                                    <a:pt x="109" y="4782"/>
                                    <a:pt x="116" y="4753"/>
                                  </a:cubicBezTo>
                                  <a:cubicBezTo>
                                    <a:pt x="130" y="4731"/>
                                    <a:pt x="138" y="4703"/>
                                    <a:pt x="152" y="4674"/>
                                  </a:cubicBezTo>
                                  <a:cubicBezTo>
                                    <a:pt x="159" y="4645"/>
                                    <a:pt x="174" y="4623"/>
                                    <a:pt x="188" y="4594"/>
                                  </a:cubicBezTo>
                                  <a:cubicBezTo>
                                    <a:pt x="195" y="4566"/>
                                    <a:pt x="210" y="4537"/>
                                    <a:pt x="224" y="4515"/>
                                  </a:cubicBezTo>
                                  <a:cubicBezTo>
                                    <a:pt x="239" y="4486"/>
                                    <a:pt x="253" y="4457"/>
                                    <a:pt x="267" y="4429"/>
                                  </a:cubicBezTo>
                                  <a:cubicBezTo>
                                    <a:pt x="282" y="4407"/>
                                    <a:pt x="304" y="4364"/>
                                    <a:pt x="325" y="4328"/>
                                  </a:cubicBezTo>
                                  <a:cubicBezTo>
                                    <a:pt x="340" y="4313"/>
                                    <a:pt x="347" y="4299"/>
                                    <a:pt x="361" y="4284"/>
                                  </a:cubicBezTo>
                                  <a:cubicBezTo>
                                    <a:pt x="390" y="4234"/>
                                    <a:pt x="426" y="4183"/>
                                    <a:pt x="462" y="4133"/>
                                  </a:cubicBezTo>
                                  <a:lnTo>
                                    <a:pt x="491" y="0"/>
                                  </a:lnTo>
                                  <a:close/>
                                  <a:moveTo>
                                    <a:pt x="2" y="5279"/>
                                  </a:moveTo>
                                  <a:cubicBezTo>
                                    <a:pt x="1" y="5291"/>
                                    <a:pt x="1" y="5304"/>
                                    <a:pt x="1" y="5323"/>
                                  </a:cubicBezTo>
                                  <a:lnTo>
                                    <a:pt x="1" y="5431"/>
                                  </a:lnTo>
                                  <a:lnTo>
                                    <a:pt x="2" y="527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74957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374957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107" name="Google Shape;448;p39">
                              <a:extLst>
                                <a:ext uri="{FF2B5EF4-FFF2-40B4-BE49-F238E27FC236}">
                                  <a16:creationId xmlns:a16="http://schemas.microsoft.com/office/drawing/2014/main" id="{78FFA1F7-C3C7-AE99-3746-8172E40F5E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427175" y="721700"/>
                              <a:ext cx="185750" cy="1457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430" h="5829" extrusionOk="0">
                                  <a:moveTo>
                                    <a:pt x="7429" y="1"/>
                                  </a:moveTo>
                                  <a:lnTo>
                                    <a:pt x="29" y="1696"/>
                                  </a:lnTo>
                                  <a:lnTo>
                                    <a:pt x="1" y="5828"/>
                                  </a:lnTo>
                                  <a:lnTo>
                                    <a:pt x="7400" y="4133"/>
                                  </a:lnTo>
                                  <a:lnTo>
                                    <a:pt x="7429" y="1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74957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374957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108" name="Google Shape;449;p39">
                              <a:extLst>
                                <a:ext uri="{FF2B5EF4-FFF2-40B4-BE49-F238E27FC236}">
                                  <a16:creationId xmlns:a16="http://schemas.microsoft.com/office/drawing/2014/main" id="{4DA950BB-3211-1734-9146-D99D4D91782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400300" y="686900"/>
                              <a:ext cx="27625" cy="1805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05" h="7221" extrusionOk="0">
                                  <a:moveTo>
                                    <a:pt x="30" y="1"/>
                                  </a:moveTo>
                                  <a:lnTo>
                                    <a:pt x="1" y="4133"/>
                                  </a:lnTo>
                                  <a:cubicBezTo>
                                    <a:pt x="1" y="5201"/>
                                    <a:pt x="369" y="6247"/>
                                    <a:pt x="1076" y="7220"/>
                                  </a:cubicBezTo>
                                  <a:lnTo>
                                    <a:pt x="1104" y="3088"/>
                                  </a:lnTo>
                                  <a:cubicBezTo>
                                    <a:pt x="527" y="2294"/>
                                    <a:pt x="174" y="1458"/>
                                    <a:pt x="66" y="599"/>
                                  </a:cubicBezTo>
                                  <a:cubicBezTo>
                                    <a:pt x="44" y="397"/>
                                    <a:pt x="30" y="195"/>
                                    <a:pt x="30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5F7D95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109" name="Google Shape;450;p39">
                              <a:extLst>
                                <a:ext uri="{FF2B5EF4-FFF2-40B4-BE49-F238E27FC236}">
                                  <a16:creationId xmlns:a16="http://schemas.microsoft.com/office/drawing/2014/main" id="{75E81E52-33EB-494C-6764-A244F3181EE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390750" y="609200"/>
                              <a:ext cx="222175" cy="1549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8887" h="6196" extrusionOk="0">
                                  <a:moveTo>
                                    <a:pt x="1530" y="0"/>
                                  </a:moveTo>
                                  <a:cubicBezTo>
                                    <a:pt x="1" y="2049"/>
                                    <a:pt x="94" y="4277"/>
                                    <a:pt x="1486" y="6196"/>
                                  </a:cubicBezTo>
                                  <a:lnTo>
                                    <a:pt x="8886" y="4508"/>
                                  </a:lnTo>
                                  <a:cubicBezTo>
                                    <a:pt x="8244" y="3686"/>
                                    <a:pt x="8180" y="2726"/>
                                    <a:pt x="8843" y="1839"/>
                                  </a:cubicBezTo>
                                  <a:lnTo>
                                    <a:pt x="153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8BC28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94" name="Google Shape;451;p39">
                            <a:extLst>
                              <a:ext uri="{FF2B5EF4-FFF2-40B4-BE49-F238E27FC236}">
                                <a16:creationId xmlns:a16="http://schemas.microsoft.com/office/drawing/2014/main" id="{FE5D9D26-4398-39F7-4147-E9F5833AD22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594513" y="3495491"/>
                            <a:ext cx="843996" cy="681338"/>
                            <a:chOff x="4427350" y="850800"/>
                            <a:chExt cx="258950" cy="209025"/>
                          </a:xfrm>
                        </p:grpSpPr>
                        <p:sp>
                          <p:nvSpPr>
                            <p:cNvPr id="103" name="Google Shape;452;p39">
                              <a:extLst>
                                <a:ext uri="{FF2B5EF4-FFF2-40B4-BE49-F238E27FC236}">
                                  <a16:creationId xmlns:a16="http://schemas.microsoft.com/office/drawing/2014/main" id="{3CEF2F61-9762-4D63-BAC0-15782D520B9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427350" y="893175"/>
                              <a:ext cx="179975" cy="1666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99" h="6666" extrusionOk="0">
                                  <a:moveTo>
                                    <a:pt x="30" y="1"/>
                                  </a:moveTo>
                                  <a:lnTo>
                                    <a:pt x="1" y="2453"/>
                                  </a:lnTo>
                                  <a:cubicBezTo>
                                    <a:pt x="679" y="3398"/>
                                    <a:pt x="1681" y="4271"/>
                                    <a:pt x="2958" y="5006"/>
                                  </a:cubicBezTo>
                                  <a:lnTo>
                                    <a:pt x="3181" y="5136"/>
                                  </a:lnTo>
                                  <a:lnTo>
                                    <a:pt x="3261" y="5179"/>
                                  </a:lnTo>
                                  <a:lnTo>
                                    <a:pt x="3412" y="5259"/>
                                  </a:lnTo>
                                  <a:lnTo>
                                    <a:pt x="3506" y="5309"/>
                                  </a:lnTo>
                                  <a:lnTo>
                                    <a:pt x="3650" y="5381"/>
                                  </a:lnTo>
                                  <a:lnTo>
                                    <a:pt x="3751" y="5432"/>
                                  </a:lnTo>
                                  <a:lnTo>
                                    <a:pt x="3888" y="5497"/>
                                  </a:lnTo>
                                  <a:lnTo>
                                    <a:pt x="3996" y="5547"/>
                                  </a:lnTo>
                                  <a:lnTo>
                                    <a:pt x="4133" y="5612"/>
                                  </a:lnTo>
                                  <a:lnTo>
                                    <a:pt x="4249" y="5670"/>
                                  </a:lnTo>
                                  <a:lnTo>
                                    <a:pt x="4386" y="5727"/>
                                  </a:lnTo>
                                  <a:lnTo>
                                    <a:pt x="4509" y="5778"/>
                                  </a:lnTo>
                                  <a:lnTo>
                                    <a:pt x="4646" y="5836"/>
                                  </a:lnTo>
                                  <a:lnTo>
                                    <a:pt x="4768" y="5886"/>
                                  </a:lnTo>
                                  <a:lnTo>
                                    <a:pt x="4912" y="5944"/>
                                  </a:lnTo>
                                  <a:lnTo>
                                    <a:pt x="4920" y="5944"/>
                                  </a:lnTo>
                                  <a:lnTo>
                                    <a:pt x="4948" y="5958"/>
                                  </a:lnTo>
                                  <a:cubicBezTo>
                                    <a:pt x="5049" y="5994"/>
                                    <a:pt x="5158" y="6038"/>
                                    <a:pt x="5266" y="6074"/>
                                  </a:cubicBezTo>
                                  <a:lnTo>
                                    <a:pt x="5360" y="6110"/>
                                  </a:lnTo>
                                  <a:cubicBezTo>
                                    <a:pt x="5475" y="6153"/>
                                    <a:pt x="5598" y="6203"/>
                                    <a:pt x="5720" y="6240"/>
                                  </a:cubicBezTo>
                                  <a:lnTo>
                                    <a:pt x="5735" y="6247"/>
                                  </a:lnTo>
                                  <a:cubicBezTo>
                                    <a:pt x="5857" y="6283"/>
                                    <a:pt x="5973" y="6319"/>
                                    <a:pt x="6095" y="6362"/>
                                  </a:cubicBezTo>
                                  <a:lnTo>
                                    <a:pt x="6189" y="6391"/>
                                  </a:lnTo>
                                  <a:cubicBezTo>
                                    <a:pt x="6319" y="6427"/>
                                    <a:pt x="6441" y="6463"/>
                                    <a:pt x="6571" y="6499"/>
                                  </a:cubicBezTo>
                                  <a:cubicBezTo>
                                    <a:pt x="6651" y="6528"/>
                                    <a:pt x="6737" y="6550"/>
                                    <a:pt x="6816" y="6571"/>
                                  </a:cubicBezTo>
                                  <a:lnTo>
                                    <a:pt x="6867" y="6586"/>
                                  </a:lnTo>
                                  <a:cubicBezTo>
                                    <a:pt x="6968" y="6615"/>
                                    <a:pt x="7069" y="6636"/>
                                    <a:pt x="7170" y="6665"/>
                                  </a:cubicBezTo>
                                  <a:lnTo>
                                    <a:pt x="7199" y="4213"/>
                                  </a:lnTo>
                                  <a:lnTo>
                                    <a:pt x="6910" y="4133"/>
                                  </a:lnTo>
                                  <a:lnTo>
                                    <a:pt x="6853" y="4119"/>
                                  </a:lnTo>
                                  <a:lnTo>
                                    <a:pt x="6607" y="4054"/>
                                  </a:lnTo>
                                  <a:cubicBezTo>
                                    <a:pt x="6485" y="4018"/>
                                    <a:pt x="6355" y="3975"/>
                                    <a:pt x="6225" y="3939"/>
                                  </a:cubicBezTo>
                                  <a:lnTo>
                                    <a:pt x="6131" y="3910"/>
                                  </a:lnTo>
                                  <a:cubicBezTo>
                                    <a:pt x="6009" y="3874"/>
                                    <a:pt x="5893" y="3831"/>
                                    <a:pt x="5771" y="3795"/>
                                  </a:cubicBezTo>
                                  <a:lnTo>
                                    <a:pt x="5756" y="3787"/>
                                  </a:lnTo>
                                  <a:cubicBezTo>
                                    <a:pt x="5634" y="3744"/>
                                    <a:pt x="5511" y="3701"/>
                                    <a:pt x="5396" y="3657"/>
                                  </a:cubicBezTo>
                                  <a:lnTo>
                                    <a:pt x="5302" y="3629"/>
                                  </a:lnTo>
                                  <a:cubicBezTo>
                                    <a:pt x="5194" y="3585"/>
                                    <a:pt x="5085" y="3549"/>
                                    <a:pt x="4977" y="3506"/>
                                  </a:cubicBezTo>
                                  <a:lnTo>
                                    <a:pt x="4941" y="3492"/>
                                  </a:lnTo>
                                  <a:lnTo>
                                    <a:pt x="4804" y="3434"/>
                                  </a:lnTo>
                                  <a:lnTo>
                                    <a:pt x="4682" y="3383"/>
                                  </a:lnTo>
                                  <a:lnTo>
                                    <a:pt x="4545" y="3326"/>
                                  </a:lnTo>
                                  <a:lnTo>
                                    <a:pt x="4422" y="3275"/>
                                  </a:lnTo>
                                  <a:lnTo>
                                    <a:pt x="4285" y="3218"/>
                                  </a:lnTo>
                                  <a:lnTo>
                                    <a:pt x="4170" y="3160"/>
                                  </a:lnTo>
                                  <a:lnTo>
                                    <a:pt x="4032" y="3102"/>
                                  </a:lnTo>
                                  <a:lnTo>
                                    <a:pt x="3924" y="3044"/>
                                  </a:lnTo>
                                  <a:lnTo>
                                    <a:pt x="3787" y="2980"/>
                                  </a:lnTo>
                                  <a:lnTo>
                                    <a:pt x="3679" y="2929"/>
                                  </a:lnTo>
                                  <a:cubicBezTo>
                                    <a:pt x="3636" y="2907"/>
                                    <a:pt x="3585" y="2879"/>
                                    <a:pt x="3542" y="2857"/>
                                  </a:cubicBezTo>
                                  <a:lnTo>
                                    <a:pt x="3448" y="2806"/>
                                  </a:lnTo>
                                  <a:cubicBezTo>
                                    <a:pt x="3398" y="2778"/>
                                    <a:pt x="3347" y="2749"/>
                                    <a:pt x="3297" y="2727"/>
                                  </a:cubicBezTo>
                                  <a:lnTo>
                                    <a:pt x="3217" y="2684"/>
                                  </a:lnTo>
                                  <a:lnTo>
                                    <a:pt x="2994" y="2554"/>
                                  </a:lnTo>
                                  <a:cubicBezTo>
                                    <a:pt x="1717" y="1818"/>
                                    <a:pt x="715" y="946"/>
                                    <a:pt x="30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5F7D95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104" name="Google Shape;453;p39">
                              <a:extLst>
                                <a:ext uri="{FF2B5EF4-FFF2-40B4-BE49-F238E27FC236}">
                                  <a16:creationId xmlns:a16="http://schemas.microsoft.com/office/drawing/2014/main" id="{3581E051-7D4C-BC4E-416B-DE14887D5E6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427900" y="850800"/>
                              <a:ext cx="258400" cy="1477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336" h="5908" extrusionOk="0">
                                  <a:moveTo>
                                    <a:pt x="7400" y="1"/>
                                  </a:moveTo>
                                  <a:lnTo>
                                    <a:pt x="0" y="1696"/>
                                  </a:lnTo>
                                  <a:cubicBezTo>
                                    <a:pt x="686" y="2641"/>
                                    <a:pt x="1688" y="3513"/>
                                    <a:pt x="2957" y="4249"/>
                                  </a:cubicBezTo>
                                  <a:cubicBezTo>
                                    <a:pt x="4140" y="4934"/>
                                    <a:pt x="5561" y="5497"/>
                                    <a:pt x="7184" y="5908"/>
                                  </a:cubicBezTo>
                                  <a:lnTo>
                                    <a:pt x="10336" y="1681"/>
                                  </a:lnTo>
                                  <a:cubicBezTo>
                                    <a:pt x="9715" y="1530"/>
                                    <a:pt x="9124" y="1299"/>
                                    <a:pt x="8569" y="989"/>
                                  </a:cubicBezTo>
                                  <a:cubicBezTo>
                                    <a:pt x="8122" y="737"/>
                                    <a:pt x="7725" y="405"/>
                                    <a:pt x="7400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DD66C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105" name="Google Shape;454;p39">
                              <a:extLst>
                                <a:ext uri="{FF2B5EF4-FFF2-40B4-BE49-F238E27FC236}">
                                  <a16:creationId xmlns:a16="http://schemas.microsoft.com/office/drawing/2014/main" id="{3D141859-417A-E9D7-2EC1-7A9258980B7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606775" y="892825"/>
                              <a:ext cx="79525" cy="1670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181" h="6680" extrusionOk="0">
                                  <a:moveTo>
                                    <a:pt x="3181" y="0"/>
                                  </a:moveTo>
                                  <a:lnTo>
                                    <a:pt x="29" y="4227"/>
                                  </a:lnTo>
                                  <a:lnTo>
                                    <a:pt x="0" y="6679"/>
                                  </a:lnTo>
                                  <a:lnTo>
                                    <a:pt x="3181" y="2467"/>
                                  </a:lnTo>
                                  <a:lnTo>
                                    <a:pt x="3181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74957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374957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95" name="Google Shape;455;p39">
                            <a:extLst>
                              <a:ext uri="{FF2B5EF4-FFF2-40B4-BE49-F238E27FC236}">
                                <a16:creationId xmlns:a16="http://schemas.microsoft.com/office/drawing/2014/main" id="{87DA43D2-A6AD-1BC4-392D-010CF1335EE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180626" y="3770582"/>
                            <a:ext cx="876915" cy="462619"/>
                            <a:chOff x="4703050" y="934300"/>
                            <a:chExt cx="269050" cy="141925"/>
                          </a:xfrm>
                        </p:grpSpPr>
                        <p:sp>
                          <p:nvSpPr>
                            <p:cNvPr id="101" name="Google Shape;456;p39">
                              <a:extLst>
                                <a:ext uri="{FF2B5EF4-FFF2-40B4-BE49-F238E27FC236}">
                                  <a16:creationId xmlns:a16="http://schemas.microsoft.com/office/drawing/2014/main" id="{7E26ABE1-E0BE-91A6-CEA3-747B0B0E2DE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704500" y="934300"/>
                              <a:ext cx="267600" cy="1226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704" h="4904" extrusionOk="0">
                                  <a:moveTo>
                                    <a:pt x="7761" y="0"/>
                                  </a:moveTo>
                                  <a:cubicBezTo>
                                    <a:pt x="6993" y="194"/>
                                    <a:pt x="6208" y="291"/>
                                    <a:pt x="5423" y="291"/>
                                  </a:cubicBezTo>
                                  <a:cubicBezTo>
                                    <a:pt x="4661" y="291"/>
                                    <a:pt x="3899" y="199"/>
                                    <a:pt x="3152" y="15"/>
                                  </a:cubicBezTo>
                                  <a:lnTo>
                                    <a:pt x="0" y="4248"/>
                                  </a:lnTo>
                                  <a:cubicBezTo>
                                    <a:pt x="1790" y="4685"/>
                                    <a:pt x="3617" y="4903"/>
                                    <a:pt x="5444" y="4903"/>
                                  </a:cubicBezTo>
                                  <a:cubicBezTo>
                                    <a:pt x="7209" y="4903"/>
                                    <a:pt x="8974" y="4699"/>
                                    <a:pt x="10703" y="4292"/>
                                  </a:cubicBezTo>
                                  <a:lnTo>
                                    <a:pt x="7761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FD67E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102" name="Google Shape;457;p39">
                              <a:extLst>
                                <a:ext uri="{FF2B5EF4-FFF2-40B4-BE49-F238E27FC236}">
                                  <a16:creationId xmlns:a16="http://schemas.microsoft.com/office/drawing/2014/main" id="{DD3D4A3A-C364-BC35-F7B0-D024ADA23E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703050" y="1040675"/>
                              <a:ext cx="268875" cy="355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755" h="1422" extrusionOk="0">
                                  <a:moveTo>
                                    <a:pt x="29" y="1"/>
                                  </a:moveTo>
                                  <a:lnTo>
                                    <a:pt x="1" y="772"/>
                                  </a:lnTo>
                                  <a:cubicBezTo>
                                    <a:pt x="130" y="808"/>
                                    <a:pt x="260" y="837"/>
                                    <a:pt x="390" y="866"/>
                                  </a:cubicBezTo>
                                  <a:lnTo>
                                    <a:pt x="513" y="895"/>
                                  </a:lnTo>
                                  <a:lnTo>
                                    <a:pt x="787" y="953"/>
                                  </a:lnTo>
                                  <a:lnTo>
                                    <a:pt x="859" y="967"/>
                                  </a:lnTo>
                                  <a:lnTo>
                                    <a:pt x="938" y="981"/>
                                  </a:lnTo>
                                  <a:lnTo>
                                    <a:pt x="1104" y="1017"/>
                                  </a:lnTo>
                                  <a:cubicBezTo>
                                    <a:pt x="1162" y="1025"/>
                                    <a:pt x="1219" y="1039"/>
                                    <a:pt x="1277" y="1046"/>
                                  </a:cubicBezTo>
                                  <a:lnTo>
                                    <a:pt x="1443" y="1075"/>
                                  </a:lnTo>
                                  <a:lnTo>
                                    <a:pt x="1616" y="1111"/>
                                  </a:lnTo>
                                  <a:lnTo>
                                    <a:pt x="1782" y="1133"/>
                                  </a:lnTo>
                                  <a:lnTo>
                                    <a:pt x="1955" y="1162"/>
                                  </a:lnTo>
                                  <a:lnTo>
                                    <a:pt x="2121" y="1191"/>
                                  </a:lnTo>
                                  <a:lnTo>
                                    <a:pt x="2215" y="1205"/>
                                  </a:lnTo>
                                  <a:lnTo>
                                    <a:pt x="2294" y="1212"/>
                                  </a:lnTo>
                                  <a:lnTo>
                                    <a:pt x="2453" y="1234"/>
                                  </a:lnTo>
                                  <a:lnTo>
                                    <a:pt x="2633" y="1256"/>
                                  </a:lnTo>
                                  <a:lnTo>
                                    <a:pt x="2792" y="1277"/>
                                  </a:lnTo>
                                  <a:lnTo>
                                    <a:pt x="2972" y="1299"/>
                                  </a:lnTo>
                                  <a:lnTo>
                                    <a:pt x="3131" y="1313"/>
                                  </a:lnTo>
                                  <a:lnTo>
                                    <a:pt x="3311" y="1328"/>
                                  </a:lnTo>
                                  <a:lnTo>
                                    <a:pt x="3470" y="1342"/>
                                  </a:lnTo>
                                  <a:lnTo>
                                    <a:pt x="3542" y="1349"/>
                                  </a:lnTo>
                                  <a:cubicBezTo>
                                    <a:pt x="3578" y="1349"/>
                                    <a:pt x="3614" y="1356"/>
                                    <a:pt x="3650" y="1356"/>
                                  </a:cubicBezTo>
                                  <a:lnTo>
                                    <a:pt x="3809" y="1371"/>
                                  </a:lnTo>
                                  <a:lnTo>
                                    <a:pt x="3989" y="1385"/>
                                  </a:lnTo>
                                  <a:lnTo>
                                    <a:pt x="4148" y="1393"/>
                                  </a:lnTo>
                                  <a:lnTo>
                                    <a:pt x="4328" y="1400"/>
                                  </a:lnTo>
                                  <a:lnTo>
                                    <a:pt x="4487" y="1407"/>
                                  </a:lnTo>
                                  <a:lnTo>
                                    <a:pt x="4667" y="1414"/>
                                  </a:lnTo>
                                  <a:lnTo>
                                    <a:pt x="4826" y="1421"/>
                                  </a:lnTo>
                                  <a:lnTo>
                                    <a:pt x="6362" y="1421"/>
                                  </a:lnTo>
                                  <a:lnTo>
                                    <a:pt x="6571" y="1407"/>
                                  </a:lnTo>
                                  <a:lnTo>
                                    <a:pt x="6722" y="1400"/>
                                  </a:lnTo>
                                  <a:lnTo>
                                    <a:pt x="6932" y="1393"/>
                                  </a:lnTo>
                                  <a:lnTo>
                                    <a:pt x="7083" y="1378"/>
                                  </a:lnTo>
                                  <a:lnTo>
                                    <a:pt x="7292" y="1364"/>
                                  </a:lnTo>
                                  <a:lnTo>
                                    <a:pt x="7436" y="1349"/>
                                  </a:lnTo>
                                  <a:lnTo>
                                    <a:pt x="7660" y="1335"/>
                                  </a:lnTo>
                                  <a:lnTo>
                                    <a:pt x="7768" y="1320"/>
                                  </a:lnTo>
                                  <a:lnTo>
                                    <a:pt x="7790" y="1320"/>
                                  </a:lnTo>
                                  <a:cubicBezTo>
                                    <a:pt x="7927" y="1313"/>
                                    <a:pt x="8057" y="1292"/>
                                    <a:pt x="8187" y="1277"/>
                                  </a:cubicBezTo>
                                  <a:lnTo>
                                    <a:pt x="8280" y="1270"/>
                                  </a:lnTo>
                                  <a:cubicBezTo>
                                    <a:pt x="8381" y="1256"/>
                                    <a:pt x="8490" y="1241"/>
                                    <a:pt x="8590" y="1227"/>
                                  </a:cubicBezTo>
                                  <a:lnTo>
                                    <a:pt x="8713" y="1212"/>
                                  </a:lnTo>
                                  <a:cubicBezTo>
                                    <a:pt x="8821" y="1198"/>
                                    <a:pt x="8922" y="1183"/>
                                    <a:pt x="9023" y="1162"/>
                                  </a:cubicBezTo>
                                  <a:lnTo>
                                    <a:pt x="9110" y="1155"/>
                                  </a:lnTo>
                                  <a:cubicBezTo>
                                    <a:pt x="9240" y="1133"/>
                                    <a:pt x="9369" y="1104"/>
                                    <a:pt x="9499" y="1082"/>
                                  </a:cubicBezTo>
                                  <a:lnTo>
                                    <a:pt x="9521" y="1082"/>
                                  </a:lnTo>
                                  <a:lnTo>
                                    <a:pt x="9564" y="1075"/>
                                  </a:lnTo>
                                  <a:cubicBezTo>
                                    <a:pt x="9752" y="1039"/>
                                    <a:pt x="9939" y="1003"/>
                                    <a:pt x="10120" y="967"/>
                                  </a:cubicBezTo>
                                  <a:lnTo>
                                    <a:pt x="10156" y="960"/>
                                  </a:lnTo>
                                  <a:cubicBezTo>
                                    <a:pt x="10350" y="917"/>
                                    <a:pt x="10538" y="873"/>
                                    <a:pt x="10725" y="830"/>
                                  </a:cubicBezTo>
                                  <a:lnTo>
                                    <a:pt x="10754" y="51"/>
                                  </a:lnTo>
                                  <a:lnTo>
                                    <a:pt x="10754" y="51"/>
                                  </a:lnTo>
                                  <a:cubicBezTo>
                                    <a:pt x="10574" y="87"/>
                                    <a:pt x="10379" y="123"/>
                                    <a:pt x="10192" y="166"/>
                                  </a:cubicBezTo>
                                  <a:lnTo>
                                    <a:pt x="10156" y="174"/>
                                  </a:lnTo>
                                  <a:cubicBezTo>
                                    <a:pt x="9968" y="217"/>
                                    <a:pt x="9781" y="253"/>
                                    <a:pt x="9593" y="282"/>
                                  </a:cubicBezTo>
                                  <a:lnTo>
                                    <a:pt x="9535" y="296"/>
                                  </a:lnTo>
                                  <a:cubicBezTo>
                                    <a:pt x="9405" y="318"/>
                                    <a:pt x="9276" y="340"/>
                                    <a:pt x="9146" y="361"/>
                                  </a:cubicBezTo>
                                  <a:cubicBezTo>
                                    <a:pt x="9117" y="368"/>
                                    <a:pt x="9088" y="368"/>
                                    <a:pt x="9059" y="376"/>
                                  </a:cubicBezTo>
                                  <a:lnTo>
                                    <a:pt x="8749" y="419"/>
                                  </a:lnTo>
                                  <a:lnTo>
                                    <a:pt x="8627" y="440"/>
                                  </a:lnTo>
                                  <a:lnTo>
                                    <a:pt x="8309" y="477"/>
                                  </a:lnTo>
                                  <a:lnTo>
                                    <a:pt x="8223" y="491"/>
                                  </a:lnTo>
                                  <a:cubicBezTo>
                                    <a:pt x="8093" y="505"/>
                                    <a:pt x="7956" y="520"/>
                                    <a:pt x="7826" y="534"/>
                                  </a:cubicBezTo>
                                  <a:lnTo>
                                    <a:pt x="7696" y="541"/>
                                  </a:lnTo>
                                  <a:lnTo>
                                    <a:pt x="7473" y="563"/>
                                  </a:lnTo>
                                  <a:lnTo>
                                    <a:pt x="7328" y="578"/>
                                  </a:lnTo>
                                  <a:lnTo>
                                    <a:pt x="7112" y="592"/>
                                  </a:lnTo>
                                  <a:lnTo>
                                    <a:pt x="6968" y="599"/>
                                  </a:lnTo>
                                  <a:lnTo>
                                    <a:pt x="6751" y="614"/>
                                  </a:lnTo>
                                  <a:lnTo>
                                    <a:pt x="6607" y="628"/>
                                  </a:lnTo>
                                  <a:lnTo>
                                    <a:pt x="6391" y="635"/>
                                  </a:lnTo>
                                  <a:lnTo>
                                    <a:pt x="6239" y="642"/>
                                  </a:lnTo>
                                  <a:lnTo>
                                    <a:pt x="4696" y="642"/>
                                  </a:lnTo>
                                  <a:lnTo>
                                    <a:pt x="4515" y="635"/>
                                  </a:lnTo>
                                  <a:lnTo>
                                    <a:pt x="4357" y="628"/>
                                  </a:lnTo>
                                  <a:lnTo>
                                    <a:pt x="4176" y="614"/>
                                  </a:lnTo>
                                  <a:lnTo>
                                    <a:pt x="4018" y="606"/>
                                  </a:lnTo>
                                  <a:lnTo>
                                    <a:pt x="3838" y="592"/>
                                  </a:lnTo>
                                  <a:lnTo>
                                    <a:pt x="3679" y="585"/>
                                  </a:lnTo>
                                  <a:lnTo>
                                    <a:pt x="3499" y="570"/>
                                  </a:lnTo>
                                  <a:lnTo>
                                    <a:pt x="3340" y="556"/>
                                  </a:lnTo>
                                  <a:lnTo>
                                    <a:pt x="3160" y="534"/>
                                  </a:lnTo>
                                  <a:lnTo>
                                    <a:pt x="3001" y="520"/>
                                  </a:lnTo>
                                  <a:lnTo>
                                    <a:pt x="2821" y="498"/>
                                  </a:lnTo>
                                  <a:lnTo>
                                    <a:pt x="2662" y="484"/>
                                  </a:lnTo>
                                  <a:lnTo>
                                    <a:pt x="2482" y="462"/>
                                  </a:lnTo>
                                  <a:lnTo>
                                    <a:pt x="2323" y="440"/>
                                  </a:lnTo>
                                  <a:lnTo>
                                    <a:pt x="2150" y="412"/>
                                  </a:lnTo>
                                  <a:lnTo>
                                    <a:pt x="1977" y="390"/>
                                  </a:lnTo>
                                  <a:lnTo>
                                    <a:pt x="1811" y="361"/>
                                  </a:lnTo>
                                  <a:lnTo>
                                    <a:pt x="1638" y="332"/>
                                  </a:lnTo>
                                  <a:lnTo>
                                    <a:pt x="1472" y="303"/>
                                  </a:lnTo>
                                  <a:lnTo>
                                    <a:pt x="1299" y="275"/>
                                  </a:lnTo>
                                  <a:lnTo>
                                    <a:pt x="1133" y="239"/>
                                  </a:lnTo>
                                  <a:lnTo>
                                    <a:pt x="960" y="210"/>
                                  </a:lnTo>
                                  <a:lnTo>
                                    <a:pt x="816" y="174"/>
                                  </a:lnTo>
                                  <a:lnTo>
                                    <a:pt x="541" y="116"/>
                                  </a:lnTo>
                                  <a:lnTo>
                                    <a:pt x="419" y="87"/>
                                  </a:lnTo>
                                  <a:cubicBezTo>
                                    <a:pt x="289" y="58"/>
                                    <a:pt x="159" y="29"/>
                                    <a:pt x="29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74957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374957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96" name="Google Shape;458;p39">
                            <a:extLst>
                              <a:ext uri="{FF2B5EF4-FFF2-40B4-BE49-F238E27FC236}">
                                <a16:creationId xmlns:a16="http://schemas.microsoft.com/office/drawing/2014/main" id="{B571CAEE-9D26-707F-FAED-7A7E0F2F2D6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805980" y="2236507"/>
                            <a:ext cx="859885" cy="1252012"/>
                            <a:chOff x="4805980" y="2236507"/>
                            <a:chExt cx="859885" cy="1252012"/>
                          </a:xfrm>
                        </p:grpSpPr>
                        <p:grpSp>
                          <p:nvGrpSpPr>
                            <p:cNvPr id="97" name="Google Shape;459;p39">
                              <a:extLst>
                                <a:ext uri="{FF2B5EF4-FFF2-40B4-BE49-F238E27FC236}">
                                  <a16:creationId xmlns:a16="http://schemas.microsoft.com/office/drawing/2014/main" id="{CF7C5DCF-DDBC-07CB-B496-4C8AA2B7699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807772" y="2236507"/>
                              <a:ext cx="858092" cy="1251442"/>
                              <a:chOff x="4898150" y="530925"/>
                              <a:chExt cx="263275" cy="383925"/>
                            </a:xfrm>
                          </p:grpSpPr>
                          <p:sp>
                            <p:nvSpPr>
                              <p:cNvPr id="99" name="Google Shape;460;p39">
                                <a:extLst>
                                  <a:ext uri="{FF2B5EF4-FFF2-40B4-BE49-F238E27FC236}">
                                    <a16:creationId xmlns:a16="http://schemas.microsoft.com/office/drawing/2014/main" id="{B6B6936D-6482-3A16-C1C0-19A09447C9A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898150" y="530925"/>
                                <a:ext cx="263275" cy="154750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0531" h="6190" extrusionOk="0">
                                    <a:moveTo>
                                      <a:pt x="3145" y="1"/>
                                    </a:moveTo>
                                    <a:lnTo>
                                      <a:pt x="0" y="4227"/>
                                    </a:lnTo>
                                    <a:cubicBezTo>
                                      <a:pt x="613" y="4379"/>
                                      <a:pt x="1205" y="4610"/>
                                      <a:pt x="1760" y="4920"/>
                                    </a:cubicBezTo>
                                    <a:cubicBezTo>
                                      <a:pt x="2380" y="5280"/>
                                      <a:pt x="2849" y="5720"/>
                                      <a:pt x="3131" y="6189"/>
                                    </a:cubicBezTo>
                                    <a:lnTo>
                                      <a:pt x="10530" y="4502"/>
                                    </a:lnTo>
                                    <a:cubicBezTo>
                                      <a:pt x="9845" y="3441"/>
                                      <a:pt x="8771" y="2468"/>
                                      <a:pt x="7371" y="1660"/>
                                    </a:cubicBezTo>
                                    <a:cubicBezTo>
                                      <a:pt x="6189" y="975"/>
                                      <a:pt x="4775" y="405"/>
                                      <a:pt x="3145" y="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F8B105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121898" tIns="121898" rIns="121898" bIns="121898" anchor="ctr" anchorCtr="0">
                                <a:noAutofit/>
                              </a:bodyPr>
                              <a:lstStyle/>
                              <a:p>
                                <a:pPr marL="0" marR="0" lvl="0" indent="0" algn="l" defTabSz="1219093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>
                                    <a:srgbClr val="000000"/>
                                  </a:buClr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sz="1866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/>
                                  <a:ea typeface="+mn-ea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  <p:sp>
                            <p:nvSpPr>
                              <p:cNvPr id="100" name="Google Shape;461;p39">
                                <a:extLst>
                                  <a:ext uri="{FF2B5EF4-FFF2-40B4-BE49-F238E27FC236}">
                                    <a16:creationId xmlns:a16="http://schemas.microsoft.com/office/drawing/2014/main" id="{D28FB355-2C16-F8D8-65E5-F61FFDCC62B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975850" y="643450"/>
                                <a:ext cx="185575" cy="271400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7423" h="10856" extrusionOk="0">
                                    <a:moveTo>
                                      <a:pt x="7422" y="1"/>
                                    </a:moveTo>
                                    <a:lnTo>
                                      <a:pt x="23" y="1688"/>
                                    </a:lnTo>
                                    <a:lnTo>
                                      <a:pt x="1" y="10855"/>
                                    </a:lnTo>
                                    <a:lnTo>
                                      <a:pt x="7401" y="9168"/>
                                    </a:lnTo>
                                    <a:lnTo>
                                      <a:pt x="7422" y="1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435D74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121898" tIns="121898" rIns="121898" bIns="121898" anchor="ctr" anchorCtr="0">
                                <a:noAutofit/>
                              </a:bodyPr>
                              <a:lstStyle/>
                              <a:p>
                                <a:pPr marL="0" marR="0" lvl="0" indent="0" algn="l" defTabSz="1219093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>
                                    <a:srgbClr val="000000"/>
                                  </a:buClr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sz="1866" b="0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/>
                                  <a:ea typeface="+mn-ea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98" name="Google Shape;462;p39">
                              <a:extLst>
                                <a:ext uri="{FF2B5EF4-FFF2-40B4-BE49-F238E27FC236}">
                                  <a16:creationId xmlns:a16="http://schemas.microsoft.com/office/drawing/2014/main" id="{52BD8963-E775-CA6A-88C9-6DEBF09961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805980" y="2581535"/>
                              <a:ext cx="257485" cy="90698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160" h="11130" extrusionOk="0">
                                  <a:moveTo>
                                    <a:pt x="30" y="1"/>
                                  </a:moveTo>
                                  <a:lnTo>
                                    <a:pt x="1" y="9168"/>
                                  </a:lnTo>
                                  <a:cubicBezTo>
                                    <a:pt x="94" y="9189"/>
                                    <a:pt x="174" y="9211"/>
                                    <a:pt x="253" y="9240"/>
                                  </a:cubicBezTo>
                                  <a:cubicBezTo>
                                    <a:pt x="361" y="9269"/>
                                    <a:pt x="462" y="9298"/>
                                    <a:pt x="570" y="9334"/>
                                  </a:cubicBezTo>
                                  <a:lnTo>
                                    <a:pt x="650" y="9362"/>
                                  </a:lnTo>
                                  <a:cubicBezTo>
                                    <a:pt x="744" y="9391"/>
                                    <a:pt x="837" y="9427"/>
                                    <a:pt x="931" y="9463"/>
                                  </a:cubicBezTo>
                                  <a:lnTo>
                                    <a:pt x="946" y="9471"/>
                                  </a:lnTo>
                                  <a:lnTo>
                                    <a:pt x="1075" y="9521"/>
                                  </a:lnTo>
                                  <a:lnTo>
                                    <a:pt x="1162" y="9557"/>
                                  </a:lnTo>
                                  <a:cubicBezTo>
                                    <a:pt x="1205" y="9579"/>
                                    <a:pt x="1248" y="9600"/>
                                    <a:pt x="1292" y="9615"/>
                                  </a:cubicBezTo>
                                  <a:lnTo>
                                    <a:pt x="1371" y="9658"/>
                                  </a:lnTo>
                                  <a:cubicBezTo>
                                    <a:pt x="1422" y="9680"/>
                                    <a:pt x="1465" y="9701"/>
                                    <a:pt x="1508" y="9723"/>
                                  </a:cubicBezTo>
                                  <a:lnTo>
                                    <a:pt x="1573" y="9759"/>
                                  </a:lnTo>
                                  <a:cubicBezTo>
                                    <a:pt x="1638" y="9788"/>
                                    <a:pt x="1703" y="9824"/>
                                    <a:pt x="1761" y="9860"/>
                                  </a:cubicBezTo>
                                  <a:cubicBezTo>
                                    <a:pt x="2388" y="10221"/>
                                    <a:pt x="2850" y="10661"/>
                                    <a:pt x="3138" y="11129"/>
                                  </a:cubicBezTo>
                                  <a:lnTo>
                                    <a:pt x="3160" y="1962"/>
                                  </a:lnTo>
                                  <a:cubicBezTo>
                                    <a:pt x="2871" y="1486"/>
                                    <a:pt x="2410" y="1046"/>
                                    <a:pt x="1782" y="686"/>
                                  </a:cubicBezTo>
                                  <a:cubicBezTo>
                                    <a:pt x="1717" y="650"/>
                                    <a:pt x="1660" y="614"/>
                                    <a:pt x="1595" y="585"/>
                                  </a:cubicBezTo>
                                  <a:lnTo>
                                    <a:pt x="1530" y="556"/>
                                  </a:lnTo>
                                  <a:cubicBezTo>
                                    <a:pt x="1486" y="527"/>
                                    <a:pt x="1443" y="506"/>
                                    <a:pt x="1393" y="484"/>
                                  </a:cubicBezTo>
                                  <a:lnTo>
                                    <a:pt x="1313" y="448"/>
                                  </a:lnTo>
                                  <a:lnTo>
                                    <a:pt x="1184" y="390"/>
                                  </a:lnTo>
                                  <a:lnTo>
                                    <a:pt x="1097" y="354"/>
                                  </a:lnTo>
                                  <a:lnTo>
                                    <a:pt x="967" y="296"/>
                                  </a:lnTo>
                                  <a:lnTo>
                                    <a:pt x="953" y="296"/>
                                  </a:lnTo>
                                  <a:cubicBezTo>
                                    <a:pt x="866" y="260"/>
                                    <a:pt x="772" y="224"/>
                                    <a:pt x="671" y="188"/>
                                  </a:cubicBezTo>
                                  <a:lnTo>
                                    <a:pt x="592" y="167"/>
                                  </a:lnTo>
                                  <a:cubicBezTo>
                                    <a:pt x="491" y="131"/>
                                    <a:pt x="383" y="94"/>
                                    <a:pt x="282" y="66"/>
                                  </a:cubicBezTo>
                                  <a:cubicBezTo>
                                    <a:pt x="195" y="44"/>
                                    <a:pt x="116" y="22"/>
                                    <a:pt x="30" y="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74957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121898" tIns="121898" rIns="121898" bIns="121898" anchor="ctr" anchorCtr="0">
                              <a:noAutofit/>
                            </a:bodyPr>
                            <a:lstStyle/>
                            <a:p>
                              <a:pPr marL="0" marR="0" lvl="0" indent="0" algn="l" defTabSz="1219093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sz="1866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374957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ea typeface="+mn-ea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</p:grpSp>
                    </p:grpSp>
                    <p:cxnSp>
                      <p:nvCxnSpPr>
                        <p:cNvPr id="82" name="Google Shape;469;p39">
                          <a:extLst>
                            <a:ext uri="{FF2B5EF4-FFF2-40B4-BE49-F238E27FC236}">
                              <a16:creationId xmlns:a16="http://schemas.microsoft.com/office/drawing/2014/main" id="{255B80C3-34BD-1ED4-2714-C563C3153FD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 flipV="1">
                          <a:off x="6937852" y="2645291"/>
                          <a:ext cx="1240273" cy="789194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28575" cap="flat" cmpd="sng">
                          <a:solidFill>
                            <a:srgbClr val="FCCC3B"/>
                          </a:solidFill>
                          <a:prstDash val="solid"/>
                          <a:round/>
                          <a:headEnd type="diamond" w="med" len="med"/>
                          <a:tailEnd type="diamond" w="med" len="med"/>
                        </a:ln>
                      </p:spPr>
                    </p:cxnSp>
                    <p:cxnSp>
                      <p:nvCxnSpPr>
                        <p:cNvPr id="83" name="Google Shape;470;p39">
                          <a:extLst>
                            <a:ext uri="{FF2B5EF4-FFF2-40B4-BE49-F238E27FC236}">
                              <a16:creationId xmlns:a16="http://schemas.microsoft.com/office/drawing/2014/main" id="{25F34E75-8943-9F12-2520-A9141CF7335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 flipV="1">
                          <a:off x="6320919" y="4971802"/>
                          <a:ext cx="1369740" cy="458849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28575" cap="flat" cmpd="sng">
                          <a:solidFill>
                            <a:srgbClr val="FCCC3B"/>
                          </a:solidFill>
                          <a:prstDash val="solid"/>
                          <a:round/>
                          <a:headEnd type="diamond" w="med" len="med"/>
                          <a:tailEnd type="diamond" w="med" len="med"/>
                        </a:ln>
                      </p:spPr>
                    </p:cxnSp>
                    <p:cxnSp>
                      <p:nvCxnSpPr>
                        <p:cNvPr id="84" name="Google Shape;471;p39">
                          <a:extLst>
                            <a:ext uri="{FF2B5EF4-FFF2-40B4-BE49-F238E27FC236}">
                              <a16:creationId xmlns:a16="http://schemas.microsoft.com/office/drawing/2014/main" id="{6FF3CF38-B892-F146-D4B8-3430869F2710}"/>
                            </a:ext>
                          </a:extLst>
                        </p:cNvPr>
                        <p:cNvCxnSpPr>
                          <a:cxnSpLocks/>
                          <a:endCxn id="80" idx="3"/>
                        </p:cNvCxnSpPr>
                        <p:nvPr/>
                      </p:nvCxnSpPr>
                      <p:spPr>
                        <a:xfrm rot="10800000" flipV="1">
                          <a:off x="4701348" y="5046225"/>
                          <a:ext cx="684215" cy="498952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28575" cap="flat" cmpd="sng">
                          <a:solidFill>
                            <a:srgbClr val="FCCC3B"/>
                          </a:solidFill>
                          <a:prstDash val="solid"/>
                          <a:round/>
                          <a:headEnd type="diamond" w="med" len="med"/>
                          <a:tailEnd type="diamond" w="med" len="med"/>
                        </a:ln>
                      </p:spPr>
                    </p:cxnSp>
                    <p:cxnSp>
                      <p:nvCxnSpPr>
                        <p:cNvPr id="85" name="Google Shape;472;p39">
                          <a:extLst>
                            <a:ext uri="{FF2B5EF4-FFF2-40B4-BE49-F238E27FC236}">
                              <a16:creationId xmlns:a16="http://schemas.microsoft.com/office/drawing/2014/main" id="{2461913F-76F3-4786-CEB7-C7A02953F13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4044346" y="4456019"/>
                          <a:ext cx="922439" cy="3060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28575" cap="flat" cmpd="sng">
                          <a:solidFill>
                            <a:srgbClr val="FCCC3B"/>
                          </a:solidFill>
                          <a:prstDash val="solid"/>
                          <a:round/>
                          <a:headEnd type="diamond" w="med" len="med"/>
                          <a:tailEnd type="diamond" w="med" len="med"/>
                        </a:ln>
                      </p:spPr>
                    </p:cxnSp>
                    <p:cxnSp>
                      <p:nvCxnSpPr>
                        <p:cNvPr id="86" name="Google Shape;474;p39">
                          <a:extLst>
                            <a:ext uri="{FF2B5EF4-FFF2-40B4-BE49-F238E27FC236}">
                              <a16:creationId xmlns:a16="http://schemas.microsoft.com/office/drawing/2014/main" id="{5E259E4B-1F13-32B8-89F1-EAA2F2E8D2E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6200000" flipH="1">
                          <a:off x="5073263" y="2406620"/>
                          <a:ext cx="1075424" cy="974637"/>
                        </a:xfrm>
                        <a:prstGeom prst="bentConnector3">
                          <a:avLst>
                            <a:gd name="adj1" fmla="val 77920"/>
                          </a:avLst>
                        </a:prstGeom>
                        <a:noFill/>
                        <a:ln w="28575" cap="flat" cmpd="sng">
                          <a:solidFill>
                            <a:srgbClr val="FCCC3B"/>
                          </a:solidFill>
                          <a:prstDash val="solid"/>
                          <a:round/>
                          <a:headEnd type="diamond" w="med" len="med"/>
                          <a:tailEnd type="diamond" w="med" len="med"/>
                        </a:ln>
                      </p:spPr>
                    </p:cxnSp>
                    <p:sp>
                      <p:nvSpPr>
                        <p:cNvPr id="87" name="Google Shape;347;p41">
                          <a:extLst>
                            <a:ext uri="{FF2B5EF4-FFF2-40B4-BE49-F238E27FC236}">
                              <a16:creationId xmlns:a16="http://schemas.microsoft.com/office/drawing/2014/main" id="{1FAF982E-C55D-52E6-1F11-B431CDFE14A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8489163" y="2451931"/>
                          <a:ext cx="1315870" cy="293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121898" tIns="121898" rIns="121898" bIns="121898" anchor="t" anchorCtr="0">
                          <a:noAutofit/>
                        </a:bodyPr>
                        <a:lstStyle/>
                        <a:p>
                          <a:pPr marL="0" marR="0" lvl="0" indent="0" algn="l" defTabSz="121909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100"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Helvetica" panose="020B0604020202020204" pitchFamily="34" charset="0"/>
                              <a:ea typeface="+mn-ea"/>
                              <a:cs typeface="Helvetica" panose="020B0604020202020204" pitchFamily="34" charset="0"/>
                            </a:rPr>
                            <a:t>Production</a:t>
                          </a:r>
                          <a:endParaRPr kumimoji="0" sz="20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Helvetica" panose="020B0604020202020204" pitchFamily="34" charset="0"/>
                            <a:ea typeface="Montserrat"/>
                            <a:cs typeface="Helvetica" panose="020B0604020202020204" pitchFamily="34" charset="0"/>
                            <a:sym typeface="Montserrat"/>
                          </a:endParaRPr>
                        </a:p>
                      </p:txBody>
                    </p:sp>
                    <p:sp>
                      <p:nvSpPr>
                        <p:cNvPr id="88" name="Google Shape;347;p41">
                          <a:extLst>
                            <a:ext uri="{FF2B5EF4-FFF2-40B4-BE49-F238E27FC236}">
                              <a16:creationId xmlns:a16="http://schemas.microsoft.com/office/drawing/2014/main" id="{D5AEBFF8-852D-07F1-9BA0-66209483AD8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973276" y="1908126"/>
                          <a:ext cx="2177962" cy="4658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121898" tIns="121898" rIns="121898" bIns="121898" anchor="t" anchorCtr="0">
                          <a:noAutofit/>
                        </a:bodyPr>
                        <a:lstStyle/>
                        <a:p>
                          <a:pPr marL="0" marR="0" lvl="0" indent="0" algn="l" defTabSz="121909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100"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Helvetica" panose="020B0604020202020204" pitchFamily="34" charset="0"/>
                              <a:ea typeface="+mn-ea"/>
                              <a:cs typeface="Helvetica" panose="020B0604020202020204" pitchFamily="34" charset="0"/>
                            </a:rPr>
                            <a:t>Pilot &amp; ROI Evaluation</a:t>
                          </a:r>
                          <a:endParaRPr kumimoji="0" sz="20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Helvetica" panose="020B0604020202020204" pitchFamily="34" charset="0"/>
                            <a:ea typeface="Montserrat"/>
                            <a:cs typeface="Helvetica" panose="020B0604020202020204" pitchFamily="34" charset="0"/>
                            <a:sym typeface="Montserrat"/>
                          </a:endParaRPr>
                        </a:p>
                      </p:txBody>
                    </p:sp>
                    <p:cxnSp>
                      <p:nvCxnSpPr>
                        <p:cNvPr id="89" name="Google Shape;473;p39">
                          <a:extLst>
                            <a:ext uri="{FF2B5EF4-FFF2-40B4-BE49-F238E27FC236}">
                              <a16:creationId xmlns:a16="http://schemas.microsoft.com/office/drawing/2014/main" id="{8B2E32C8-93EC-DFF6-18D0-4CD4830FEF3A}"/>
                            </a:ext>
                          </a:extLst>
                        </p:cNvPr>
                        <p:cNvCxnSpPr>
                          <a:cxnSpLocks/>
                          <a:endCxn id="79" idx="3"/>
                        </p:cNvCxnSpPr>
                        <p:nvPr/>
                      </p:nvCxnSpPr>
                      <p:spPr>
                        <a:xfrm rot="10800000">
                          <a:off x="4277723" y="3100960"/>
                          <a:ext cx="1147894" cy="562372"/>
                        </a:xfrm>
                        <a:prstGeom prst="bentConnector3">
                          <a:avLst>
                            <a:gd name="adj1" fmla="val 50000"/>
                          </a:avLst>
                        </a:prstGeom>
                        <a:noFill/>
                        <a:ln w="28575" cap="flat" cmpd="sng">
                          <a:solidFill>
                            <a:srgbClr val="FCCC3B"/>
                          </a:solidFill>
                          <a:prstDash val="solid"/>
                          <a:round/>
                          <a:headEnd type="diamond" w="med" len="med"/>
                          <a:tailEnd type="diamond" w="med" len="med"/>
                        </a:ln>
                      </p:spPr>
                    </p:cxnSp>
                  </p:grpSp>
                  <p:sp>
                    <p:nvSpPr>
                      <p:cNvPr id="78" name="Google Shape;347;p41">
                        <a:extLst>
                          <a:ext uri="{FF2B5EF4-FFF2-40B4-BE49-F238E27FC236}">
                            <a16:creationId xmlns:a16="http://schemas.microsoft.com/office/drawing/2014/main" id="{4D98AD87-B296-D1B0-8B18-7CBC6D8A8C3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847636" y="4540962"/>
                        <a:ext cx="2228422" cy="4005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121898" tIns="121898" rIns="121898" bIns="121898" anchor="t" anchorCtr="0">
                        <a:noAutofit/>
                      </a:bodyPr>
                      <a:lstStyle/>
                      <a:p>
                        <a:pPr marL="0" marR="0" lvl="0" indent="0" algn="l" defTabSz="1219093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6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Helvetica" panose="020B0604020202020204" pitchFamily="34" charset="0"/>
                            <a:ea typeface="+mn-ea"/>
                            <a:cs typeface="Helvetica" panose="020B0604020202020204" pitchFamily="34" charset="0"/>
                          </a:rPr>
                          <a:t>Awareness &amp; Education</a:t>
                        </a:r>
                        <a:endParaRPr kumimoji="0" sz="2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ea typeface="Montserrat"/>
                          <a:cs typeface="Helvetica" panose="020B0604020202020204" pitchFamily="34" charset="0"/>
                          <a:sym typeface="Montserrat"/>
                        </a:endParaRPr>
                      </a:p>
                    </p:txBody>
                  </p:sp>
                  <p:sp>
                    <p:nvSpPr>
                      <p:cNvPr id="79" name="Google Shape;347;p41">
                        <a:extLst>
                          <a:ext uri="{FF2B5EF4-FFF2-40B4-BE49-F238E27FC236}">
                            <a16:creationId xmlns:a16="http://schemas.microsoft.com/office/drawing/2014/main" id="{4ABEB015-38C7-4453-9F48-E58CAB39E34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208154" y="2286137"/>
                        <a:ext cx="2362826" cy="463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121898" tIns="121898" rIns="121898" bIns="121898" anchor="t" anchorCtr="0">
                        <a:noAutofit/>
                      </a:bodyPr>
                      <a:lstStyle/>
                      <a:p>
                        <a:pPr marL="0" marR="0" lvl="0" indent="0" algn="l" defTabSz="1219093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6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Helvetica" panose="020B0604020202020204" pitchFamily="34" charset="0"/>
                            <a:ea typeface="Montserrat"/>
                            <a:cs typeface="Helvetica" panose="020B0604020202020204" pitchFamily="34" charset="0"/>
                            <a:sym typeface="Montserrat"/>
                          </a:rPr>
                          <a:t>Gen AI Strategy Creation</a:t>
                        </a:r>
                        <a:endParaRPr kumimoji="0" sz="2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ea typeface="Montserrat"/>
                          <a:cs typeface="Helvetica" panose="020B0604020202020204" pitchFamily="34" charset="0"/>
                          <a:sym typeface="Montserrat"/>
                        </a:endParaRPr>
                      </a:p>
                    </p:txBody>
                  </p:sp>
                  <p:sp>
                    <p:nvSpPr>
                      <p:cNvPr id="80" name="Google Shape;347;p41">
                        <a:extLst>
                          <a:ext uri="{FF2B5EF4-FFF2-40B4-BE49-F238E27FC236}">
                            <a16:creationId xmlns:a16="http://schemas.microsoft.com/office/drawing/2014/main" id="{62FD6938-04E4-3DD0-EAC9-5E474E62FD1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36943" y="5233267"/>
                        <a:ext cx="2411691" cy="41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121898" tIns="121898" rIns="121898" bIns="121898" anchor="t" anchorCtr="0">
                        <a:noAutofit/>
                      </a:bodyPr>
                      <a:lstStyle/>
                      <a:p>
                        <a:pPr marL="0" marR="0" lvl="0" indent="0" algn="l" defTabSz="1219093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6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Helvetica" panose="020B0604020202020204" pitchFamily="34" charset="0"/>
                            <a:ea typeface="+mn-ea"/>
                            <a:cs typeface="Helvetica" panose="020B0604020202020204" pitchFamily="34" charset="0"/>
                          </a:rPr>
                          <a:t>Infrastructure Evaluation</a:t>
                        </a:r>
                        <a:endParaRPr kumimoji="0" sz="2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ea typeface="Montserrat"/>
                          <a:cs typeface="Helvetica" panose="020B0604020202020204" pitchFamily="34" charset="0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76" name="Arrow: Curved Left 75">
                      <a:extLst>
                        <a:ext uri="{FF2B5EF4-FFF2-40B4-BE49-F238E27FC236}">
                          <a16:creationId xmlns:a16="http://schemas.microsoft.com/office/drawing/2014/main" id="{9B5519AD-2772-0C65-8FFD-E95BDE7E459D}"/>
                        </a:ext>
                      </a:extLst>
                    </p:cNvPr>
                    <p:cNvSpPr/>
                    <p:nvPr/>
                  </p:nvSpPr>
                  <p:spPr>
                    <a:xfrm rot="11087429">
                      <a:off x="5986167" y="3441322"/>
                      <a:ext cx="993407" cy="1696992"/>
                    </a:xfrm>
                    <a:prstGeom prst="curvedLeftArrow">
                      <a:avLst/>
                    </a:prstGeom>
                    <a:solidFill>
                      <a:srgbClr val="FF9E16">
                        <a:lumMod val="60000"/>
                        <a:lumOff val="40000"/>
                      </a:srgb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390B53CD-9340-8604-9B61-482881A5E1C8}"/>
                      </a:ext>
                    </a:extLst>
                  </p:cNvPr>
                  <p:cNvSpPr txBox="1"/>
                  <p:nvPr/>
                </p:nvSpPr>
                <p:spPr>
                  <a:xfrm>
                    <a:off x="2396212" y="5741173"/>
                    <a:ext cx="229477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Data Readiness</a:t>
                    </a:r>
                  </a:p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System Compatibility</a:t>
                    </a:r>
                  </a:p>
                </p:txBody>
              </p:sp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D4120F93-E4B0-5994-4A6F-AC1908CE2D89}"/>
                      </a:ext>
                    </a:extLst>
                  </p:cNvPr>
                  <p:cNvSpPr txBox="1"/>
                  <p:nvPr/>
                </p:nvSpPr>
                <p:spPr>
                  <a:xfrm>
                    <a:off x="5884428" y="1093013"/>
                    <a:ext cx="4062463" cy="7386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POC Implementation</a:t>
                    </a:r>
                  </a:p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Performance Metrics</a:t>
                    </a:r>
                  </a:p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ROI Analysis</a:t>
                    </a:r>
                  </a:p>
                </p:txBody>
              </p:sp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2BB40642-E158-3099-987F-0F7768EE8821}"/>
                      </a:ext>
                    </a:extLst>
                  </p:cNvPr>
                  <p:cNvSpPr txBox="1"/>
                  <p:nvPr/>
                </p:nvSpPr>
                <p:spPr>
                  <a:xfrm>
                    <a:off x="2000132" y="4185520"/>
                    <a:ext cx="315185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Business Impact &amp; Prioritization</a:t>
                    </a:r>
                  </a:p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Solution Design</a:t>
                    </a:r>
                  </a:p>
                </p:txBody>
              </p:sp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F9DD7BD3-6E9B-2F98-2ED6-77E6D8C1CFCD}"/>
                      </a:ext>
                    </a:extLst>
                  </p:cNvPr>
                  <p:cNvSpPr txBox="1"/>
                  <p:nvPr/>
                </p:nvSpPr>
                <p:spPr>
                  <a:xfrm>
                    <a:off x="9505515" y="1933887"/>
                    <a:ext cx="2612402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Integration into Ecosystem</a:t>
                    </a:r>
                  </a:p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Governance &amp; Compliance</a:t>
                    </a:r>
                  </a:p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Security / Guardrails</a:t>
                    </a:r>
                  </a:p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Scaling up</a:t>
                    </a:r>
                  </a:p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+mn-ea"/>
                      <a:cs typeface="Helvetica" panose="020B0604020202020204" pitchFamily="34" charset="0"/>
                    </a:endParaRPr>
                  </a:p>
                </p:txBody>
              </p:sp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0CC50356-16F5-26CD-865B-CC345B81E535}"/>
                      </a:ext>
                    </a:extLst>
                  </p:cNvPr>
                  <p:cNvSpPr txBox="1"/>
                  <p:nvPr/>
                </p:nvSpPr>
                <p:spPr>
                  <a:xfrm>
                    <a:off x="1974346" y="2548691"/>
                    <a:ext cx="276431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Objectives Visioning</a:t>
                    </a:r>
                  </a:p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Roadmap Development</a:t>
                    </a:r>
                  </a:p>
                </p:txBody>
              </p:sp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CB267727-658A-1143-9821-BE8C16DA8811}"/>
                      </a:ext>
                    </a:extLst>
                  </p:cNvPr>
                  <p:cNvSpPr txBox="1"/>
                  <p:nvPr/>
                </p:nvSpPr>
                <p:spPr>
                  <a:xfrm>
                    <a:off x="9076857" y="5049149"/>
                    <a:ext cx="3128729" cy="7386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Work &amp; help you in understanding Gen AI</a:t>
                    </a:r>
                  </a:p>
                  <a:p>
                    <a:pPr marL="285750" marR="0" lvl="0" indent="-28575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rPr>
                      <a:t>Workshops and trainings</a:t>
                    </a:r>
                  </a:p>
                </p:txBody>
              </p:sp>
            </p:grp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BC880877-C82D-68CF-D691-72DF7DEE8334}"/>
                  </a:ext>
                </a:extLst>
              </p:cNvPr>
              <p:cNvGrpSpPr/>
              <p:nvPr/>
            </p:nvGrpSpPr>
            <p:grpSpPr>
              <a:xfrm>
                <a:off x="8760350" y="2723019"/>
                <a:ext cx="2248379" cy="523220"/>
                <a:chOff x="8689369" y="2690954"/>
                <a:chExt cx="2248379" cy="523220"/>
              </a:xfrm>
            </p:grpSpPr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97DDCE56-12C7-4874-2475-397EF7665F61}"/>
                    </a:ext>
                  </a:extLst>
                </p:cNvPr>
                <p:cNvSpPr/>
                <p:nvPr/>
              </p:nvSpPr>
              <p:spPr>
                <a:xfrm>
                  <a:off x="8689369" y="2690954"/>
                  <a:ext cx="1998305" cy="52322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3E80494-DFE8-19BE-62CE-8B7EF9886752}"/>
                    </a:ext>
                  </a:extLst>
                </p:cNvPr>
                <p:cNvSpPr txBox="1"/>
                <p:nvPr/>
              </p:nvSpPr>
              <p:spPr>
                <a:xfrm>
                  <a:off x="8757447" y="2731446"/>
                  <a:ext cx="218030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 i="1">
                      <a:latin typeface="Abadi" panose="020F050202020403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1" u="none" strike="noStrike" kern="120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Abadi" panose="020F0502020204030204" pitchFamily="34" charset="0"/>
                      <a:ea typeface="+mn-ea"/>
                      <a:cs typeface="+mn-cs"/>
                    </a:rPr>
                    <a:t>Secure, compliant, and scalable Gen AI solutions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52C94AE3-2E43-F6B6-E9CF-1CC6DE927CDF}"/>
                  </a:ext>
                </a:extLst>
              </p:cNvPr>
              <p:cNvGrpSpPr/>
              <p:nvPr/>
            </p:nvGrpSpPr>
            <p:grpSpPr>
              <a:xfrm>
                <a:off x="8366121" y="5660788"/>
                <a:ext cx="2321553" cy="523220"/>
                <a:chOff x="8899587" y="5684925"/>
                <a:chExt cx="2321553" cy="523220"/>
              </a:xfrm>
            </p:grpSpPr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F825DB7B-C50C-0B50-D753-1A44694BFEAE}"/>
                    </a:ext>
                  </a:extLst>
                </p:cNvPr>
                <p:cNvSpPr/>
                <p:nvPr/>
              </p:nvSpPr>
              <p:spPr>
                <a:xfrm>
                  <a:off x="8899587" y="5684925"/>
                  <a:ext cx="2321553" cy="52322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486CCB0A-814A-3291-193B-5EFD60DD67A2}"/>
                    </a:ext>
                  </a:extLst>
                </p:cNvPr>
                <p:cNvSpPr txBox="1"/>
                <p:nvPr/>
              </p:nvSpPr>
              <p:spPr>
                <a:xfrm>
                  <a:off x="9018326" y="5724178"/>
                  <a:ext cx="20840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 i="1">
                      <a:solidFill>
                        <a:schemeClr val="bg1">
                          <a:lumMod val="50000"/>
                        </a:schemeClr>
                      </a:solidFill>
                      <a:latin typeface="Abadi" panose="020F050202020403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1" u="none" strike="noStrike" kern="120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Abadi" panose="020F0502020204030204" pitchFamily="34" charset="0"/>
                      <a:ea typeface="+mn-ea"/>
                      <a:cs typeface="+mn-cs"/>
                    </a:rPr>
                    <a:t>Empowered workforce with practical Gen AI knowledge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8537B1C3-E7FC-B8B0-2DD9-C812D5148F9D}"/>
                  </a:ext>
                </a:extLst>
              </p:cNvPr>
              <p:cNvGrpSpPr/>
              <p:nvPr/>
            </p:nvGrpSpPr>
            <p:grpSpPr>
              <a:xfrm>
                <a:off x="1605137" y="6063207"/>
                <a:ext cx="2492996" cy="504285"/>
                <a:chOff x="2303807" y="6108631"/>
                <a:chExt cx="2492996" cy="523220"/>
              </a:xfrm>
            </p:grpSpPr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2178F6BA-A04D-50FB-7017-DAFE16C1859E}"/>
                    </a:ext>
                  </a:extLst>
                </p:cNvPr>
                <p:cNvSpPr/>
                <p:nvPr/>
              </p:nvSpPr>
              <p:spPr>
                <a:xfrm>
                  <a:off x="2303807" y="6108631"/>
                  <a:ext cx="2321553" cy="52322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6B5CF95A-0F1C-A7DC-2CF7-44EC1EF02018}"/>
                    </a:ext>
                  </a:extLst>
                </p:cNvPr>
                <p:cNvSpPr txBox="1"/>
                <p:nvPr/>
              </p:nvSpPr>
              <p:spPr>
                <a:xfrm>
                  <a:off x="2355726" y="6165084"/>
                  <a:ext cx="2441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 i="1">
                      <a:solidFill>
                        <a:schemeClr val="bg1">
                          <a:lumMod val="50000"/>
                        </a:schemeClr>
                      </a:solidFill>
                      <a:latin typeface="Abadi" panose="020F050202020403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1" u="none" strike="noStrike" kern="120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Abadi" panose="020F0502020204030204" pitchFamily="34" charset="0"/>
                      <a:ea typeface="+mn-ea"/>
                      <a:cs typeface="+mn-cs"/>
                    </a:rPr>
                    <a:t>Clear technical readiness assessment and requirements</a:t>
                  </a: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6412789-489A-769D-4B7A-2BFF332C4604}"/>
                  </a:ext>
                </a:extLst>
              </p:cNvPr>
              <p:cNvGrpSpPr/>
              <p:nvPr/>
            </p:nvGrpSpPr>
            <p:grpSpPr>
              <a:xfrm>
                <a:off x="1267752" y="4525504"/>
                <a:ext cx="2321553" cy="523220"/>
                <a:chOff x="1994872" y="4638338"/>
                <a:chExt cx="2321553" cy="523220"/>
              </a:xfrm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F66786A6-C960-1EB3-3296-116FE5D95D4A}"/>
                    </a:ext>
                  </a:extLst>
                </p:cNvPr>
                <p:cNvSpPr/>
                <p:nvPr/>
              </p:nvSpPr>
              <p:spPr>
                <a:xfrm>
                  <a:off x="1994872" y="4638338"/>
                  <a:ext cx="2321553" cy="52322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369C20A-AA7D-0668-1E77-43E9E3D38D34}"/>
                    </a:ext>
                  </a:extLst>
                </p:cNvPr>
                <p:cNvSpPr txBox="1"/>
                <p:nvPr/>
              </p:nvSpPr>
              <p:spPr>
                <a:xfrm>
                  <a:off x="2098073" y="4675150"/>
                  <a:ext cx="208146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 i="1">
                      <a:solidFill>
                        <a:schemeClr val="bg1">
                          <a:lumMod val="50000"/>
                        </a:schemeClr>
                      </a:solidFill>
                      <a:latin typeface="Abadi" panose="020F050202020403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1" u="none" strike="noStrike" kern="120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Abadi" panose="020F0502020204030204" pitchFamily="34" charset="0"/>
                      <a:ea typeface="+mn-ea"/>
                      <a:cs typeface="+mn-cs"/>
                    </a:rPr>
                    <a:t>Prioritized opportunities with measurable impact</a:t>
                  </a: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A2DB4E0F-5E21-095F-98B3-D7C550FA9D55}"/>
                  </a:ext>
                </a:extLst>
              </p:cNvPr>
              <p:cNvGrpSpPr/>
              <p:nvPr/>
            </p:nvGrpSpPr>
            <p:grpSpPr>
              <a:xfrm>
                <a:off x="1228490" y="2900840"/>
                <a:ext cx="2537758" cy="523220"/>
                <a:chOff x="1942633" y="3001748"/>
                <a:chExt cx="2537758" cy="523220"/>
              </a:xfrm>
            </p:grpSpPr>
            <p:sp>
              <p:nvSpPr>
                <p:cNvPr id="56" name="Rectangle: Rounded Corners 55">
                  <a:extLst>
                    <a:ext uri="{FF2B5EF4-FFF2-40B4-BE49-F238E27FC236}">
                      <a16:creationId xmlns:a16="http://schemas.microsoft.com/office/drawing/2014/main" id="{FA30F9B9-361B-0A92-B8FE-FB0C4DB773BC}"/>
                    </a:ext>
                  </a:extLst>
                </p:cNvPr>
                <p:cNvSpPr/>
                <p:nvPr/>
              </p:nvSpPr>
              <p:spPr>
                <a:xfrm>
                  <a:off x="1942633" y="3001748"/>
                  <a:ext cx="2321553" cy="52322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7BB59E9-6DD0-DB89-4448-A087FD4954E8}"/>
                    </a:ext>
                  </a:extLst>
                </p:cNvPr>
                <p:cNvSpPr txBox="1"/>
                <p:nvPr/>
              </p:nvSpPr>
              <p:spPr>
                <a:xfrm>
                  <a:off x="2040694" y="3046023"/>
                  <a:ext cx="243969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 i="1">
                      <a:solidFill>
                        <a:schemeClr val="bg1">
                          <a:lumMod val="50000"/>
                        </a:schemeClr>
                      </a:solidFill>
                      <a:latin typeface="Abadi" panose="020F050202020403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1" u="none" strike="noStrike" kern="120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Abadi" panose="020F0502020204030204" pitchFamily="34" charset="0"/>
                      <a:ea typeface="+mn-ea"/>
                      <a:cs typeface="+mn-cs"/>
                    </a:rPr>
                    <a:t>Actionable implementation roadmap with defined goals</a:t>
                  </a:r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32C53208-BF33-7460-CEA6-B3CB240F733A}"/>
                  </a:ext>
                </a:extLst>
              </p:cNvPr>
              <p:cNvGrpSpPr/>
              <p:nvPr/>
            </p:nvGrpSpPr>
            <p:grpSpPr>
              <a:xfrm>
                <a:off x="5113775" y="1612021"/>
                <a:ext cx="1964450" cy="523220"/>
                <a:chOff x="5659600" y="1645237"/>
                <a:chExt cx="2321553" cy="523220"/>
              </a:xfrm>
            </p:grpSpPr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FD0FC69A-B180-C513-31B5-7DD70A307C37}"/>
                    </a:ext>
                  </a:extLst>
                </p:cNvPr>
                <p:cNvSpPr/>
                <p:nvPr/>
              </p:nvSpPr>
              <p:spPr>
                <a:xfrm>
                  <a:off x="5659600" y="1645237"/>
                  <a:ext cx="2321553" cy="52322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D34D1964-1898-03BA-81A2-582AD66FB385}"/>
                    </a:ext>
                  </a:extLst>
                </p:cNvPr>
                <p:cNvSpPr txBox="1"/>
                <p:nvPr/>
              </p:nvSpPr>
              <p:spPr>
                <a:xfrm>
                  <a:off x="5705106" y="1691761"/>
                  <a:ext cx="220732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 i="1">
                      <a:solidFill>
                        <a:schemeClr val="bg1">
                          <a:lumMod val="50000"/>
                        </a:schemeClr>
                      </a:solidFill>
                      <a:latin typeface="Abadi" panose="020F050202020403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1" u="none" strike="noStrike" kern="120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Abadi" panose="020F0502020204030204" pitchFamily="34" charset="0"/>
                      <a:ea typeface="+mn-ea"/>
                      <a:cs typeface="+mn-cs"/>
                    </a:rPr>
                    <a:t>Validated business case with proven results</a:t>
                  </a:r>
                </a:p>
              </p:txBody>
            </p:sp>
          </p:grpSp>
        </p:grp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16F3655D-E1EE-5B08-26D2-7D835B7DE307}"/>
              </a:ext>
            </a:extLst>
          </p:cNvPr>
          <p:cNvSpPr/>
          <p:nvPr/>
        </p:nvSpPr>
        <p:spPr>
          <a:xfrm>
            <a:off x="8470554" y="4379217"/>
            <a:ext cx="369334" cy="35991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D56FAA4-C5EB-6992-D77C-F2E88D0E9A2E}"/>
              </a:ext>
            </a:extLst>
          </p:cNvPr>
          <p:cNvSpPr/>
          <p:nvPr/>
        </p:nvSpPr>
        <p:spPr>
          <a:xfrm>
            <a:off x="1322252" y="5151853"/>
            <a:ext cx="369334" cy="35991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918F9C5F-1515-EC41-AC30-09BF6D86F6E7}"/>
              </a:ext>
            </a:extLst>
          </p:cNvPr>
          <p:cNvSpPr/>
          <p:nvPr/>
        </p:nvSpPr>
        <p:spPr>
          <a:xfrm>
            <a:off x="909294" y="3596355"/>
            <a:ext cx="369334" cy="35991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A9EAA19E-56F6-D5A6-D843-3178DD2E469E}"/>
              </a:ext>
            </a:extLst>
          </p:cNvPr>
          <p:cNvSpPr/>
          <p:nvPr/>
        </p:nvSpPr>
        <p:spPr>
          <a:xfrm>
            <a:off x="881966" y="1835046"/>
            <a:ext cx="369334" cy="35991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97874A4B-2ADE-21F7-8D21-A4CFC9081E03}"/>
              </a:ext>
            </a:extLst>
          </p:cNvPr>
          <p:cNvSpPr/>
          <p:nvPr/>
        </p:nvSpPr>
        <p:spPr>
          <a:xfrm>
            <a:off x="4458429" y="538061"/>
            <a:ext cx="369334" cy="35991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85BE975E-1D99-3558-7E14-11CDB6A6895D}"/>
              </a:ext>
            </a:extLst>
          </p:cNvPr>
          <p:cNvSpPr/>
          <p:nvPr/>
        </p:nvSpPr>
        <p:spPr>
          <a:xfrm>
            <a:off x="9047914" y="1256137"/>
            <a:ext cx="369334" cy="35991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94463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D915A-2E0E-3981-D5C8-36DEE354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91D88EE-B9F1-BCEA-88E7-1AFC5F958629}"/>
              </a:ext>
            </a:extLst>
          </p:cNvPr>
          <p:cNvGrpSpPr/>
          <p:nvPr/>
        </p:nvGrpSpPr>
        <p:grpSpPr>
          <a:xfrm>
            <a:off x="-10160" y="6350000"/>
            <a:ext cx="12202160" cy="508000"/>
            <a:chOff x="-10160" y="6350000"/>
            <a:chExt cx="12202160" cy="508000"/>
          </a:xfr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</a:gra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AF4DD5F-6769-363E-AAE1-373DAA22FB71}"/>
                </a:ext>
              </a:extLst>
            </p:cNvPr>
            <p:cNvGrpSpPr/>
            <p:nvPr/>
          </p:nvGrpSpPr>
          <p:grpSpPr>
            <a:xfrm>
              <a:off x="-10160" y="6350000"/>
              <a:ext cx="12202160" cy="508000"/>
              <a:chOff x="-10160" y="6299200"/>
              <a:chExt cx="12202160" cy="558800"/>
            </a:xfrm>
            <a:grpFill/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B4EECC9D-BDC0-D066-3C70-F80ED4782BEB}"/>
                  </a:ext>
                </a:extLst>
              </p:cNvPr>
              <p:cNvSpPr/>
              <p:nvPr/>
            </p:nvSpPr>
            <p:spPr>
              <a:xfrm>
                <a:off x="-10160" y="6299200"/>
                <a:ext cx="12202160" cy="558800"/>
              </a:xfrm>
              <a:custGeom>
                <a:avLst/>
                <a:gdLst>
                  <a:gd name="connsiteX0" fmla="*/ 0 w 9144000"/>
                  <a:gd name="connsiteY0" fmla="*/ 857250 h 857250"/>
                  <a:gd name="connsiteX1" fmla="*/ 0 w 9144000"/>
                  <a:gd name="connsiteY1" fmla="*/ 149828 h 857250"/>
                  <a:gd name="connsiteX2" fmla="*/ 7540609 w 9144000"/>
                  <a:gd name="connsiteY2" fmla="*/ 149828 h 857250"/>
                  <a:gd name="connsiteX3" fmla="*/ 8245698 w 9144000"/>
                  <a:gd name="connsiteY3" fmla="*/ 0 h 857250"/>
                  <a:gd name="connsiteX4" fmla="*/ 8933831 w 9144000"/>
                  <a:gd name="connsiteY4" fmla="*/ 149828 h 857250"/>
                  <a:gd name="connsiteX5" fmla="*/ 9144000 w 9144000"/>
                  <a:gd name="connsiteY5" fmla="*/ 149828 h 857250"/>
                  <a:gd name="connsiteX6" fmla="*/ 9144000 w 9144000"/>
                  <a:gd name="connsiteY6" fmla="*/ 857250 h 857250"/>
                  <a:gd name="connsiteX7" fmla="*/ 0 w 9144000"/>
                  <a:gd name="connsiteY7" fmla="*/ 857250 h 85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4000" h="857250">
                    <a:moveTo>
                      <a:pt x="0" y="857250"/>
                    </a:moveTo>
                    <a:lnTo>
                      <a:pt x="0" y="149828"/>
                    </a:lnTo>
                    <a:lnTo>
                      <a:pt x="7540609" y="149828"/>
                    </a:lnTo>
                    <a:lnTo>
                      <a:pt x="8245698" y="0"/>
                    </a:lnTo>
                    <a:lnTo>
                      <a:pt x="8933831" y="149828"/>
                    </a:lnTo>
                    <a:lnTo>
                      <a:pt x="9144000" y="149828"/>
                    </a:lnTo>
                    <a:lnTo>
                      <a:pt x="9144000" y="857250"/>
                    </a:lnTo>
                    <a:lnTo>
                      <a:pt x="0" y="857250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6500AA3E-BD8E-BF1C-F2F7-5A70219147B7}"/>
                  </a:ext>
                </a:extLst>
              </p:cNvPr>
              <p:cNvSpPr/>
              <p:nvPr/>
            </p:nvSpPr>
            <p:spPr>
              <a:xfrm>
                <a:off x="10281920" y="6418580"/>
                <a:ext cx="1350024" cy="339967"/>
              </a:xfrm>
              <a:custGeom>
                <a:avLst/>
                <a:gdLst>
                  <a:gd name="connsiteX0" fmla="*/ 718995 w 1246536"/>
                  <a:gd name="connsiteY0" fmla="*/ 0 h 285083"/>
                  <a:gd name="connsiteX1" fmla="*/ 769239 w 1246536"/>
                  <a:gd name="connsiteY1" fmla="*/ 10668 h 285083"/>
                  <a:gd name="connsiteX2" fmla="*/ 842391 w 1246536"/>
                  <a:gd name="connsiteY2" fmla="*/ 94726 h 285083"/>
                  <a:gd name="connsiteX3" fmla="*/ 769239 w 1246536"/>
                  <a:gd name="connsiteY3" fmla="*/ 147876 h 285083"/>
                  <a:gd name="connsiteX4" fmla="*/ 718995 w 1246536"/>
                  <a:gd name="connsiteY4" fmla="*/ 137208 h 285083"/>
                  <a:gd name="connsiteX5" fmla="*/ 718995 w 1246536"/>
                  <a:gd name="connsiteY5" fmla="*/ 48 h 285083"/>
                  <a:gd name="connsiteX6" fmla="*/ 769239 w 1246536"/>
                  <a:gd name="connsiteY6" fmla="*/ 116729 h 285083"/>
                  <a:gd name="connsiteX7" fmla="*/ 808530 w 1246536"/>
                  <a:gd name="connsiteY7" fmla="*/ 87535 h 285083"/>
                  <a:gd name="connsiteX8" fmla="*/ 769239 w 1246536"/>
                  <a:gd name="connsiteY8" fmla="*/ 41624 h 285083"/>
                  <a:gd name="connsiteX9" fmla="*/ 752856 w 1246536"/>
                  <a:gd name="connsiteY9" fmla="*/ 38148 h 285083"/>
                  <a:gd name="connsiteX10" fmla="*/ 752856 w 1246536"/>
                  <a:gd name="connsiteY10" fmla="*/ 113252 h 285083"/>
                  <a:gd name="connsiteX11" fmla="*/ 769239 w 1246536"/>
                  <a:gd name="connsiteY11" fmla="*/ 116729 h 285083"/>
                  <a:gd name="connsiteX12" fmla="*/ 947024 w 1246536"/>
                  <a:gd name="connsiteY12" fmla="*/ 48482 h 285083"/>
                  <a:gd name="connsiteX13" fmla="*/ 947024 w 1246536"/>
                  <a:gd name="connsiteY13" fmla="*/ 79391 h 285083"/>
                  <a:gd name="connsiteX14" fmla="*/ 917067 w 1246536"/>
                  <a:gd name="connsiteY14" fmla="*/ 73009 h 285083"/>
                  <a:gd name="connsiteX15" fmla="*/ 917067 w 1246536"/>
                  <a:gd name="connsiteY15" fmla="*/ 148114 h 285083"/>
                  <a:gd name="connsiteX16" fmla="*/ 947024 w 1246536"/>
                  <a:gd name="connsiteY16" fmla="*/ 154496 h 285083"/>
                  <a:gd name="connsiteX17" fmla="*/ 947024 w 1246536"/>
                  <a:gd name="connsiteY17" fmla="*/ 185642 h 285083"/>
                  <a:gd name="connsiteX18" fmla="*/ 853393 w 1246536"/>
                  <a:gd name="connsiteY18" fmla="*/ 165735 h 285083"/>
                  <a:gd name="connsiteX19" fmla="*/ 853393 w 1246536"/>
                  <a:gd name="connsiteY19" fmla="*/ 134588 h 285083"/>
                  <a:gd name="connsiteX20" fmla="*/ 883349 w 1246536"/>
                  <a:gd name="connsiteY20" fmla="*/ 140970 h 285083"/>
                  <a:gd name="connsiteX21" fmla="*/ 883349 w 1246536"/>
                  <a:gd name="connsiteY21" fmla="*/ 65865 h 285083"/>
                  <a:gd name="connsiteX22" fmla="*/ 853393 w 1246536"/>
                  <a:gd name="connsiteY22" fmla="*/ 59484 h 285083"/>
                  <a:gd name="connsiteX23" fmla="*/ 853393 w 1246536"/>
                  <a:gd name="connsiteY23" fmla="*/ 28575 h 285083"/>
                  <a:gd name="connsiteX24" fmla="*/ 947024 w 1246536"/>
                  <a:gd name="connsiteY24" fmla="*/ 48482 h 285083"/>
                  <a:gd name="connsiteX25" fmla="*/ 1026319 w 1246536"/>
                  <a:gd name="connsiteY25" fmla="*/ 62627 h 285083"/>
                  <a:gd name="connsiteX26" fmla="*/ 1094994 w 1246536"/>
                  <a:gd name="connsiteY26" fmla="*/ 148447 h 285083"/>
                  <a:gd name="connsiteX27" fmla="*/ 1026319 w 1246536"/>
                  <a:gd name="connsiteY27" fmla="*/ 205264 h 285083"/>
                  <a:gd name="connsiteX28" fmla="*/ 957263 w 1246536"/>
                  <a:gd name="connsiteY28" fmla="*/ 119205 h 285083"/>
                  <a:gd name="connsiteX29" fmla="*/ 1026319 w 1246536"/>
                  <a:gd name="connsiteY29" fmla="*/ 62675 h 285083"/>
                  <a:gd name="connsiteX30" fmla="*/ 1026319 w 1246536"/>
                  <a:gd name="connsiteY30" fmla="*/ 173117 h 285083"/>
                  <a:gd name="connsiteX31" fmla="*/ 1060180 w 1246536"/>
                  <a:gd name="connsiteY31" fmla="*/ 141018 h 285083"/>
                  <a:gd name="connsiteX32" fmla="*/ 1026319 w 1246536"/>
                  <a:gd name="connsiteY32" fmla="*/ 94726 h 285083"/>
                  <a:gd name="connsiteX33" fmla="*/ 992267 w 1246536"/>
                  <a:gd name="connsiteY33" fmla="*/ 126587 h 285083"/>
                  <a:gd name="connsiteX34" fmla="*/ 1026319 w 1246536"/>
                  <a:gd name="connsiteY34" fmla="*/ 173117 h 285083"/>
                  <a:gd name="connsiteX35" fmla="*/ 1111949 w 1246536"/>
                  <a:gd name="connsiteY35" fmla="*/ 83534 h 285083"/>
                  <a:gd name="connsiteX36" fmla="*/ 1175814 w 1246536"/>
                  <a:gd name="connsiteY36" fmla="*/ 97107 h 285083"/>
                  <a:gd name="connsiteX37" fmla="*/ 1212675 w 1246536"/>
                  <a:gd name="connsiteY37" fmla="*/ 230791 h 285083"/>
                  <a:gd name="connsiteX38" fmla="*/ 1212675 w 1246536"/>
                  <a:gd name="connsiteY38" fmla="*/ 104918 h 285083"/>
                  <a:gd name="connsiteX39" fmla="*/ 1246537 w 1246536"/>
                  <a:gd name="connsiteY39" fmla="*/ 112109 h 285083"/>
                  <a:gd name="connsiteX40" fmla="*/ 1246537 w 1246536"/>
                  <a:gd name="connsiteY40" fmla="*/ 249269 h 285083"/>
                  <a:gd name="connsiteX41" fmla="*/ 1182672 w 1246536"/>
                  <a:gd name="connsiteY41" fmla="*/ 235696 h 285083"/>
                  <a:gd name="connsiteX42" fmla="*/ 1145810 w 1246536"/>
                  <a:gd name="connsiteY42" fmla="*/ 102013 h 285083"/>
                  <a:gd name="connsiteX43" fmla="*/ 1145810 w 1246536"/>
                  <a:gd name="connsiteY43" fmla="*/ 227886 h 285083"/>
                  <a:gd name="connsiteX44" fmla="*/ 1111949 w 1246536"/>
                  <a:gd name="connsiteY44" fmla="*/ 220694 h 285083"/>
                  <a:gd name="connsiteX45" fmla="*/ 1111949 w 1246536"/>
                  <a:gd name="connsiteY45" fmla="*/ 83534 h 285083"/>
                  <a:gd name="connsiteX46" fmla="*/ 42101 w 1246536"/>
                  <a:gd name="connsiteY46" fmla="*/ 138970 h 285083"/>
                  <a:gd name="connsiteX47" fmla="*/ 104108 w 1246536"/>
                  <a:gd name="connsiteY47" fmla="*/ 125778 h 285083"/>
                  <a:gd name="connsiteX48" fmla="*/ 145971 w 1246536"/>
                  <a:gd name="connsiteY48" fmla="*/ 254032 h 285083"/>
                  <a:gd name="connsiteX49" fmla="*/ 110061 w 1246536"/>
                  <a:gd name="connsiteY49" fmla="*/ 261652 h 285083"/>
                  <a:gd name="connsiteX50" fmla="*/ 97774 w 1246536"/>
                  <a:gd name="connsiteY50" fmla="*/ 222837 h 285083"/>
                  <a:gd name="connsiteX51" fmla="*/ 47863 w 1246536"/>
                  <a:gd name="connsiteY51" fmla="*/ 233458 h 285083"/>
                  <a:gd name="connsiteX52" fmla="*/ 35576 w 1246536"/>
                  <a:gd name="connsiteY52" fmla="*/ 277511 h 285083"/>
                  <a:gd name="connsiteX53" fmla="*/ 0 w 1246536"/>
                  <a:gd name="connsiteY53" fmla="*/ 285083 h 285083"/>
                  <a:gd name="connsiteX54" fmla="*/ 42053 w 1246536"/>
                  <a:gd name="connsiteY54" fmla="*/ 138970 h 285083"/>
                  <a:gd name="connsiteX55" fmla="*/ 88440 w 1246536"/>
                  <a:gd name="connsiteY55" fmla="*/ 193929 h 285083"/>
                  <a:gd name="connsiteX56" fmla="*/ 72819 w 1246536"/>
                  <a:gd name="connsiteY56" fmla="*/ 144923 h 285083"/>
                  <a:gd name="connsiteX57" fmla="*/ 57198 w 1246536"/>
                  <a:gd name="connsiteY57" fmla="*/ 200597 h 285083"/>
                  <a:gd name="connsiteX58" fmla="*/ 88488 w 1246536"/>
                  <a:gd name="connsiteY58" fmla="*/ 193929 h 285083"/>
                  <a:gd name="connsiteX59" fmla="*/ 214646 w 1246536"/>
                  <a:gd name="connsiteY59" fmla="*/ 242173 h 285083"/>
                  <a:gd name="connsiteX60" fmla="*/ 148733 w 1246536"/>
                  <a:gd name="connsiteY60" fmla="*/ 199930 h 285083"/>
                  <a:gd name="connsiteX61" fmla="*/ 183738 w 1246536"/>
                  <a:gd name="connsiteY61" fmla="*/ 192500 h 285083"/>
                  <a:gd name="connsiteX62" fmla="*/ 215408 w 1246536"/>
                  <a:gd name="connsiteY62" fmla="*/ 212408 h 285083"/>
                  <a:gd name="connsiteX63" fmla="*/ 239030 w 1246536"/>
                  <a:gd name="connsiteY63" fmla="*/ 195310 h 285083"/>
                  <a:gd name="connsiteX64" fmla="*/ 227886 w 1246536"/>
                  <a:gd name="connsiteY64" fmla="*/ 187166 h 285083"/>
                  <a:gd name="connsiteX65" fmla="*/ 183975 w 1246536"/>
                  <a:gd name="connsiteY65" fmla="*/ 184452 h 285083"/>
                  <a:gd name="connsiteX66" fmla="*/ 154210 w 1246536"/>
                  <a:gd name="connsiteY66" fmla="*/ 153210 h 285083"/>
                  <a:gd name="connsiteX67" fmla="*/ 207645 w 1246536"/>
                  <a:gd name="connsiteY67" fmla="*/ 101013 h 285083"/>
                  <a:gd name="connsiteX68" fmla="*/ 268891 w 1246536"/>
                  <a:gd name="connsiteY68" fmla="*/ 138017 h 285083"/>
                  <a:gd name="connsiteX69" fmla="*/ 234077 w 1246536"/>
                  <a:gd name="connsiteY69" fmla="*/ 145399 h 285083"/>
                  <a:gd name="connsiteX70" fmla="*/ 208217 w 1246536"/>
                  <a:gd name="connsiteY70" fmla="*/ 129873 h 285083"/>
                  <a:gd name="connsiteX71" fmla="*/ 189215 w 1246536"/>
                  <a:gd name="connsiteY71" fmla="*/ 145018 h 285083"/>
                  <a:gd name="connsiteX72" fmla="*/ 199454 w 1246536"/>
                  <a:gd name="connsiteY72" fmla="*/ 152352 h 285083"/>
                  <a:gd name="connsiteX73" fmla="*/ 242078 w 1246536"/>
                  <a:gd name="connsiteY73" fmla="*/ 154400 h 285083"/>
                  <a:gd name="connsiteX74" fmla="*/ 273891 w 1246536"/>
                  <a:gd name="connsiteY74" fmla="*/ 186357 h 285083"/>
                  <a:gd name="connsiteX75" fmla="*/ 214694 w 1246536"/>
                  <a:gd name="connsiteY75" fmla="*/ 242125 h 285083"/>
                  <a:gd name="connsiteX76" fmla="*/ 283702 w 1246536"/>
                  <a:gd name="connsiteY76" fmla="*/ 156115 h 285083"/>
                  <a:gd name="connsiteX77" fmla="*/ 353330 w 1246536"/>
                  <a:gd name="connsiteY77" fmla="*/ 70104 h 285083"/>
                  <a:gd name="connsiteX78" fmla="*/ 419767 w 1246536"/>
                  <a:gd name="connsiteY78" fmla="*/ 111633 h 285083"/>
                  <a:gd name="connsiteX79" fmla="*/ 384953 w 1246536"/>
                  <a:gd name="connsiteY79" fmla="*/ 119015 h 285083"/>
                  <a:gd name="connsiteX80" fmla="*/ 353473 w 1246536"/>
                  <a:gd name="connsiteY80" fmla="*/ 102156 h 285083"/>
                  <a:gd name="connsiteX81" fmla="*/ 318659 w 1246536"/>
                  <a:gd name="connsiteY81" fmla="*/ 148638 h 285083"/>
                  <a:gd name="connsiteX82" fmla="*/ 353473 w 1246536"/>
                  <a:gd name="connsiteY82" fmla="*/ 180546 h 285083"/>
                  <a:gd name="connsiteX83" fmla="*/ 384953 w 1246536"/>
                  <a:gd name="connsiteY83" fmla="*/ 150114 h 285083"/>
                  <a:gd name="connsiteX84" fmla="*/ 419767 w 1246536"/>
                  <a:gd name="connsiteY84" fmla="*/ 142732 h 285083"/>
                  <a:gd name="connsiteX85" fmla="*/ 353330 w 1246536"/>
                  <a:gd name="connsiteY85" fmla="*/ 212693 h 285083"/>
                  <a:gd name="connsiteX86" fmla="*/ 283702 w 1246536"/>
                  <a:gd name="connsiteY86" fmla="*/ 156115 h 285083"/>
                  <a:gd name="connsiteX87" fmla="*/ 436340 w 1246536"/>
                  <a:gd name="connsiteY87" fmla="*/ 55150 h 285083"/>
                  <a:gd name="connsiteX88" fmla="*/ 540782 w 1246536"/>
                  <a:gd name="connsiteY88" fmla="*/ 32956 h 285083"/>
                  <a:gd name="connsiteX89" fmla="*/ 540782 w 1246536"/>
                  <a:gd name="connsiteY89" fmla="*/ 63865 h 285083"/>
                  <a:gd name="connsiteX90" fmla="*/ 470440 w 1246536"/>
                  <a:gd name="connsiteY90" fmla="*/ 78819 h 285083"/>
                  <a:gd name="connsiteX91" fmla="*/ 470440 w 1246536"/>
                  <a:gd name="connsiteY91" fmla="*/ 101775 h 285083"/>
                  <a:gd name="connsiteX92" fmla="*/ 531495 w 1246536"/>
                  <a:gd name="connsiteY92" fmla="*/ 88821 h 285083"/>
                  <a:gd name="connsiteX93" fmla="*/ 531495 w 1246536"/>
                  <a:gd name="connsiteY93" fmla="*/ 118015 h 285083"/>
                  <a:gd name="connsiteX94" fmla="*/ 470440 w 1246536"/>
                  <a:gd name="connsiteY94" fmla="*/ 131016 h 285083"/>
                  <a:gd name="connsiteX95" fmla="*/ 470440 w 1246536"/>
                  <a:gd name="connsiteY95" fmla="*/ 154162 h 285083"/>
                  <a:gd name="connsiteX96" fmla="*/ 540782 w 1246536"/>
                  <a:gd name="connsiteY96" fmla="*/ 139208 h 285083"/>
                  <a:gd name="connsiteX97" fmla="*/ 540782 w 1246536"/>
                  <a:gd name="connsiteY97" fmla="*/ 170117 h 285083"/>
                  <a:gd name="connsiteX98" fmla="*/ 436340 w 1246536"/>
                  <a:gd name="connsiteY98" fmla="*/ 192310 h 285083"/>
                  <a:gd name="connsiteX99" fmla="*/ 436340 w 1246536"/>
                  <a:gd name="connsiteY99" fmla="*/ 55150 h 285083"/>
                  <a:gd name="connsiteX100" fmla="*/ 561308 w 1246536"/>
                  <a:gd name="connsiteY100" fmla="*/ 28623 h 285083"/>
                  <a:gd name="connsiteX101" fmla="*/ 625173 w 1246536"/>
                  <a:gd name="connsiteY101" fmla="*/ 15049 h 285083"/>
                  <a:gd name="connsiteX102" fmla="*/ 662035 w 1246536"/>
                  <a:gd name="connsiteY102" fmla="*/ 133112 h 285083"/>
                  <a:gd name="connsiteX103" fmla="*/ 662035 w 1246536"/>
                  <a:gd name="connsiteY103" fmla="*/ 7239 h 285083"/>
                  <a:gd name="connsiteX104" fmla="*/ 695897 w 1246536"/>
                  <a:gd name="connsiteY104" fmla="*/ 48 h 285083"/>
                  <a:gd name="connsiteX105" fmla="*/ 695897 w 1246536"/>
                  <a:gd name="connsiteY105" fmla="*/ 137208 h 285083"/>
                  <a:gd name="connsiteX106" fmla="*/ 632032 w 1246536"/>
                  <a:gd name="connsiteY106" fmla="*/ 150781 h 285083"/>
                  <a:gd name="connsiteX107" fmla="*/ 595170 w 1246536"/>
                  <a:gd name="connsiteY107" fmla="*/ 32718 h 285083"/>
                  <a:gd name="connsiteX108" fmla="*/ 595170 w 1246536"/>
                  <a:gd name="connsiteY108" fmla="*/ 158591 h 285083"/>
                  <a:gd name="connsiteX109" fmla="*/ 561308 w 1246536"/>
                  <a:gd name="connsiteY109" fmla="*/ 165783 h 285083"/>
                  <a:gd name="connsiteX110" fmla="*/ 561308 w 1246536"/>
                  <a:gd name="connsiteY110" fmla="*/ 28623 h 28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</a:cxnLst>
                <a:rect l="l" t="t" r="r" b="b"/>
                <a:pathLst>
                  <a:path w="1246536" h="285083">
                    <a:moveTo>
                      <a:pt x="718995" y="0"/>
                    </a:moveTo>
                    <a:lnTo>
                      <a:pt x="769239" y="10668"/>
                    </a:lnTo>
                    <a:cubicBezTo>
                      <a:pt x="805149" y="18288"/>
                      <a:pt x="842391" y="35766"/>
                      <a:pt x="842391" y="94726"/>
                    </a:cubicBezTo>
                    <a:cubicBezTo>
                      <a:pt x="842391" y="153876"/>
                      <a:pt x="805149" y="155496"/>
                      <a:pt x="769239" y="147876"/>
                    </a:cubicBezTo>
                    <a:lnTo>
                      <a:pt x="718995" y="137208"/>
                    </a:lnTo>
                    <a:lnTo>
                      <a:pt x="718995" y="48"/>
                    </a:lnTo>
                    <a:close/>
                    <a:moveTo>
                      <a:pt x="769239" y="116729"/>
                    </a:moveTo>
                    <a:cubicBezTo>
                      <a:pt x="791766" y="121539"/>
                      <a:pt x="808530" y="124301"/>
                      <a:pt x="808530" y="87535"/>
                    </a:cubicBezTo>
                    <a:cubicBezTo>
                      <a:pt x="808530" y="50768"/>
                      <a:pt x="791623" y="46387"/>
                      <a:pt x="769239" y="41624"/>
                    </a:cubicBezTo>
                    <a:lnTo>
                      <a:pt x="752856" y="38148"/>
                    </a:lnTo>
                    <a:lnTo>
                      <a:pt x="752856" y="113252"/>
                    </a:lnTo>
                    <a:cubicBezTo>
                      <a:pt x="752856" y="113252"/>
                      <a:pt x="769239" y="116729"/>
                      <a:pt x="769239" y="116729"/>
                    </a:cubicBezTo>
                    <a:close/>
                    <a:moveTo>
                      <a:pt x="947024" y="48482"/>
                    </a:moveTo>
                    <a:lnTo>
                      <a:pt x="947024" y="79391"/>
                    </a:lnTo>
                    <a:cubicBezTo>
                      <a:pt x="947024" y="79391"/>
                      <a:pt x="917067" y="73009"/>
                      <a:pt x="917067" y="73009"/>
                    </a:cubicBezTo>
                    <a:lnTo>
                      <a:pt x="917067" y="148114"/>
                    </a:lnTo>
                    <a:cubicBezTo>
                      <a:pt x="917067" y="148114"/>
                      <a:pt x="947024" y="154496"/>
                      <a:pt x="947024" y="154496"/>
                    </a:cubicBezTo>
                    <a:lnTo>
                      <a:pt x="947024" y="185642"/>
                    </a:lnTo>
                    <a:cubicBezTo>
                      <a:pt x="947024" y="185642"/>
                      <a:pt x="853393" y="165735"/>
                      <a:pt x="853393" y="165735"/>
                    </a:cubicBezTo>
                    <a:lnTo>
                      <a:pt x="853393" y="134588"/>
                    </a:lnTo>
                    <a:cubicBezTo>
                      <a:pt x="853393" y="134588"/>
                      <a:pt x="883349" y="140970"/>
                      <a:pt x="883349" y="140970"/>
                    </a:cubicBezTo>
                    <a:lnTo>
                      <a:pt x="883349" y="65865"/>
                    </a:lnTo>
                    <a:cubicBezTo>
                      <a:pt x="883349" y="65865"/>
                      <a:pt x="853393" y="59484"/>
                      <a:pt x="853393" y="59484"/>
                    </a:cubicBezTo>
                    <a:lnTo>
                      <a:pt x="853393" y="28575"/>
                    </a:lnTo>
                    <a:cubicBezTo>
                      <a:pt x="853393" y="28575"/>
                      <a:pt x="947024" y="48482"/>
                      <a:pt x="947024" y="48482"/>
                    </a:cubicBezTo>
                    <a:close/>
                    <a:moveTo>
                      <a:pt x="1026319" y="62627"/>
                    </a:moveTo>
                    <a:cubicBezTo>
                      <a:pt x="1068944" y="71676"/>
                      <a:pt x="1094994" y="107966"/>
                      <a:pt x="1094994" y="148447"/>
                    </a:cubicBezTo>
                    <a:cubicBezTo>
                      <a:pt x="1094994" y="189119"/>
                      <a:pt x="1068944" y="214313"/>
                      <a:pt x="1026319" y="205264"/>
                    </a:cubicBezTo>
                    <a:cubicBezTo>
                      <a:pt x="983504" y="196167"/>
                      <a:pt x="957263" y="159829"/>
                      <a:pt x="957263" y="119205"/>
                    </a:cubicBezTo>
                    <a:cubicBezTo>
                      <a:pt x="957263" y="78724"/>
                      <a:pt x="983504" y="53578"/>
                      <a:pt x="1026319" y="62675"/>
                    </a:cubicBezTo>
                    <a:moveTo>
                      <a:pt x="1026319" y="173117"/>
                    </a:moveTo>
                    <a:cubicBezTo>
                      <a:pt x="1049036" y="177927"/>
                      <a:pt x="1060180" y="165926"/>
                      <a:pt x="1060180" y="141018"/>
                    </a:cubicBezTo>
                    <a:cubicBezTo>
                      <a:pt x="1060180" y="116110"/>
                      <a:pt x="1048846" y="99489"/>
                      <a:pt x="1026319" y="94726"/>
                    </a:cubicBezTo>
                    <a:cubicBezTo>
                      <a:pt x="1003602" y="89916"/>
                      <a:pt x="992267" y="101870"/>
                      <a:pt x="992267" y="126587"/>
                    </a:cubicBezTo>
                    <a:cubicBezTo>
                      <a:pt x="992267" y="151495"/>
                      <a:pt x="1003649" y="168307"/>
                      <a:pt x="1026319" y="173117"/>
                    </a:cubicBezTo>
                    <a:moveTo>
                      <a:pt x="1111949" y="83534"/>
                    </a:moveTo>
                    <a:lnTo>
                      <a:pt x="1175814" y="97107"/>
                    </a:lnTo>
                    <a:lnTo>
                      <a:pt x="1212675" y="230791"/>
                    </a:lnTo>
                    <a:lnTo>
                      <a:pt x="1212675" y="104918"/>
                    </a:lnTo>
                    <a:cubicBezTo>
                      <a:pt x="1212675" y="104918"/>
                      <a:pt x="1246537" y="112109"/>
                      <a:pt x="1246537" y="112109"/>
                    </a:cubicBezTo>
                    <a:lnTo>
                      <a:pt x="1246537" y="249269"/>
                    </a:lnTo>
                    <a:cubicBezTo>
                      <a:pt x="1246537" y="249269"/>
                      <a:pt x="1182672" y="235696"/>
                      <a:pt x="1182672" y="235696"/>
                    </a:cubicBezTo>
                    <a:lnTo>
                      <a:pt x="1145810" y="102013"/>
                    </a:lnTo>
                    <a:lnTo>
                      <a:pt x="1145810" y="227886"/>
                    </a:lnTo>
                    <a:cubicBezTo>
                      <a:pt x="1145810" y="227886"/>
                      <a:pt x="1111949" y="220694"/>
                      <a:pt x="1111949" y="220694"/>
                    </a:cubicBezTo>
                    <a:lnTo>
                      <a:pt x="1111949" y="83534"/>
                    </a:lnTo>
                    <a:close/>
                    <a:moveTo>
                      <a:pt x="42101" y="138970"/>
                    </a:moveTo>
                    <a:lnTo>
                      <a:pt x="104108" y="125778"/>
                    </a:lnTo>
                    <a:lnTo>
                      <a:pt x="145971" y="254032"/>
                    </a:lnTo>
                    <a:lnTo>
                      <a:pt x="110061" y="261652"/>
                    </a:lnTo>
                    <a:lnTo>
                      <a:pt x="97774" y="222837"/>
                    </a:lnTo>
                    <a:lnTo>
                      <a:pt x="47863" y="233458"/>
                    </a:lnTo>
                    <a:lnTo>
                      <a:pt x="35576" y="277511"/>
                    </a:lnTo>
                    <a:lnTo>
                      <a:pt x="0" y="285083"/>
                    </a:lnTo>
                    <a:lnTo>
                      <a:pt x="42053" y="138970"/>
                    </a:lnTo>
                    <a:close/>
                    <a:moveTo>
                      <a:pt x="88440" y="193929"/>
                    </a:moveTo>
                    <a:lnTo>
                      <a:pt x="72819" y="144923"/>
                    </a:lnTo>
                    <a:lnTo>
                      <a:pt x="57198" y="200597"/>
                    </a:lnTo>
                    <a:lnTo>
                      <a:pt x="88488" y="193929"/>
                    </a:lnTo>
                    <a:close/>
                    <a:moveTo>
                      <a:pt x="214646" y="242173"/>
                    </a:moveTo>
                    <a:cubicBezTo>
                      <a:pt x="168307" y="252031"/>
                      <a:pt x="148733" y="235553"/>
                      <a:pt x="148733" y="199930"/>
                    </a:cubicBezTo>
                    <a:lnTo>
                      <a:pt x="183738" y="192500"/>
                    </a:lnTo>
                    <a:cubicBezTo>
                      <a:pt x="183738" y="211979"/>
                      <a:pt x="190977" y="217599"/>
                      <a:pt x="215408" y="212408"/>
                    </a:cubicBezTo>
                    <a:cubicBezTo>
                      <a:pt x="231982" y="208883"/>
                      <a:pt x="239030" y="203883"/>
                      <a:pt x="239030" y="195310"/>
                    </a:cubicBezTo>
                    <a:cubicBezTo>
                      <a:pt x="239030" y="190452"/>
                      <a:pt x="235315" y="187547"/>
                      <a:pt x="227886" y="187166"/>
                    </a:cubicBezTo>
                    <a:lnTo>
                      <a:pt x="183975" y="184452"/>
                    </a:lnTo>
                    <a:cubicBezTo>
                      <a:pt x="161258" y="182880"/>
                      <a:pt x="154210" y="170545"/>
                      <a:pt x="154210" y="153210"/>
                    </a:cubicBezTo>
                    <a:cubicBezTo>
                      <a:pt x="154210" y="126540"/>
                      <a:pt x="173212" y="108299"/>
                      <a:pt x="207645" y="101013"/>
                    </a:cubicBezTo>
                    <a:cubicBezTo>
                      <a:pt x="248603" y="92297"/>
                      <a:pt x="268891" y="108252"/>
                      <a:pt x="268891" y="138017"/>
                    </a:cubicBezTo>
                    <a:lnTo>
                      <a:pt x="234077" y="145399"/>
                    </a:lnTo>
                    <a:cubicBezTo>
                      <a:pt x="234077" y="130635"/>
                      <a:pt x="226076" y="126111"/>
                      <a:pt x="208217" y="129873"/>
                    </a:cubicBezTo>
                    <a:cubicBezTo>
                      <a:pt x="195739" y="132540"/>
                      <a:pt x="189215" y="137208"/>
                      <a:pt x="189215" y="145018"/>
                    </a:cubicBezTo>
                    <a:cubicBezTo>
                      <a:pt x="189215" y="148923"/>
                      <a:pt x="191262" y="151781"/>
                      <a:pt x="199454" y="152352"/>
                    </a:cubicBezTo>
                    <a:lnTo>
                      <a:pt x="242078" y="154400"/>
                    </a:lnTo>
                    <a:cubicBezTo>
                      <a:pt x="263843" y="155400"/>
                      <a:pt x="273891" y="166306"/>
                      <a:pt x="273891" y="186357"/>
                    </a:cubicBezTo>
                    <a:cubicBezTo>
                      <a:pt x="273891" y="212408"/>
                      <a:pt x="256747" y="233172"/>
                      <a:pt x="214694" y="242125"/>
                    </a:cubicBezTo>
                    <a:moveTo>
                      <a:pt x="283702" y="156115"/>
                    </a:moveTo>
                    <a:cubicBezTo>
                      <a:pt x="283702" y="115633"/>
                      <a:pt x="310325" y="79248"/>
                      <a:pt x="353330" y="70104"/>
                    </a:cubicBezTo>
                    <a:cubicBezTo>
                      <a:pt x="390906" y="62103"/>
                      <a:pt x="415862" y="78010"/>
                      <a:pt x="419767" y="111633"/>
                    </a:cubicBezTo>
                    <a:lnTo>
                      <a:pt x="384953" y="119015"/>
                    </a:lnTo>
                    <a:cubicBezTo>
                      <a:pt x="382143" y="104823"/>
                      <a:pt x="370047" y="98631"/>
                      <a:pt x="353473" y="102156"/>
                    </a:cubicBezTo>
                    <a:cubicBezTo>
                      <a:pt x="333185" y="106490"/>
                      <a:pt x="318659" y="121634"/>
                      <a:pt x="318659" y="148638"/>
                    </a:cubicBezTo>
                    <a:cubicBezTo>
                      <a:pt x="318659" y="175879"/>
                      <a:pt x="333185" y="184833"/>
                      <a:pt x="353473" y="180546"/>
                    </a:cubicBezTo>
                    <a:cubicBezTo>
                      <a:pt x="370047" y="177022"/>
                      <a:pt x="382143" y="165497"/>
                      <a:pt x="384953" y="150114"/>
                    </a:cubicBezTo>
                    <a:lnTo>
                      <a:pt x="419767" y="142732"/>
                    </a:lnTo>
                    <a:cubicBezTo>
                      <a:pt x="415862" y="178213"/>
                      <a:pt x="390906" y="204692"/>
                      <a:pt x="353330" y="212693"/>
                    </a:cubicBezTo>
                    <a:cubicBezTo>
                      <a:pt x="310325" y="221837"/>
                      <a:pt x="283702" y="196739"/>
                      <a:pt x="283702" y="156115"/>
                    </a:cubicBezTo>
                    <a:moveTo>
                      <a:pt x="436340" y="55150"/>
                    </a:moveTo>
                    <a:lnTo>
                      <a:pt x="540782" y="32956"/>
                    </a:lnTo>
                    <a:lnTo>
                      <a:pt x="540782" y="63865"/>
                    </a:lnTo>
                    <a:cubicBezTo>
                      <a:pt x="540782" y="63865"/>
                      <a:pt x="470440" y="78819"/>
                      <a:pt x="470440" y="78819"/>
                    </a:cubicBezTo>
                    <a:lnTo>
                      <a:pt x="470440" y="101775"/>
                    </a:lnTo>
                    <a:cubicBezTo>
                      <a:pt x="470440" y="101775"/>
                      <a:pt x="531495" y="88821"/>
                      <a:pt x="531495" y="88821"/>
                    </a:cubicBezTo>
                    <a:lnTo>
                      <a:pt x="531495" y="118015"/>
                    </a:lnTo>
                    <a:cubicBezTo>
                      <a:pt x="531495" y="118015"/>
                      <a:pt x="470440" y="131016"/>
                      <a:pt x="470440" y="131016"/>
                    </a:cubicBezTo>
                    <a:lnTo>
                      <a:pt x="470440" y="154162"/>
                    </a:lnTo>
                    <a:cubicBezTo>
                      <a:pt x="470440" y="154162"/>
                      <a:pt x="540782" y="139208"/>
                      <a:pt x="540782" y="139208"/>
                    </a:cubicBezTo>
                    <a:lnTo>
                      <a:pt x="540782" y="170117"/>
                    </a:lnTo>
                    <a:cubicBezTo>
                      <a:pt x="540782" y="170117"/>
                      <a:pt x="436340" y="192310"/>
                      <a:pt x="436340" y="192310"/>
                    </a:cubicBezTo>
                    <a:lnTo>
                      <a:pt x="436340" y="55150"/>
                    </a:lnTo>
                    <a:close/>
                    <a:moveTo>
                      <a:pt x="561308" y="28623"/>
                    </a:moveTo>
                    <a:lnTo>
                      <a:pt x="625173" y="15049"/>
                    </a:lnTo>
                    <a:lnTo>
                      <a:pt x="662035" y="133112"/>
                    </a:lnTo>
                    <a:lnTo>
                      <a:pt x="662035" y="7239"/>
                    </a:lnTo>
                    <a:cubicBezTo>
                      <a:pt x="662035" y="7239"/>
                      <a:pt x="695897" y="48"/>
                      <a:pt x="695897" y="48"/>
                    </a:cubicBezTo>
                    <a:lnTo>
                      <a:pt x="695897" y="137208"/>
                    </a:lnTo>
                    <a:cubicBezTo>
                      <a:pt x="695897" y="137208"/>
                      <a:pt x="632032" y="150781"/>
                      <a:pt x="632032" y="150781"/>
                    </a:cubicBezTo>
                    <a:lnTo>
                      <a:pt x="595170" y="32718"/>
                    </a:lnTo>
                    <a:lnTo>
                      <a:pt x="595170" y="158591"/>
                    </a:lnTo>
                    <a:cubicBezTo>
                      <a:pt x="595170" y="158591"/>
                      <a:pt x="561308" y="165783"/>
                      <a:pt x="561308" y="165783"/>
                    </a:cubicBezTo>
                    <a:lnTo>
                      <a:pt x="561308" y="28623"/>
                    </a:lnTo>
                    <a:close/>
                  </a:path>
                </a:pathLst>
              </a:custGeom>
              <a:grpFill/>
              <a:ln w="4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264850-3E05-440B-6547-632B4F7AD1ED}"/>
                </a:ext>
              </a:extLst>
            </p:cNvPr>
            <p:cNvSpPr txBox="1"/>
            <p:nvPr/>
          </p:nvSpPr>
          <p:spPr>
            <a:xfrm>
              <a:off x="30480" y="6523176"/>
              <a:ext cx="3144375" cy="24622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defRPr sz="700">
                  <a:solidFill>
                    <a:schemeClr val="bg1"/>
                  </a:solidFill>
                  <a:effectLst/>
                  <a:latin typeface="Verdana" panose="020B0604030504040204" pitchFamily="34" charset="0"/>
                  <a:ea typeface="Verdana" panose="020B060403050404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Ascendion Confidential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4DF3BB-A1C1-2E43-020B-7661A2C537A7}"/>
              </a:ext>
            </a:extLst>
          </p:cNvPr>
          <p:cNvSpPr/>
          <p:nvPr/>
        </p:nvSpPr>
        <p:spPr>
          <a:xfrm>
            <a:off x="10698956" y="90412"/>
            <a:ext cx="1350024" cy="309061"/>
          </a:xfrm>
          <a:custGeom>
            <a:avLst/>
            <a:gdLst>
              <a:gd name="connsiteX0" fmla="*/ 718995 w 1246536"/>
              <a:gd name="connsiteY0" fmla="*/ 0 h 285083"/>
              <a:gd name="connsiteX1" fmla="*/ 769239 w 1246536"/>
              <a:gd name="connsiteY1" fmla="*/ 10668 h 285083"/>
              <a:gd name="connsiteX2" fmla="*/ 842391 w 1246536"/>
              <a:gd name="connsiteY2" fmla="*/ 94726 h 285083"/>
              <a:gd name="connsiteX3" fmla="*/ 769239 w 1246536"/>
              <a:gd name="connsiteY3" fmla="*/ 147876 h 285083"/>
              <a:gd name="connsiteX4" fmla="*/ 718995 w 1246536"/>
              <a:gd name="connsiteY4" fmla="*/ 137208 h 285083"/>
              <a:gd name="connsiteX5" fmla="*/ 718995 w 1246536"/>
              <a:gd name="connsiteY5" fmla="*/ 48 h 285083"/>
              <a:gd name="connsiteX6" fmla="*/ 769239 w 1246536"/>
              <a:gd name="connsiteY6" fmla="*/ 116729 h 285083"/>
              <a:gd name="connsiteX7" fmla="*/ 808530 w 1246536"/>
              <a:gd name="connsiteY7" fmla="*/ 87535 h 285083"/>
              <a:gd name="connsiteX8" fmla="*/ 769239 w 1246536"/>
              <a:gd name="connsiteY8" fmla="*/ 41624 h 285083"/>
              <a:gd name="connsiteX9" fmla="*/ 752856 w 1246536"/>
              <a:gd name="connsiteY9" fmla="*/ 38148 h 285083"/>
              <a:gd name="connsiteX10" fmla="*/ 752856 w 1246536"/>
              <a:gd name="connsiteY10" fmla="*/ 113252 h 285083"/>
              <a:gd name="connsiteX11" fmla="*/ 769239 w 1246536"/>
              <a:gd name="connsiteY11" fmla="*/ 116729 h 285083"/>
              <a:gd name="connsiteX12" fmla="*/ 947024 w 1246536"/>
              <a:gd name="connsiteY12" fmla="*/ 48482 h 285083"/>
              <a:gd name="connsiteX13" fmla="*/ 947024 w 1246536"/>
              <a:gd name="connsiteY13" fmla="*/ 79391 h 285083"/>
              <a:gd name="connsiteX14" fmla="*/ 917067 w 1246536"/>
              <a:gd name="connsiteY14" fmla="*/ 73009 h 285083"/>
              <a:gd name="connsiteX15" fmla="*/ 917067 w 1246536"/>
              <a:gd name="connsiteY15" fmla="*/ 148114 h 285083"/>
              <a:gd name="connsiteX16" fmla="*/ 947024 w 1246536"/>
              <a:gd name="connsiteY16" fmla="*/ 154496 h 285083"/>
              <a:gd name="connsiteX17" fmla="*/ 947024 w 1246536"/>
              <a:gd name="connsiteY17" fmla="*/ 185642 h 285083"/>
              <a:gd name="connsiteX18" fmla="*/ 853393 w 1246536"/>
              <a:gd name="connsiteY18" fmla="*/ 165735 h 285083"/>
              <a:gd name="connsiteX19" fmla="*/ 853393 w 1246536"/>
              <a:gd name="connsiteY19" fmla="*/ 134588 h 285083"/>
              <a:gd name="connsiteX20" fmla="*/ 883349 w 1246536"/>
              <a:gd name="connsiteY20" fmla="*/ 140970 h 285083"/>
              <a:gd name="connsiteX21" fmla="*/ 883349 w 1246536"/>
              <a:gd name="connsiteY21" fmla="*/ 65865 h 285083"/>
              <a:gd name="connsiteX22" fmla="*/ 853393 w 1246536"/>
              <a:gd name="connsiteY22" fmla="*/ 59484 h 285083"/>
              <a:gd name="connsiteX23" fmla="*/ 853393 w 1246536"/>
              <a:gd name="connsiteY23" fmla="*/ 28575 h 285083"/>
              <a:gd name="connsiteX24" fmla="*/ 947024 w 1246536"/>
              <a:gd name="connsiteY24" fmla="*/ 48482 h 285083"/>
              <a:gd name="connsiteX25" fmla="*/ 1026319 w 1246536"/>
              <a:gd name="connsiteY25" fmla="*/ 62627 h 285083"/>
              <a:gd name="connsiteX26" fmla="*/ 1094994 w 1246536"/>
              <a:gd name="connsiteY26" fmla="*/ 148447 h 285083"/>
              <a:gd name="connsiteX27" fmla="*/ 1026319 w 1246536"/>
              <a:gd name="connsiteY27" fmla="*/ 205264 h 285083"/>
              <a:gd name="connsiteX28" fmla="*/ 957263 w 1246536"/>
              <a:gd name="connsiteY28" fmla="*/ 119205 h 285083"/>
              <a:gd name="connsiteX29" fmla="*/ 1026319 w 1246536"/>
              <a:gd name="connsiteY29" fmla="*/ 62675 h 285083"/>
              <a:gd name="connsiteX30" fmla="*/ 1026319 w 1246536"/>
              <a:gd name="connsiteY30" fmla="*/ 173117 h 285083"/>
              <a:gd name="connsiteX31" fmla="*/ 1060180 w 1246536"/>
              <a:gd name="connsiteY31" fmla="*/ 141018 h 285083"/>
              <a:gd name="connsiteX32" fmla="*/ 1026319 w 1246536"/>
              <a:gd name="connsiteY32" fmla="*/ 94726 h 285083"/>
              <a:gd name="connsiteX33" fmla="*/ 992267 w 1246536"/>
              <a:gd name="connsiteY33" fmla="*/ 126587 h 285083"/>
              <a:gd name="connsiteX34" fmla="*/ 1026319 w 1246536"/>
              <a:gd name="connsiteY34" fmla="*/ 173117 h 285083"/>
              <a:gd name="connsiteX35" fmla="*/ 1111949 w 1246536"/>
              <a:gd name="connsiteY35" fmla="*/ 83534 h 285083"/>
              <a:gd name="connsiteX36" fmla="*/ 1175814 w 1246536"/>
              <a:gd name="connsiteY36" fmla="*/ 97107 h 285083"/>
              <a:gd name="connsiteX37" fmla="*/ 1212675 w 1246536"/>
              <a:gd name="connsiteY37" fmla="*/ 230791 h 285083"/>
              <a:gd name="connsiteX38" fmla="*/ 1212675 w 1246536"/>
              <a:gd name="connsiteY38" fmla="*/ 104918 h 285083"/>
              <a:gd name="connsiteX39" fmla="*/ 1246537 w 1246536"/>
              <a:gd name="connsiteY39" fmla="*/ 112109 h 285083"/>
              <a:gd name="connsiteX40" fmla="*/ 1246537 w 1246536"/>
              <a:gd name="connsiteY40" fmla="*/ 249269 h 285083"/>
              <a:gd name="connsiteX41" fmla="*/ 1182672 w 1246536"/>
              <a:gd name="connsiteY41" fmla="*/ 235696 h 285083"/>
              <a:gd name="connsiteX42" fmla="*/ 1145810 w 1246536"/>
              <a:gd name="connsiteY42" fmla="*/ 102013 h 285083"/>
              <a:gd name="connsiteX43" fmla="*/ 1145810 w 1246536"/>
              <a:gd name="connsiteY43" fmla="*/ 227886 h 285083"/>
              <a:gd name="connsiteX44" fmla="*/ 1111949 w 1246536"/>
              <a:gd name="connsiteY44" fmla="*/ 220694 h 285083"/>
              <a:gd name="connsiteX45" fmla="*/ 1111949 w 1246536"/>
              <a:gd name="connsiteY45" fmla="*/ 83534 h 285083"/>
              <a:gd name="connsiteX46" fmla="*/ 42101 w 1246536"/>
              <a:gd name="connsiteY46" fmla="*/ 138970 h 285083"/>
              <a:gd name="connsiteX47" fmla="*/ 104108 w 1246536"/>
              <a:gd name="connsiteY47" fmla="*/ 125778 h 285083"/>
              <a:gd name="connsiteX48" fmla="*/ 145971 w 1246536"/>
              <a:gd name="connsiteY48" fmla="*/ 254032 h 285083"/>
              <a:gd name="connsiteX49" fmla="*/ 110061 w 1246536"/>
              <a:gd name="connsiteY49" fmla="*/ 261652 h 285083"/>
              <a:gd name="connsiteX50" fmla="*/ 97774 w 1246536"/>
              <a:gd name="connsiteY50" fmla="*/ 222837 h 285083"/>
              <a:gd name="connsiteX51" fmla="*/ 47863 w 1246536"/>
              <a:gd name="connsiteY51" fmla="*/ 233458 h 285083"/>
              <a:gd name="connsiteX52" fmla="*/ 35576 w 1246536"/>
              <a:gd name="connsiteY52" fmla="*/ 277511 h 285083"/>
              <a:gd name="connsiteX53" fmla="*/ 0 w 1246536"/>
              <a:gd name="connsiteY53" fmla="*/ 285083 h 285083"/>
              <a:gd name="connsiteX54" fmla="*/ 42053 w 1246536"/>
              <a:gd name="connsiteY54" fmla="*/ 138970 h 285083"/>
              <a:gd name="connsiteX55" fmla="*/ 88440 w 1246536"/>
              <a:gd name="connsiteY55" fmla="*/ 193929 h 285083"/>
              <a:gd name="connsiteX56" fmla="*/ 72819 w 1246536"/>
              <a:gd name="connsiteY56" fmla="*/ 144923 h 285083"/>
              <a:gd name="connsiteX57" fmla="*/ 57198 w 1246536"/>
              <a:gd name="connsiteY57" fmla="*/ 200597 h 285083"/>
              <a:gd name="connsiteX58" fmla="*/ 88488 w 1246536"/>
              <a:gd name="connsiteY58" fmla="*/ 193929 h 285083"/>
              <a:gd name="connsiteX59" fmla="*/ 214646 w 1246536"/>
              <a:gd name="connsiteY59" fmla="*/ 242173 h 285083"/>
              <a:gd name="connsiteX60" fmla="*/ 148733 w 1246536"/>
              <a:gd name="connsiteY60" fmla="*/ 199930 h 285083"/>
              <a:gd name="connsiteX61" fmla="*/ 183738 w 1246536"/>
              <a:gd name="connsiteY61" fmla="*/ 192500 h 285083"/>
              <a:gd name="connsiteX62" fmla="*/ 215408 w 1246536"/>
              <a:gd name="connsiteY62" fmla="*/ 212408 h 285083"/>
              <a:gd name="connsiteX63" fmla="*/ 239030 w 1246536"/>
              <a:gd name="connsiteY63" fmla="*/ 195310 h 285083"/>
              <a:gd name="connsiteX64" fmla="*/ 227886 w 1246536"/>
              <a:gd name="connsiteY64" fmla="*/ 187166 h 285083"/>
              <a:gd name="connsiteX65" fmla="*/ 183975 w 1246536"/>
              <a:gd name="connsiteY65" fmla="*/ 184452 h 285083"/>
              <a:gd name="connsiteX66" fmla="*/ 154210 w 1246536"/>
              <a:gd name="connsiteY66" fmla="*/ 153210 h 285083"/>
              <a:gd name="connsiteX67" fmla="*/ 207645 w 1246536"/>
              <a:gd name="connsiteY67" fmla="*/ 101013 h 285083"/>
              <a:gd name="connsiteX68" fmla="*/ 268891 w 1246536"/>
              <a:gd name="connsiteY68" fmla="*/ 138017 h 285083"/>
              <a:gd name="connsiteX69" fmla="*/ 234077 w 1246536"/>
              <a:gd name="connsiteY69" fmla="*/ 145399 h 285083"/>
              <a:gd name="connsiteX70" fmla="*/ 208217 w 1246536"/>
              <a:gd name="connsiteY70" fmla="*/ 129873 h 285083"/>
              <a:gd name="connsiteX71" fmla="*/ 189215 w 1246536"/>
              <a:gd name="connsiteY71" fmla="*/ 145018 h 285083"/>
              <a:gd name="connsiteX72" fmla="*/ 199454 w 1246536"/>
              <a:gd name="connsiteY72" fmla="*/ 152352 h 285083"/>
              <a:gd name="connsiteX73" fmla="*/ 242078 w 1246536"/>
              <a:gd name="connsiteY73" fmla="*/ 154400 h 285083"/>
              <a:gd name="connsiteX74" fmla="*/ 273891 w 1246536"/>
              <a:gd name="connsiteY74" fmla="*/ 186357 h 285083"/>
              <a:gd name="connsiteX75" fmla="*/ 214694 w 1246536"/>
              <a:gd name="connsiteY75" fmla="*/ 242125 h 285083"/>
              <a:gd name="connsiteX76" fmla="*/ 283702 w 1246536"/>
              <a:gd name="connsiteY76" fmla="*/ 156115 h 285083"/>
              <a:gd name="connsiteX77" fmla="*/ 353330 w 1246536"/>
              <a:gd name="connsiteY77" fmla="*/ 70104 h 285083"/>
              <a:gd name="connsiteX78" fmla="*/ 419767 w 1246536"/>
              <a:gd name="connsiteY78" fmla="*/ 111633 h 285083"/>
              <a:gd name="connsiteX79" fmla="*/ 384953 w 1246536"/>
              <a:gd name="connsiteY79" fmla="*/ 119015 h 285083"/>
              <a:gd name="connsiteX80" fmla="*/ 353473 w 1246536"/>
              <a:gd name="connsiteY80" fmla="*/ 102156 h 285083"/>
              <a:gd name="connsiteX81" fmla="*/ 318659 w 1246536"/>
              <a:gd name="connsiteY81" fmla="*/ 148638 h 285083"/>
              <a:gd name="connsiteX82" fmla="*/ 353473 w 1246536"/>
              <a:gd name="connsiteY82" fmla="*/ 180546 h 285083"/>
              <a:gd name="connsiteX83" fmla="*/ 384953 w 1246536"/>
              <a:gd name="connsiteY83" fmla="*/ 150114 h 285083"/>
              <a:gd name="connsiteX84" fmla="*/ 419767 w 1246536"/>
              <a:gd name="connsiteY84" fmla="*/ 142732 h 285083"/>
              <a:gd name="connsiteX85" fmla="*/ 353330 w 1246536"/>
              <a:gd name="connsiteY85" fmla="*/ 212693 h 285083"/>
              <a:gd name="connsiteX86" fmla="*/ 283702 w 1246536"/>
              <a:gd name="connsiteY86" fmla="*/ 156115 h 285083"/>
              <a:gd name="connsiteX87" fmla="*/ 436340 w 1246536"/>
              <a:gd name="connsiteY87" fmla="*/ 55150 h 285083"/>
              <a:gd name="connsiteX88" fmla="*/ 540782 w 1246536"/>
              <a:gd name="connsiteY88" fmla="*/ 32956 h 285083"/>
              <a:gd name="connsiteX89" fmla="*/ 540782 w 1246536"/>
              <a:gd name="connsiteY89" fmla="*/ 63865 h 285083"/>
              <a:gd name="connsiteX90" fmla="*/ 470440 w 1246536"/>
              <a:gd name="connsiteY90" fmla="*/ 78819 h 285083"/>
              <a:gd name="connsiteX91" fmla="*/ 470440 w 1246536"/>
              <a:gd name="connsiteY91" fmla="*/ 101775 h 285083"/>
              <a:gd name="connsiteX92" fmla="*/ 531495 w 1246536"/>
              <a:gd name="connsiteY92" fmla="*/ 88821 h 285083"/>
              <a:gd name="connsiteX93" fmla="*/ 531495 w 1246536"/>
              <a:gd name="connsiteY93" fmla="*/ 118015 h 285083"/>
              <a:gd name="connsiteX94" fmla="*/ 470440 w 1246536"/>
              <a:gd name="connsiteY94" fmla="*/ 131016 h 285083"/>
              <a:gd name="connsiteX95" fmla="*/ 470440 w 1246536"/>
              <a:gd name="connsiteY95" fmla="*/ 154162 h 285083"/>
              <a:gd name="connsiteX96" fmla="*/ 540782 w 1246536"/>
              <a:gd name="connsiteY96" fmla="*/ 139208 h 285083"/>
              <a:gd name="connsiteX97" fmla="*/ 540782 w 1246536"/>
              <a:gd name="connsiteY97" fmla="*/ 170117 h 285083"/>
              <a:gd name="connsiteX98" fmla="*/ 436340 w 1246536"/>
              <a:gd name="connsiteY98" fmla="*/ 192310 h 285083"/>
              <a:gd name="connsiteX99" fmla="*/ 436340 w 1246536"/>
              <a:gd name="connsiteY99" fmla="*/ 55150 h 285083"/>
              <a:gd name="connsiteX100" fmla="*/ 561308 w 1246536"/>
              <a:gd name="connsiteY100" fmla="*/ 28623 h 285083"/>
              <a:gd name="connsiteX101" fmla="*/ 625173 w 1246536"/>
              <a:gd name="connsiteY101" fmla="*/ 15049 h 285083"/>
              <a:gd name="connsiteX102" fmla="*/ 662035 w 1246536"/>
              <a:gd name="connsiteY102" fmla="*/ 133112 h 285083"/>
              <a:gd name="connsiteX103" fmla="*/ 662035 w 1246536"/>
              <a:gd name="connsiteY103" fmla="*/ 7239 h 285083"/>
              <a:gd name="connsiteX104" fmla="*/ 695897 w 1246536"/>
              <a:gd name="connsiteY104" fmla="*/ 48 h 285083"/>
              <a:gd name="connsiteX105" fmla="*/ 695897 w 1246536"/>
              <a:gd name="connsiteY105" fmla="*/ 137208 h 285083"/>
              <a:gd name="connsiteX106" fmla="*/ 632032 w 1246536"/>
              <a:gd name="connsiteY106" fmla="*/ 150781 h 285083"/>
              <a:gd name="connsiteX107" fmla="*/ 595170 w 1246536"/>
              <a:gd name="connsiteY107" fmla="*/ 32718 h 285083"/>
              <a:gd name="connsiteX108" fmla="*/ 595170 w 1246536"/>
              <a:gd name="connsiteY108" fmla="*/ 158591 h 285083"/>
              <a:gd name="connsiteX109" fmla="*/ 561308 w 1246536"/>
              <a:gd name="connsiteY109" fmla="*/ 165783 h 285083"/>
              <a:gd name="connsiteX110" fmla="*/ 561308 w 1246536"/>
              <a:gd name="connsiteY110" fmla="*/ 28623 h 28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246536" h="285083">
                <a:moveTo>
                  <a:pt x="718995" y="0"/>
                </a:moveTo>
                <a:lnTo>
                  <a:pt x="769239" y="10668"/>
                </a:lnTo>
                <a:cubicBezTo>
                  <a:pt x="805149" y="18288"/>
                  <a:pt x="842391" y="35766"/>
                  <a:pt x="842391" y="94726"/>
                </a:cubicBezTo>
                <a:cubicBezTo>
                  <a:pt x="842391" y="153876"/>
                  <a:pt x="805149" y="155496"/>
                  <a:pt x="769239" y="147876"/>
                </a:cubicBezTo>
                <a:lnTo>
                  <a:pt x="718995" y="137208"/>
                </a:lnTo>
                <a:lnTo>
                  <a:pt x="718995" y="48"/>
                </a:lnTo>
                <a:close/>
                <a:moveTo>
                  <a:pt x="769239" y="116729"/>
                </a:moveTo>
                <a:cubicBezTo>
                  <a:pt x="791766" y="121539"/>
                  <a:pt x="808530" y="124301"/>
                  <a:pt x="808530" y="87535"/>
                </a:cubicBezTo>
                <a:cubicBezTo>
                  <a:pt x="808530" y="50768"/>
                  <a:pt x="791623" y="46387"/>
                  <a:pt x="769239" y="41624"/>
                </a:cubicBezTo>
                <a:lnTo>
                  <a:pt x="752856" y="38148"/>
                </a:lnTo>
                <a:lnTo>
                  <a:pt x="752856" y="113252"/>
                </a:lnTo>
                <a:cubicBezTo>
                  <a:pt x="752856" y="113252"/>
                  <a:pt x="769239" y="116729"/>
                  <a:pt x="769239" y="116729"/>
                </a:cubicBezTo>
                <a:close/>
                <a:moveTo>
                  <a:pt x="947024" y="48482"/>
                </a:moveTo>
                <a:lnTo>
                  <a:pt x="947024" y="79391"/>
                </a:lnTo>
                <a:cubicBezTo>
                  <a:pt x="947024" y="79391"/>
                  <a:pt x="917067" y="73009"/>
                  <a:pt x="917067" y="73009"/>
                </a:cubicBezTo>
                <a:lnTo>
                  <a:pt x="917067" y="148114"/>
                </a:lnTo>
                <a:cubicBezTo>
                  <a:pt x="917067" y="148114"/>
                  <a:pt x="947024" y="154496"/>
                  <a:pt x="947024" y="154496"/>
                </a:cubicBezTo>
                <a:lnTo>
                  <a:pt x="947024" y="185642"/>
                </a:lnTo>
                <a:cubicBezTo>
                  <a:pt x="947024" y="185642"/>
                  <a:pt x="853393" y="165735"/>
                  <a:pt x="853393" y="165735"/>
                </a:cubicBezTo>
                <a:lnTo>
                  <a:pt x="853393" y="134588"/>
                </a:lnTo>
                <a:cubicBezTo>
                  <a:pt x="853393" y="134588"/>
                  <a:pt x="883349" y="140970"/>
                  <a:pt x="883349" y="140970"/>
                </a:cubicBezTo>
                <a:lnTo>
                  <a:pt x="883349" y="65865"/>
                </a:lnTo>
                <a:cubicBezTo>
                  <a:pt x="883349" y="65865"/>
                  <a:pt x="853393" y="59484"/>
                  <a:pt x="853393" y="59484"/>
                </a:cubicBezTo>
                <a:lnTo>
                  <a:pt x="853393" y="28575"/>
                </a:lnTo>
                <a:cubicBezTo>
                  <a:pt x="853393" y="28575"/>
                  <a:pt x="947024" y="48482"/>
                  <a:pt x="947024" y="48482"/>
                </a:cubicBezTo>
                <a:close/>
                <a:moveTo>
                  <a:pt x="1026319" y="62627"/>
                </a:moveTo>
                <a:cubicBezTo>
                  <a:pt x="1068944" y="71676"/>
                  <a:pt x="1094994" y="107966"/>
                  <a:pt x="1094994" y="148447"/>
                </a:cubicBezTo>
                <a:cubicBezTo>
                  <a:pt x="1094994" y="189119"/>
                  <a:pt x="1068944" y="214313"/>
                  <a:pt x="1026319" y="205264"/>
                </a:cubicBezTo>
                <a:cubicBezTo>
                  <a:pt x="983504" y="196167"/>
                  <a:pt x="957263" y="159829"/>
                  <a:pt x="957263" y="119205"/>
                </a:cubicBezTo>
                <a:cubicBezTo>
                  <a:pt x="957263" y="78724"/>
                  <a:pt x="983504" y="53578"/>
                  <a:pt x="1026319" y="62675"/>
                </a:cubicBezTo>
                <a:moveTo>
                  <a:pt x="1026319" y="173117"/>
                </a:moveTo>
                <a:cubicBezTo>
                  <a:pt x="1049036" y="177927"/>
                  <a:pt x="1060180" y="165926"/>
                  <a:pt x="1060180" y="141018"/>
                </a:cubicBezTo>
                <a:cubicBezTo>
                  <a:pt x="1060180" y="116110"/>
                  <a:pt x="1048846" y="99489"/>
                  <a:pt x="1026319" y="94726"/>
                </a:cubicBezTo>
                <a:cubicBezTo>
                  <a:pt x="1003602" y="89916"/>
                  <a:pt x="992267" y="101870"/>
                  <a:pt x="992267" y="126587"/>
                </a:cubicBezTo>
                <a:cubicBezTo>
                  <a:pt x="992267" y="151495"/>
                  <a:pt x="1003649" y="168307"/>
                  <a:pt x="1026319" y="173117"/>
                </a:cubicBezTo>
                <a:moveTo>
                  <a:pt x="1111949" y="83534"/>
                </a:moveTo>
                <a:lnTo>
                  <a:pt x="1175814" y="97107"/>
                </a:lnTo>
                <a:lnTo>
                  <a:pt x="1212675" y="230791"/>
                </a:lnTo>
                <a:lnTo>
                  <a:pt x="1212675" y="104918"/>
                </a:lnTo>
                <a:cubicBezTo>
                  <a:pt x="1212675" y="104918"/>
                  <a:pt x="1246537" y="112109"/>
                  <a:pt x="1246537" y="112109"/>
                </a:cubicBezTo>
                <a:lnTo>
                  <a:pt x="1246537" y="249269"/>
                </a:lnTo>
                <a:cubicBezTo>
                  <a:pt x="1246537" y="249269"/>
                  <a:pt x="1182672" y="235696"/>
                  <a:pt x="1182672" y="235696"/>
                </a:cubicBezTo>
                <a:lnTo>
                  <a:pt x="1145810" y="102013"/>
                </a:lnTo>
                <a:lnTo>
                  <a:pt x="1145810" y="227886"/>
                </a:lnTo>
                <a:cubicBezTo>
                  <a:pt x="1145810" y="227886"/>
                  <a:pt x="1111949" y="220694"/>
                  <a:pt x="1111949" y="220694"/>
                </a:cubicBezTo>
                <a:lnTo>
                  <a:pt x="1111949" y="83534"/>
                </a:lnTo>
                <a:close/>
                <a:moveTo>
                  <a:pt x="42101" y="138970"/>
                </a:moveTo>
                <a:lnTo>
                  <a:pt x="104108" y="125778"/>
                </a:lnTo>
                <a:lnTo>
                  <a:pt x="145971" y="254032"/>
                </a:lnTo>
                <a:lnTo>
                  <a:pt x="110061" y="261652"/>
                </a:lnTo>
                <a:lnTo>
                  <a:pt x="97774" y="222837"/>
                </a:lnTo>
                <a:lnTo>
                  <a:pt x="47863" y="233458"/>
                </a:lnTo>
                <a:lnTo>
                  <a:pt x="35576" y="277511"/>
                </a:lnTo>
                <a:lnTo>
                  <a:pt x="0" y="285083"/>
                </a:lnTo>
                <a:lnTo>
                  <a:pt x="42053" y="138970"/>
                </a:lnTo>
                <a:close/>
                <a:moveTo>
                  <a:pt x="88440" y="193929"/>
                </a:moveTo>
                <a:lnTo>
                  <a:pt x="72819" y="144923"/>
                </a:lnTo>
                <a:lnTo>
                  <a:pt x="57198" y="200597"/>
                </a:lnTo>
                <a:lnTo>
                  <a:pt x="88488" y="193929"/>
                </a:lnTo>
                <a:close/>
                <a:moveTo>
                  <a:pt x="214646" y="242173"/>
                </a:moveTo>
                <a:cubicBezTo>
                  <a:pt x="168307" y="252031"/>
                  <a:pt x="148733" y="235553"/>
                  <a:pt x="148733" y="199930"/>
                </a:cubicBezTo>
                <a:lnTo>
                  <a:pt x="183738" y="192500"/>
                </a:lnTo>
                <a:cubicBezTo>
                  <a:pt x="183738" y="211979"/>
                  <a:pt x="190977" y="217599"/>
                  <a:pt x="215408" y="212408"/>
                </a:cubicBezTo>
                <a:cubicBezTo>
                  <a:pt x="231982" y="208883"/>
                  <a:pt x="239030" y="203883"/>
                  <a:pt x="239030" y="195310"/>
                </a:cubicBezTo>
                <a:cubicBezTo>
                  <a:pt x="239030" y="190452"/>
                  <a:pt x="235315" y="187547"/>
                  <a:pt x="227886" y="187166"/>
                </a:cubicBezTo>
                <a:lnTo>
                  <a:pt x="183975" y="184452"/>
                </a:lnTo>
                <a:cubicBezTo>
                  <a:pt x="161258" y="182880"/>
                  <a:pt x="154210" y="170545"/>
                  <a:pt x="154210" y="153210"/>
                </a:cubicBezTo>
                <a:cubicBezTo>
                  <a:pt x="154210" y="126540"/>
                  <a:pt x="173212" y="108299"/>
                  <a:pt x="207645" y="101013"/>
                </a:cubicBezTo>
                <a:cubicBezTo>
                  <a:pt x="248603" y="92297"/>
                  <a:pt x="268891" y="108252"/>
                  <a:pt x="268891" y="138017"/>
                </a:cubicBezTo>
                <a:lnTo>
                  <a:pt x="234077" y="145399"/>
                </a:lnTo>
                <a:cubicBezTo>
                  <a:pt x="234077" y="130635"/>
                  <a:pt x="226076" y="126111"/>
                  <a:pt x="208217" y="129873"/>
                </a:cubicBezTo>
                <a:cubicBezTo>
                  <a:pt x="195739" y="132540"/>
                  <a:pt x="189215" y="137208"/>
                  <a:pt x="189215" y="145018"/>
                </a:cubicBezTo>
                <a:cubicBezTo>
                  <a:pt x="189215" y="148923"/>
                  <a:pt x="191262" y="151781"/>
                  <a:pt x="199454" y="152352"/>
                </a:cubicBezTo>
                <a:lnTo>
                  <a:pt x="242078" y="154400"/>
                </a:lnTo>
                <a:cubicBezTo>
                  <a:pt x="263843" y="155400"/>
                  <a:pt x="273891" y="166306"/>
                  <a:pt x="273891" y="186357"/>
                </a:cubicBezTo>
                <a:cubicBezTo>
                  <a:pt x="273891" y="212408"/>
                  <a:pt x="256747" y="233172"/>
                  <a:pt x="214694" y="242125"/>
                </a:cubicBezTo>
                <a:moveTo>
                  <a:pt x="283702" y="156115"/>
                </a:moveTo>
                <a:cubicBezTo>
                  <a:pt x="283702" y="115633"/>
                  <a:pt x="310325" y="79248"/>
                  <a:pt x="353330" y="70104"/>
                </a:cubicBezTo>
                <a:cubicBezTo>
                  <a:pt x="390906" y="62103"/>
                  <a:pt x="415862" y="78010"/>
                  <a:pt x="419767" y="111633"/>
                </a:cubicBezTo>
                <a:lnTo>
                  <a:pt x="384953" y="119015"/>
                </a:lnTo>
                <a:cubicBezTo>
                  <a:pt x="382143" y="104823"/>
                  <a:pt x="370047" y="98631"/>
                  <a:pt x="353473" y="102156"/>
                </a:cubicBezTo>
                <a:cubicBezTo>
                  <a:pt x="333185" y="106490"/>
                  <a:pt x="318659" y="121634"/>
                  <a:pt x="318659" y="148638"/>
                </a:cubicBezTo>
                <a:cubicBezTo>
                  <a:pt x="318659" y="175879"/>
                  <a:pt x="333185" y="184833"/>
                  <a:pt x="353473" y="180546"/>
                </a:cubicBezTo>
                <a:cubicBezTo>
                  <a:pt x="370047" y="177022"/>
                  <a:pt x="382143" y="165497"/>
                  <a:pt x="384953" y="150114"/>
                </a:cubicBezTo>
                <a:lnTo>
                  <a:pt x="419767" y="142732"/>
                </a:lnTo>
                <a:cubicBezTo>
                  <a:pt x="415862" y="178213"/>
                  <a:pt x="390906" y="204692"/>
                  <a:pt x="353330" y="212693"/>
                </a:cubicBezTo>
                <a:cubicBezTo>
                  <a:pt x="310325" y="221837"/>
                  <a:pt x="283702" y="196739"/>
                  <a:pt x="283702" y="156115"/>
                </a:cubicBezTo>
                <a:moveTo>
                  <a:pt x="436340" y="55150"/>
                </a:moveTo>
                <a:lnTo>
                  <a:pt x="540782" y="32956"/>
                </a:lnTo>
                <a:lnTo>
                  <a:pt x="540782" y="63865"/>
                </a:lnTo>
                <a:cubicBezTo>
                  <a:pt x="540782" y="63865"/>
                  <a:pt x="470440" y="78819"/>
                  <a:pt x="470440" y="78819"/>
                </a:cubicBezTo>
                <a:lnTo>
                  <a:pt x="470440" y="101775"/>
                </a:lnTo>
                <a:cubicBezTo>
                  <a:pt x="470440" y="101775"/>
                  <a:pt x="531495" y="88821"/>
                  <a:pt x="531495" y="88821"/>
                </a:cubicBezTo>
                <a:lnTo>
                  <a:pt x="531495" y="118015"/>
                </a:lnTo>
                <a:cubicBezTo>
                  <a:pt x="531495" y="118015"/>
                  <a:pt x="470440" y="131016"/>
                  <a:pt x="470440" y="131016"/>
                </a:cubicBezTo>
                <a:lnTo>
                  <a:pt x="470440" y="154162"/>
                </a:lnTo>
                <a:cubicBezTo>
                  <a:pt x="470440" y="154162"/>
                  <a:pt x="540782" y="139208"/>
                  <a:pt x="540782" y="139208"/>
                </a:cubicBezTo>
                <a:lnTo>
                  <a:pt x="540782" y="170117"/>
                </a:lnTo>
                <a:cubicBezTo>
                  <a:pt x="540782" y="170117"/>
                  <a:pt x="436340" y="192310"/>
                  <a:pt x="436340" y="192310"/>
                </a:cubicBezTo>
                <a:lnTo>
                  <a:pt x="436340" y="55150"/>
                </a:lnTo>
                <a:close/>
                <a:moveTo>
                  <a:pt x="561308" y="28623"/>
                </a:moveTo>
                <a:lnTo>
                  <a:pt x="625173" y="15049"/>
                </a:lnTo>
                <a:lnTo>
                  <a:pt x="662035" y="133112"/>
                </a:lnTo>
                <a:lnTo>
                  <a:pt x="662035" y="7239"/>
                </a:lnTo>
                <a:cubicBezTo>
                  <a:pt x="662035" y="7239"/>
                  <a:pt x="695897" y="48"/>
                  <a:pt x="695897" y="48"/>
                </a:cubicBezTo>
                <a:lnTo>
                  <a:pt x="695897" y="137208"/>
                </a:lnTo>
                <a:cubicBezTo>
                  <a:pt x="695897" y="137208"/>
                  <a:pt x="632032" y="150781"/>
                  <a:pt x="632032" y="150781"/>
                </a:cubicBezTo>
                <a:lnTo>
                  <a:pt x="595170" y="32718"/>
                </a:lnTo>
                <a:lnTo>
                  <a:pt x="595170" y="158591"/>
                </a:lnTo>
                <a:cubicBezTo>
                  <a:pt x="595170" y="158591"/>
                  <a:pt x="561308" y="165783"/>
                  <a:pt x="561308" y="165783"/>
                </a:cubicBezTo>
                <a:lnTo>
                  <a:pt x="561308" y="28623"/>
                </a:lnTo>
                <a:close/>
              </a:path>
            </a:pathLst>
          </a:custGeom>
          <a:solidFill>
            <a:schemeClr val="tx1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oogle Shape;6;p1">
            <a:extLst>
              <a:ext uri="{FF2B5EF4-FFF2-40B4-BE49-F238E27FC236}">
                <a16:creationId xmlns:a16="http://schemas.microsoft.com/office/drawing/2014/main" id="{26F930F6-8571-94EE-AD61-A48C7D8720EB}"/>
              </a:ext>
            </a:extLst>
          </p:cNvPr>
          <p:cNvGrpSpPr/>
          <p:nvPr/>
        </p:nvGrpSpPr>
        <p:grpSpPr>
          <a:xfrm>
            <a:off x="-30854" y="2091831"/>
            <a:ext cx="12192374" cy="4137065"/>
            <a:chOff x="4435" y="7748593"/>
            <a:chExt cx="12182563" cy="5161009"/>
          </a:xfrm>
        </p:grpSpPr>
        <p:sp>
          <p:nvSpPr>
            <p:cNvPr id="14" name="Google Shape;7;p1">
              <a:extLst>
                <a:ext uri="{FF2B5EF4-FFF2-40B4-BE49-F238E27FC236}">
                  <a16:creationId xmlns:a16="http://schemas.microsoft.com/office/drawing/2014/main" id="{ACB3AFCF-616C-4CBF-2B6B-185BB33FEE9A}"/>
                </a:ext>
              </a:extLst>
            </p:cNvPr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8;p1">
              <a:extLst>
                <a:ext uri="{FF2B5EF4-FFF2-40B4-BE49-F238E27FC236}">
                  <a16:creationId xmlns:a16="http://schemas.microsoft.com/office/drawing/2014/main" id="{1B22E5F6-4D3B-414A-C989-9635EBA0EF9B}"/>
                </a:ext>
              </a:extLst>
            </p:cNvPr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;p1">
              <a:extLst>
                <a:ext uri="{FF2B5EF4-FFF2-40B4-BE49-F238E27FC236}">
                  <a16:creationId xmlns:a16="http://schemas.microsoft.com/office/drawing/2014/main" id="{D7FB8FCD-C2A1-E242-55A8-CF4931E24D8D}"/>
                </a:ext>
              </a:extLst>
            </p:cNvPr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0;p1">
              <a:extLst>
                <a:ext uri="{FF2B5EF4-FFF2-40B4-BE49-F238E27FC236}">
                  <a16:creationId xmlns:a16="http://schemas.microsoft.com/office/drawing/2014/main" id="{D2336A4A-EF1E-8E17-99BF-3877D5198E90}"/>
                </a:ext>
              </a:extLst>
            </p:cNvPr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;p1">
              <a:extLst>
                <a:ext uri="{FF2B5EF4-FFF2-40B4-BE49-F238E27FC236}">
                  <a16:creationId xmlns:a16="http://schemas.microsoft.com/office/drawing/2014/main" id="{65F40AD9-F4B5-62A8-5277-8D0F83941C87}"/>
                </a:ext>
              </a:extLst>
            </p:cNvPr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;p1">
              <a:extLst>
                <a:ext uri="{FF2B5EF4-FFF2-40B4-BE49-F238E27FC236}">
                  <a16:creationId xmlns:a16="http://schemas.microsoft.com/office/drawing/2014/main" id="{F0B94AEA-7037-51B1-9BA9-14C438228DB6}"/>
                </a:ext>
              </a:extLst>
            </p:cNvPr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3;p1">
              <a:extLst>
                <a:ext uri="{FF2B5EF4-FFF2-40B4-BE49-F238E27FC236}">
                  <a16:creationId xmlns:a16="http://schemas.microsoft.com/office/drawing/2014/main" id="{17939CFE-1BC5-914F-BDC2-B95B6DD8E5EE}"/>
                </a:ext>
              </a:extLst>
            </p:cNvPr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4;p1">
              <a:extLst>
                <a:ext uri="{FF2B5EF4-FFF2-40B4-BE49-F238E27FC236}">
                  <a16:creationId xmlns:a16="http://schemas.microsoft.com/office/drawing/2014/main" id="{8B0C406D-D76D-AE97-503B-A1D3EF751BA1}"/>
                </a:ext>
              </a:extLst>
            </p:cNvPr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5;p1">
              <a:extLst>
                <a:ext uri="{FF2B5EF4-FFF2-40B4-BE49-F238E27FC236}">
                  <a16:creationId xmlns:a16="http://schemas.microsoft.com/office/drawing/2014/main" id="{BEFBD07F-4519-AFA2-BE30-9419CCD6ED63}"/>
                </a:ext>
              </a:extLst>
            </p:cNvPr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6;p1">
              <a:extLst>
                <a:ext uri="{FF2B5EF4-FFF2-40B4-BE49-F238E27FC236}">
                  <a16:creationId xmlns:a16="http://schemas.microsoft.com/office/drawing/2014/main" id="{6C7B8D4E-DBC3-756B-DAB6-0940F2C3E953}"/>
                </a:ext>
              </a:extLst>
            </p:cNvPr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7;p1">
              <a:extLst>
                <a:ext uri="{FF2B5EF4-FFF2-40B4-BE49-F238E27FC236}">
                  <a16:creationId xmlns:a16="http://schemas.microsoft.com/office/drawing/2014/main" id="{8E75311B-00FC-3C5F-2F81-3BCE9B9C4547}"/>
                </a:ext>
              </a:extLst>
            </p:cNvPr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8;p1">
              <a:extLst>
                <a:ext uri="{FF2B5EF4-FFF2-40B4-BE49-F238E27FC236}">
                  <a16:creationId xmlns:a16="http://schemas.microsoft.com/office/drawing/2014/main" id="{BA599491-B460-7704-5B55-1D0B6407D90E}"/>
                </a:ext>
              </a:extLst>
            </p:cNvPr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9;p1">
              <a:extLst>
                <a:ext uri="{FF2B5EF4-FFF2-40B4-BE49-F238E27FC236}">
                  <a16:creationId xmlns:a16="http://schemas.microsoft.com/office/drawing/2014/main" id="{F0B36FF6-70F2-6B8F-9E5C-A0DEC5D69F10}"/>
                </a:ext>
              </a:extLst>
            </p:cNvPr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0;p1">
              <a:extLst>
                <a:ext uri="{FF2B5EF4-FFF2-40B4-BE49-F238E27FC236}">
                  <a16:creationId xmlns:a16="http://schemas.microsoft.com/office/drawing/2014/main" id="{3472A497-FAC3-5659-57FA-C73A574162D5}"/>
                </a:ext>
              </a:extLst>
            </p:cNvPr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1;p1">
              <a:extLst>
                <a:ext uri="{FF2B5EF4-FFF2-40B4-BE49-F238E27FC236}">
                  <a16:creationId xmlns:a16="http://schemas.microsoft.com/office/drawing/2014/main" id="{57051188-BA42-530C-AD25-9C440CDAFEB5}"/>
                </a:ext>
              </a:extLst>
            </p:cNvPr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2;p1">
              <a:extLst>
                <a:ext uri="{FF2B5EF4-FFF2-40B4-BE49-F238E27FC236}">
                  <a16:creationId xmlns:a16="http://schemas.microsoft.com/office/drawing/2014/main" id="{01DA1E35-9E67-B891-60FE-56D74F278022}"/>
                </a:ext>
              </a:extLst>
            </p:cNvPr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3;p1">
              <a:extLst>
                <a:ext uri="{FF2B5EF4-FFF2-40B4-BE49-F238E27FC236}">
                  <a16:creationId xmlns:a16="http://schemas.microsoft.com/office/drawing/2014/main" id="{D2FE5757-F285-654D-B647-E586C36F9F16}"/>
                </a:ext>
              </a:extLst>
            </p:cNvPr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4;p1">
              <a:extLst>
                <a:ext uri="{FF2B5EF4-FFF2-40B4-BE49-F238E27FC236}">
                  <a16:creationId xmlns:a16="http://schemas.microsoft.com/office/drawing/2014/main" id="{50269188-921D-EE88-1E18-3826BCFAE093}"/>
                </a:ext>
              </a:extLst>
            </p:cNvPr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5;p1">
              <a:extLst>
                <a:ext uri="{FF2B5EF4-FFF2-40B4-BE49-F238E27FC236}">
                  <a16:creationId xmlns:a16="http://schemas.microsoft.com/office/drawing/2014/main" id="{614D0FBD-4104-E580-C022-A1239C08048E}"/>
                </a:ext>
              </a:extLst>
            </p:cNvPr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6;p1">
              <a:extLst>
                <a:ext uri="{FF2B5EF4-FFF2-40B4-BE49-F238E27FC236}">
                  <a16:creationId xmlns:a16="http://schemas.microsoft.com/office/drawing/2014/main" id="{C4ED56DC-1C30-63DC-C6AA-4C62B6F3FB36}"/>
                </a:ext>
              </a:extLst>
            </p:cNvPr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7;p1">
              <a:extLst>
                <a:ext uri="{FF2B5EF4-FFF2-40B4-BE49-F238E27FC236}">
                  <a16:creationId xmlns:a16="http://schemas.microsoft.com/office/drawing/2014/main" id="{76BE1543-4216-1259-07C1-90F6534D5B59}"/>
                </a:ext>
              </a:extLst>
            </p:cNvPr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8;p1">
              <a:extLst>
                <a:ext uri="{FF2B5EF4-FFF2-40B4-BE49-F238E27FC236}">
                  <a16:creationId xmlns:a16="http://schemas.microsoft.com/office/drawing/2014/main" id="{D85EF305-195D-8552-65F6-8BA721A48780}"/>
                </a:ext>
              </a:extLst>
            </p:cNvPr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9;p1">
              <a:extLst>
                <a:ext uri="{FF2B5EF4-FFF2-40B4-BE49-F238E27FC236}">
                  <a16:creationId xmlns:a16="http://schemas.microsoft.com/office/drawing/2014/main" id="{DE18DEDB-B23B-2D9C-D570-AADF91BBA510}"/>
                </a:ext>
              </a:extLst>
            </p:cNvPr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0;p1">
              <a:extLst>
                <a:ext uri="{FF2B5EF4-FFF2-40B4-BE49-F238E27FC236}">
                  <a16:creationId xmlns:a16="http://schemas.microsoft.com/office/drawing/2014/main" id="{2F48DDE6-FF99-D2A2-D646-B234B156CA29}"/>
                </a:ext>
              </a:extLst>
            </p:cNvPr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1;p1">
              <a:extLst>
                <a:ext uri="{FF2B5EF4-FFF2-40B4-BE49-F238E27FC236}">
                  <a16:creationId xmlns:a16="http://schemas.microsoft.com/office/drawing/2014/main" id="{63D03E02-3038-870D-6448-A67EA0AC2388}"/>
                </a:ext>
              </a:extLst>
            </p:cNvPr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2;p1">
              <a:extLst>
                <a:ext uri="{FF2B5EF4-FFF2-40B4-BE49-F238E27FC236}">
                  <a16:creationId xmlns:a16="http://schemas.microsoft.com/office/drawing/2014/main" id="{63C6E9BD-F71E-94F3-21C9-EEB429B2631D}"/>
                </a:ext>
              </a:extLst>
            </p:cNvPr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33;p1">
              <a:extLst>
                <a:ext uri="{FF2B5EF4-FFF2-40B4-BE49-F238E27FC236}">
                  <a16:creationId xmlns:a16="http://schemas.microsoft.com/office/drawing/2014/main" id="{D488C5D4-2FBC-30B7-61EF-C0FF96425773}"/>
                </a:ext>
              </a:extLst>
            </p:cNvPr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34;p1">
              <a:extLst>
                <a:ext uri="{FF2B5EF4-FFF2-40B4-BE49-F238E27FC236}">
                  <a16:creationId xmlns:a16="http://schemas.microsoft.com/office/drawing/2014/main" id="{B4620FAF-47BB-1E85-0B7B-43ED48D614C8}"/>
                </a:ext>
              </a:extLst>
            </p:cNvPr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35;p1">
              <a:extLst>
                <a:ext uri="{FF2B5EF4-FFF2-40B4-BE49-F238E27FC236}">
                  <a16:creationId xmlns:a16="http://schemas.microsoft.com/office/drawing/2014/main" id="{84951269-05C6-F2C2-1041-904E43EBBC36}"/>
                </a:ext>
              </a:extLst>
            </p:cNvPr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36;p1">
              <a:extLst>
                <a:ext uri="{FF2B5EF4-FFF2-40B4-BE49-F238E27FC236}">
                  <a16:creationId xmlns:a16="http://schemas.microsoft.com/office/drawing/2014/main" id="{2E90A248-FB00-D103-C3FD-DB4093F3D340}"/>
                </a:ext>
              </a:extLst>
            </p:cNvPr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37;p1">
              <a:extLst>
                <a:ext uri="{FF2B5EF4-FFF2-40B4-BE49-F238E27FC236}">
                  <a16:creationId xmlns:a16="http://schemas.microsoft.com/office/drawing/2014/main" id="{EEF41037-BE31-65B0-D3AF-970FC4E61C80}"/>
                </a:ext>
              </a:extLst>
            </p:cNvPr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38;p1">
              <a:extLst>
                <a:ext uri="{FF2B5EF4-FFF2-40B4-BE49-F238E27FC236}">
                  <a16:creationId xmlns:a16="http://schemas.microsoft.com/office/drawing/2014/main" id="{9A772004-4D59-DA37-F0DA-77F2963D7D4E}"/>
                </a:ext>
              </a:extLst>
            </p:cNvPr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6" name="Picture 45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B1C13E78-6426-7597-E1A6-F5CC9A429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597" y="6403397"/>
            <a:ext cx="453720" cy="46015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5155877-591B-85B7-2F57-742BD9C43AF4}"/>
              </a:ext>
            </a:extLst>
          </p:cNvPr>
          <p:cNvGrpSpPr/>
          <p:nvPr/>
        </p:nvGrpSpPr>
        <p:grpSpPr>
          <a:xfrm>
            <a:off x="48382" y="-20484"/>
            <a:ext cx="11995609" cy="6304262"/>
            <a:chOff x="105532" y="-77634"/>
            <a:chExt cx="11995609" cy="6304262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8D0DD28-9C09-6CE6-DDF0-14E5D1816133}"/>
                </a:ext>
              </a:extLst>
            </p:cNvPr>
            <p:cNvSpPr txBox="1">
              <a:spLocks/>
            </p:cNvSpPr>
            <p:nvPr/>
          </p:nvSpPr>
          <p:spPr>
            <a:xfrm>
              <a:off x="105532" y="-77634"/>
              <a:ext cx="11199913" cy="635835"/>
            </a:xfrm>
            <a:prstGeom prst="rect">
              <a:avLst/>
            </a:prstGeom>
          </p:spPr>
          <p:txBody>
            <a:bodyPr spcFirstLastPara="1" vert="horz" wrap="square" lIns="91425" tIns="91425" rIns="91425" bIns="91425" rtlCol="0" anchor="ctr" anchorCtr="0">
              <a:no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Pts val="2800"/>
                <a:buFontTx/>
                <a:buNone/>
                <a:tabLst/>
                <a:defRPr kumimoji="0" sz="2400" b="1" i="0" u="none" strike="noStrike" cap="none" spc="0" normalizeH="0" baseline="0">
                  <a:ln>
                    <a:noFill/>
                  </a:ln>
                  <a:solidFill>
                    <a:srgbClr val="2859C3"/>
                  </a:solidFill>
                  <a:effectLst/>
                  <a:uLnTx/>
                  <a:uFillTx/>
                  <a:latin typeface="Aptos Display" panose="02110004020202020204"/>
                  <a:ea typeface="+mj-ea"/>
                  <a:cs typeface="+mj-cs"/>
                </a:defRPr>
              </a:lvl1pPr>
              <a:lvl2pPr lvl="1">
                <a:spcBef>
                  <a:spcPts val="0"/>
                </a:spcBef>
                <a:spcAft>
                  <a:spcPts val="0"/>
                </a:spcAft>
                <a:buSzPts val="2800"/>
                <a:buNone/>
              </a:lvl2pPr>
              <a:lvl3pPr lvl="2">
                <a:spcBef>
                  <a:spcPts val="0"/>
                </a:spcBef>
                <a:spcAft>
                  <a:spcPts val="0"/>
                </a:spcAft>
                <a:buSzPts val="2800"/>
                <a:buNone/>
              </a:lvl3pPr>
              <a:lvl4pPr lvl="3">
                <a:spcBef>
                  <a:spcPts val="0"/>
                </a:spcBef>
                <a:spcAft>
                  <a:spcPts val="0"/>
                </a:spcAft>
                <a:buSzPts val="2800"/>
                <a:buNone/>
              </a:lvl4pPr>
              <a:lvl5pPr lvl="4">
                <a:spcBef>
                  <a:spcPts val="0"/>
                </a:spcBef>
                <a:spcAft>
                  <a:spcPts val="0"/>
                </a:spcAft>
                <a:buSzPts val="2800"/>
                <a:buNone/>
              </a:lvl5pPr>
              <a:lvl6pPr lvl="5">
                <a:spcBef>
                  <a:spcPts val="0"/>
                </a:spcBef>
                <a:spcAft>
                  <a:spcPts val="0"/>
                </a:spcAft>
                <a:buSzPts val="2800"/>
                <a:buNone/>
              </a:lvl6pPr>
              <a:lvl7pPr lvl="6">
                <a:spcBef>
                  <a:spcPts val="0"/>
                </a:spcBef>
                <a:spcAft>
                  <a:spcPts val="0"/>
                </a:spcAft>
                <a:buSzPts val="2800"/>
                <a:buNone/>
              </a:lvl7pPr>
              <a:lvl8pPr lvl="7">
                <a:spcBef>
                  <a:spcPts val="0"/>
                </a:spcBef>
                <a:spcAft>
                  <a:spcPts val="0"/>
                </a:spcAft>
                <a:buSzPts val="2800"/>
                <a:buNone/>
              </a:lvl8pPr>
              <a:lvl9pPr lvl="8">
                <a:spcBef>
                  <a:spcPts val="0"/>
                </a:spcBef>
                <a:spcAft>
                  <a:spcPts val="0"/>
                </a:spcAft>
                <a:buSzPts val="2800"/>
                <a:buNone/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Pts val="2800"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2859C3"/>
                  </a:solidFill>
                  <a:effectLst/>
                  <a:uLnTx/>
                  <a:uFillTx/>
                  <a:latin typeface="Aptos Display" panose="02110004020202020204"/>
                  <a:ea typeface="+mj-ea"/>
                  <a:cs typeface="+mj-cs"/>
                </a:rPr>
                <a:t>Gen AI in Enterprise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D441BA4-F535-FE2D-509A-CF09277BA093}"/>
                </a:ext>
              </a:extLst>
            </p:cNvPr>
            <p:cNvGrpSpPr/>
            <p:nvPr/>
          </p:nvGrpSpPr>
          <p:grpSpPr>
            <a:xfrm>
              <a:off x="260987" y="696700"/>
              <a:ext cx="3763941" cy="5445385"/>
              <a:chOff x="825298" y="1001478"/>
              <a:chExt cx="3351073" cy="4837973"/>
            </a:xfrm>
          </p:grpSpPr>
          <p:sp>
            <p:nvSpPr>
              <p:cNvPr id="83" name="Freeform 5">
                <a:extLst>
                  <a:ext uri="{FF2B5EF4-FFF2-40B4-BE49-F238E27FC236}">
                    <a16:creationId xmlns:a16="http://schemas.microsoft.com/office/drawing/2014/main" id="{E56AF786-0B18-C9B1-067E-BDA3EC5282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5298" y="1081713"/>
                <a:ext cx="3351073" cy="4757738"/>
              </a:xfrm>
              <a:custGeom>
                <a:avLst/>
                <a:gdLst>
                  <a:gd name="T0" fmla="*/ 830 w 830"/>
                  <a:gd name="T1" fmla="*/ 1138 h 1177"/>
                  <a:gd name="T2" fmla="*/ 791 w 830"/>
                  <a:gd name="T3" fmla="*/ 1177 h 1177"/>
                  <a:gd name="T4" fmla="*/ 40 w 830"/>
                  <a:gd name="T5" fmla="*/ 1177 h 1177"/>
                  <a:gd name="T6" fmla="*/ 0 w 830"/>
                  <a:gd name="T7" fmla="*/ 1138 h 1177"/>
                  <a:gd name="T8" fmla="*/ 0 w 830"/>
                  <a:gd name="T9" fmla="*/ 39 h 1177"/>
                  <a:gd name="T10" fmla="*/ 40 w 830"/>
                  <a:gd name="T11" fmla="*/ 0 h 1177"/>
                  <a:gd name="T12" fmla="*/ 791 w 830"/>
                  <a:gd name="T13" fmla="*/ 0 h 1177"/>
                  <a:gd name="T14" fmla="*/ 830 w 830"/>
                  <a:gd name="T15" fmla="*/ 39 h 1177"/>
                  <a:gd name="T16" fmla="*/ 830 w 830"/>
                  <a:gd name="T17" fmla="*/ 1138 h 1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0" h="1177">
                    <a:moveTo>
                      <a:pt x="830" y="1138"/>
                    </a:moveTo>
                    <a:cubicBezTo>
                      <a:pt x="830" y="1160"/>
                      <a:pt x="813" y="1177"/>
                      <a:pt x="791" y="1177"/>
                    </a:cubicBezTo>
                    <a:cubicBezTo>
                      <a:pt x="40" y="1177"/>
                      <a:pt x="40" y="1177"/>
                      <a:pt x="40" y="1177"/>
                    </a:cubicBezTo>
                    <a:cubicBezTo>
                      <a:pt x="18" y="1177"/>
                      <a:pt x="0" y="1160"/>
                      <a:pt x="0" y="1138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17"/>
                      <a:pt x="18" y="0"/>
                      <a:pt x="40" y="0"/>
                    </a:cubicBezTo>
                    <a:cubicBezTo>
                      <a:pt x="791" y="0"/>
                      <a:pt x="791" y="0"/>
                      <a:pt x="791" y="0"/>
                    </a:cubicBezTo>
                    <a:cubicBezTo>
                      <a:pt x="813" y="0"/>
                      <a:pt x="830" y="17"/>
                      <a:pt x="830" y="39"/>
                    </a:cubicBezTo>
                    <a:lnTo>
                      <a:pt x="830" y="1138"/>
                    </a:lnTo>
                    <a:close/>
                  </a:path>
                </a:pathLst>
              </a:custGeom>
              <a:solidFill>
                <a:sysClr val="windowText" lastClr="000000">
                  <a:lumMod val="40000"/>
                  <a:lumOff val="60000"/>
                </a:sys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84" name="Rectangle 6">
                <a:extLst>
                  <a:ext uri="{FF2B5EF4-FFF2-40B4-BE49-F238E27FC236}">
                    <a16:creationId xmlns:a16="http://schemas.microsoft.com/office/drawing/2014/main" id="{51026618-E6C6-6EC0-DDFC-E23041EC0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438" y="1218283"/>
                <a:ext cx="3077933" cy="445557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85" name="Oval 44">
                <a:extLst>
                  <a:ext uri="{FF2B5EF4-FFF2-40B4-BE49-F238E27FC236}">
                    <a16:creationId xmlns:a16="http://schemas.microsoft.com/office/drawing/2014/main" id="{721BF46C-F450-F71F-3377-057460145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662" y="1223403"/>
                <a:ext cx="145106" cy="145106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86" name="Oval 14">
                <a:extLst>
                  <a:ext uri="{FF2B5EF4-FFF2-40B4-BE49-F238E27FC236}">
                    <a16:creationId xmlns:a16="http://schemas.microsoft.com/office/drawing/2014/main" id="{E695C1E6-99F0-B3B6-6F3E-F139BC84D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0638" y="1223403"/>
                <a:ext cx="150227" cy="145106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87" name="Oval 17">
                <a:extLst>
                  <a:ext uri="{FF2B5EF4-FFF2-40B4-BE49-F238E27FC236}">
                    <a16:creationId xmlns:a16="http://schemas.microsoft.com/office/drawing/2014/main" id="{3715CF52-F1F1-FDAA-F109-14E1D96EEE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9149" y="1223403"/>
                <a:ext cx="145106" cy="145106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88" name="Oval 20">
                <a:extLst>
                  <a:ext uri="{FF2B5EF4-FFF2-40B4-BE49-F238E27FC236}">
                    <a16:creationId xmlns:a16="http://schemas.microsoft.com/office/drawing/2014/main" id="{84E8B00E-9AC0-6BA9-F5A5-51D37AC94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2538" y="1223403"/>
                <a:ext cx="146812" cy="145106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89" name="Oval 23">
                <a:extLst>
                  <a:ext uri="{FF2B5EF4-FFF2-40B4-BE49-F238E27FC236}">
                    <a16:creationId xmlns:a16="http://schemas.microsoft.com/office/drawing/2014/main" id="{B246DB1B-91A2-FC67-76DD-CDB588E32E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7635" y="1223403"/>
                <a:ext cx="145106" cy="145106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90" name="Oval 26">
                <a:extLst>
                  <a:ext uri="{FF2B5EF4-FFF2-40B4-BE49-F238E27FC236}">
                    <a16:creationId xmlns:a16="http://schemas.microsoft.com/office/drawing/2014/main" id="{16BB77A4-F139-36A7-F4E8-3F37B7197B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1026" y="1223403"/>
                <a:ext cx="150227" cy="145106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91" name="Oval 29">
                <a:extLst>
                  <a:ext uri="{FF2B5EF4-FFF2-40B4-BE49-F238E27FC236}">
                    <a16:creationId xmlns:a16="http://schemas.microsoft.com/office/drawing/2014/main" id="{3634492F-5B3F-1360-E5E5-0ABB544BE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6122" y="1223403"/>
                <a:ext cx="148520" cy="145106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92" name="Oval 32">
                <a:extLst>
                  <a:ext uri="{FF2B5EF4-FFF2-40B4-BE49-F238E27FC236}">
                    <a16:creationId xmlns:a16="http://schemas.microsoft.com/office/drawing/2014/main" id="{7C9C7812-5A1F-D260-6CD1-3DBAB9424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2926" y="1223403"/>
                <a:ext cx="145106" cy="145106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93" name="Oval 35">
                <a:extLst>
                  <a:ext uri="{FF2B5EF4-FFF2-40B4-BE49-F238E27FC236}">
                    <a16:creationId xmlns:a16="http://schemas.microsoft.com/office/drawing/2014/main" id="{28E051F3-039C-C370-A5B0-E93C55B2E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8023" y="1223403"/>
                <a:ext cx="145106" cy="145106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94" name="Oval 38">
                <a:extLst>
                  <a:ext uri="{FF2B5EF4-FFF2-40B4-BE49-F238E27FC236}">
                    <a16:creationId xmlns:a16="http://schemas.microsoft.com/office/drawing/2014/main" id="{88398573-E30B-FF73-5D7F-EE3A2F5CB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1413" y="1223403"/>
                <a:ext cx="150227" cy="145106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95" name="Oval 41">
                <a:extLst>
                  <a:ext uri="{FF2B5EF4-FFF2-40B4-BE49-F238E27FC236}">
                    <a16:creationId xmlns:a16="http://schemas.microsoft.com/office/drawing/2014/main" id="{D41B0656-1993-3A6B-7DDC-53F9996093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804" y="1223403"/>
                <a:ext cx="150227" cy="145106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96" name="Oval 47">
                <a:extLst>
                  <a:ext uri="{FF2B5EF4-FFF2-40B4-BE49-F238E27FC236}">
                    <a16:creationId xmlns:a16="http://schemas.microsoft.com/office/drawing/2014/main" id="{93B40635-6E84-2FAA-0ABA-C9AE8EADAC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703" y="1223403"/>
                <a:ext cx="146812" cy="145106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97" name="Oval 50">
                <a:extLst>
                  <a:ext uri="{FF2B5EF4-FFF2-40B4-BE49-F238E27FC236}">
                    <a16:creationId xmlns:a16="http://schemas.microsoft.com/office/drawing/2014/main" id="{29658373-91D7-D881-3653-587B436765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1800" y="1223403"/>
                <a:ext cx="145106" cy="145106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98" name="Oval 53">
                <a:extLst>
                  <a:ext uri="{FF2B5EF4-FFF2-40B4-BE49-F238E27FC236}">
                    <a16:creationId xmlns:a16="http://schemas.microsoft.com/office/drawing/2014/main" id="{EDACE802-91C2-41D5-7A19-512DE626EF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191" y="1223403"/>
                <a:ext cx="150227" cy="145106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>
                <a:noFill/>
              </a:ln>
            </p:spPr>
            <p:txBody>
              <a:bodyPr vert="horz" wrap="square" lIns="91439" tIns="45720" rIns="91439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7236670-0A95-147B-8C22-22F3ED3697AA}"/>
                  </a:ext>
                </a:extLst>
              </p:cNvPr>
              <p:cNvGrpSpPr/>
              <p:nvPr/>
            </p:nvGrpSpPr>
            <p:grpSpPr>
              <a:xfrm>
                <a:off x="1077278" y="1001478"/>
                <a:ext cx="2890269" cy="293625"/>
                <a:chOff x="1896931" y="918950"/>
                <a:chExt cx="2890311" cy="293629"/>
              </a:xfrm>
              <a:solidFill>
                <a:srgbClr val="FFFFFF">
                  <a:lumMod val="85000"/>
                </a:srgbClr>
              </a:solidFill>
            </p:grpSpPr>
            <p:sp>
              <p:nvSpPr>
                <p:cNvPr id="101" name="Rectangle 15">
                  <a:extLst>
                    <a:ext uri="{FF2B5EF4-FFF2-40B4-BE49-F238E27FC236}">
                      <a16:creationId xmlns:a16="http://schemas.microsoft.com/office/drawing/2014/main" id="{41692A91-3DE7-21E4-12BA-5B0D312E14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5217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02" name="Rectangle 16">
                  <a:extLst>
                    <a:ext uri="{FF2B5EF4-FFF2-40B4-BE49-F238E27FC236}">
                      <a16:creationId xmlns:a16="http://schemas.microsoft.com/office/drawing/2014/main" id="{CD20C280-A062-5C4A-0041-EEC6F41F42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6931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03" name="Rectangle 18">
                  <a:extLst>
                    <a:ext uri="{FF2B5EF4-FFF2-40B4-BE49-F238E27FC236}">
                      <a16:creationId xmlns:a16="http://schemas.microsoft.com/office/drawing/2014/main" id="{053FFA29-A880-8B04-41BA-DC9EC82809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8610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04" name="Rectangle 19">
                  <a:extLst>
                    <a:ext uri="{FF2B5EF4-FFF2-40B4-BE49-F238E27FC236}">
                      <a16:creationId xmlns:a16="http://schemas.microsoft.com/office/drawing/2014/main" id="{9AF7F3AB-3BCA-3D75-E846-F72106FE7B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10325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05" name="Rectangle 21">
                  <a:extLst>
                    <a:ext uri="{FF2B5EF4-FFF2-40B4-BE49-F238E27FC236}">
                      <a16:creationId xmlns:a16="http://schemas.microsoft.com/office/drawing/2014/main" id="{A6E2F7AF-BF3F-DBDE-A6EB-28972EA3E3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3710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06" name="Rectangle 22">
                  <a:extLst>
                    <a:ext uri="{FF2B5EF4-FFF2-40B4-BE49-F238E27FC236}">
                      <a16:creationId xmlns:a16="http://schemas.microsoft.com/office/drawing/2014/main" id="{29F3E2A9-C3A4-976A-C320-C9DF871A7F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5425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07" name="Rectangle 24">
                  <a:extLst>
                    <a:ext uri="{FF2B5EF4-FFF2-40B4-BE49-F238E27FC236}">
                      <a16:creationId xmlns:a16="http://schemas.microsoft.com/office/drawing/2014/main" id="{844B014A-87B7-5DD2-72C7-DF19820E1D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07102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08" name="Rectangle 25">
                  <a:extLst>
                    <a:ext uri="{FF2B5EF4-FFF2-40B4-BE49-F238E27FC236}">
                      <a16:creationId xmlns:a16="http://schemas.microsoft.com/office/drawing/2014/main" id="{A6B5FAE6-F313-A335-8129-70F703FCBF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2231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09" name="Rectangle 27">
                  <a:extLst>
                    <a:ext uri="{FF2B5EF4-FFF2-40B4-BE49-F238E27FC236}">
                      <a16:creationId xmlns:a16="http://schemas.microsoft.com/office/drawing/2014/main" id="{287B7054-9E7C-4D8B-F767-49773A4D4B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5617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10" name="Rectangle 28">
                  <a:extLst>
                    <a:ext uri="{FF2B5EF4-FFF2-40B4-BE49-F238E27FC236}">
                      <a16:creationId xmlns:a16="http://schemas.microsoft.com/office/drawing/2014/main" id="{A766B724-7EC5-9FA5-83CD-3447F5C14F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7331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11" name="Rectangle 30">
                  <a:extLst>
                    <a:ext uri="{FF2B5EF4-FFF2-40B4-BE49-F238E27FC236}">
                      <a16:creationId xmlns:a16="http://schemas.microsoft.com/office/drawing/2014/main" id="{E1C2FA71-01CF-B685-D977-C3D4D01468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9010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12" name="Rectangle 31">
                  <a:extLst>
                    <a:ext uri="{FF2B5EF4-FFF2-40B4-BE49-F238E27FC236}">
                      <a16:creationId xmlns:a16="http://schemas.microsoft.com/office/drawing/2014/main" id="{929E2804-5EA0-398A-7F94-511D111342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0724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13" name="Rectangle 33">
                  <a:extLst>
                    <a:ext uri="{FF2B5EF4-FFF2-40B4-BE49-F238E27FC236}">
                      <a16:creationId xmlns:a16="http://schemas.microsoft.com/office/drawing/2014/main" id="{5F19C432-AEC8-6088-46D8-CF45F873A5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54110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14" name="Rectangle 34">
                  <a:extLst>
                    <a:ext uri="{FF2B5EF4-FFF2-40B4-BE49-F238E27FC236}">
                      <a16:creationId xmlns:a16="http://schemas.microsoft.com/office/drawing/2014/main" id="{DB0276BD-90D1-E964-70E8-6C8215A3CD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4117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15" name="Rectangle 36">
                  <a:extLst>
                    <a:ext uri="{FF2B5EF4-FFF2-40B4-BE49-F238E27FC236}">
                      <a16:creationId xmlns:a16="http://schemas.microsoft.com/office/drawing/2014/main" id="{F1CAB339-EE05-D197-81D7-99D1114011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67502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16" name="Rectangle 37">
                  <a:extLst>
                    <a:ext uri="{FF2B5EF4-FFF2-40B4-BE49-F238E27FC236}">
                      <a16:creationId xmlns:a16="http://schemas.microsoft.com/office/drawing/2014/main" id="{F0B7AACC-2DCF-5964-1649-20F9E12787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2631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17" name="Rectangle 39">
                  <a:extLst>
                    <a:ext uri="{FF2B5EF4-FFF2-40B4-BE49-F238E27FC236}">
                      <a16:creationId xmlns:a16="http://schemas.microsoft.com/office/drawing/2014/main" id="{F92F36A2-829C-2C3E-EE04-DC89BE473D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86017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18" name="Rectangle 40">
                  <a:extLst>
                    <a:ext uri="{FF2B5EF4-FFF2-40B4-BE49-F238E27FC236}">
                      <a16:creationId xmlns:a16="http://schemas.microsoft.com/office/drawing/2014/main" id="{0C1C8A60-9195-70EE-E4AC-9077E9A9BF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6024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19" name="Rectangle 42">
                  <a:extLst>
                    <a:ext uri="{FF2B5EF4-FFF2-40B4-BE49-F238E27FC236}">
                      <a16:creationId xmlns:a16="http://schemas.microsoft.com/office/drawing/2014/main" id="{7CC776F4-C681-30DD-00C3-0205A70DEB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9410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20" name="Rectangle 43">
                  <a:extLst>
                    <a:ext uri="{FF2B5EF4-FFF2-40B4-BE49-F238E27FC236}">
                      <a16:creationId xmlns:a16="http://schemas.microsoft.com/office/drawing/2014/main" id="{0281FD66-FBB4-5E11-CC6D-381B5D8A5A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1124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FAA3CCB7-6CBF-E3C6-A80D-A9B7D1344E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12802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D2B8449D-2139-B4D0-8350-86009AD733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44516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23" name="Rectangle 48">
                  <a:extLst>
                    <a:ext uri="{FF2B5EF4-FFF2-40B4-BE49-F238E27FC236}">
                      <a16:creationId xmlns:a16="http://schemas.microsoft.com/office/drawing/2014/main" id="{622F9FEF-1E25-7DDC-DB9B-E84376E750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7902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24" name="Rectangle 49">
                  <a:extLst>
                    <a:ext uri="{FF2B5EF4-FFF2-40B4-BE49-F238E27FC236}">
                      <a16:creationId xmlns:a16="http://schemas.microsoft.com/office/drawing/2014/main" id="{DD138B99-9F58-5C56-E7D4-1F4BA2D7C0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63031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25" name="Rectangle 51">
                  <a:extLst>
                    <a:ext uri="{FF2B5EF4-FFF2-40B4-BE49-F238E27FC236}">
                      <a16:creationId xmlns:a16="http://schemas.microsoft.com/office/drawing/2014/main" id="{B17CFFB6-3338-916C-7653-584DD0258E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46416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26" name="Rectangle 52">
                  <a:extLst>
                    <a:ext uri="{FF2B5EF4-FFF2-40B4-BE49-F238E27FC236}">
                      <a16:creationId xmlns:a16="http://schemas.microsoft.com/office/drawing/2014/main" id="{D99EDB97-727A-260D-D1EB-57683DF0A9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76424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27" name="Rectangle 54">
                  <a:extLst>
                    <a:ext uri="{FF2B5EF4-FFF2-40B4-BE49-F238E27FC236}">
                      <a16:creationId xmlns:a16="http://schemas.microsoft.com/office/drawing/2014/main" id="{1C1CE3A0-F00C-3771-68C7-EFAEC8F51E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9810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28" name="Rectangle 55">
                  <a:extLst>
                    <a:ext uri="{FF2B5EF4-FFF2-40B4-BE49-F238E27FC236}">
                      <a16:creationId xmlns:a16="http://schemas.microsoft.com/office/drawing/2014/main" id="{A0BE7109-54F8-D84D-2E51-A3393D6258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1524" y="918950"/>
                  <a:ext cx="27432" cy="29362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</p:grpSp>
          <p:pic>
            <p:nvPicPr>
              <p:cNvPr id="100" name="Picture 99" descr="A blue and purple logo with white text&#10;&#10;Description automatically generated with medium confidence">
                <a:extLst>
                  <a:ext uri="{FF2B5EF4-FFF2-40B4-BE49-F238E27FC236}">
                    <a16:creationId xmlns:a16="http://schemas.microsoft.com/office/drawing/2014/main" id="{835F2954-765C-03F1-045C-90FD2FE1E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98442" y="2313545"/>
                <a:ext cx="2182929" cy="2169454"/>
              </a:xfrm>
              <a:prstGeom prst="rect">
                <a:avLst/>
              </a:prstGeom>
            </p:spPr>
          </p:pic>
        </p:grp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2D188CC-F2D0-F1B8-0311-F1DD69E7D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700" y="686132"/>
              <a:ext cx="2740585" cy="5524164"/>
            </a:xfrm>
            <a:custGeom>
              <a:avLst/>
              <a:gdLst>
                <a:gd name="T0" fmla="*/ 0 w 1130"/>
                <a:gd name="T1" fmla="*/ 2738 h 2875"/>
                <a:gd name="T2" fmla="*/ 0 w 1130"/>
                <a:gd name="T3" fmla="*/ 128 h 2875"/>
                <a:gd name="T4" fmla="*/ 1130 w 1130"/>
                <a:gd name="T5" fmla="*/ 0 h 2875"/>
                <a:gd name="T6" fmla="*/ 1130 w 1130"/>
                <a:gd name="T7" fmla="*/ 2875 h 2875"/>
                <a:gd name="T8" fmla="*/ 0 w 1130"/>
                <a:gd name="T9" fmla="*/ 2738 h 2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0" h="2875">
                  <a:moveTo>
                    <a:pt x="0" y="2738"/>
                  </a:moveTo>
                  <a:lnTo>
                    <a:pt x="0" y="128"/>
                  </a:lnTo>
                  <a:lnTo>
                    <a:pt x="1130" y="0"/>
                  </a:lnTo>
                  <a:lnTo>
                    <a:pt x="1130" y="2875"/>
                  </a:lnTo>
                  <a:lnTo>
                    <a:pt x="0" y="2738"/>
                  </a:lnTo>
                  <a:close/>
                </a:path>
              </a:pathLst>
            </a:custGeom>
            <a:solidFill>
              <a:srgbClr val="FFFFFF">
                <a:lumMod val="85000"/>
              </a:srgbClr>
            </a:solidFill>
            <a:ln>
              <a:noFill/>
            </a:ln>
            <a:effectLst/>
          </p:spPr>
          <p:txBody>
            <a:bodyPr vert="horz" wrap="square" lIns="91439" tIns="45720" rIns="91439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90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47" name="Freeform 8">
              <a:extLst>
                <a:ext uri="{FF2B5EF4-FFF2-40B4-BE49-F238E27FC236}">
                  <a16:creationId xmlns:a16="http://schemas.microsoft.com/office/drawing/2014/main" id="{3C85ECE1-7D5D-54B3-E3B2-8DCE6B841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3414" y="686132"/>
              <a:ext cx="2712705" cy="5524164"/>
            </a:xfrm>
            <a:custGeom>
              <a:avLst/>
              <a:gdLst>
                <a:gd name="T0" fmla="*/ 0 w 1110"/>
                <a:gd name="T1" fmla="*/ 0 h 2875"/>
                <a:gd name="T2" fmla="*/ 0 w 1110"/>
                <a:gd name="T3" fmla="*/ 2875 h 2875"/>
                <a:gd name="T4" fmla="*/ 1110 w 1110"/>
                <a:gd name="T5" fmla="*/ 2742 h 2875"/>
                <a:gd name="T6" fmla="*/ 1110 w 1110"/>
                <a:gd name="T7" fmla="*/ 128 h 2875"/>
                <a:gd name="T8" fmla="*/ 0 w 1110"/>
                <a:gd name="T9" fmla="*/ 0 h 2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0" h="2875">
                  <a:moveTo>
                    <a:pt x="0" y="0"/>
                  </a:moveTo>
                  <a:lnTo>
                    <a:pt x="0" y="2875"/>
                  </a:lnTo>
                  <a:lnTo>
                    <a:pt x="1110" y="2742"/>
                  </a:lnTo>
                  <a:lnTo>
                    <a:pt x="1110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  <a:ln>
              <a:noFill/>
            </a:ln>
          </p:spPr>
          <p:txBody>
            <a:bodyPr vert="horz" wrap="square" lIns="91439" tIns="45720" rIns="91439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90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5EF1357D-E730-746A-2D46-1AEA6C1FB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9296" y="669800"/>
              <a:ext cx="2751845" cy="5556828"/>
            </a:xfrm>
            <a:custGeom>
              <a:avLst/>
              <a:gdLst>
                <a:gd name="T0" fmla="*/ 1116 w 1116"/>
                <a:gd name="T1" fmla="*/ 2892 h 2892"/>
                <a:gd name="T2" fmla="*/ 1116 w 1116"/>
                <a:gd name="T3" fmla="*/ 0 h 2892"/>
                <a:gd name="T4" fmla="*/ 0 w 1116"/>
                <a:gd name="T5" fmla="*/ 133 h 2892"/>
                <a:gd name="T6" fmla="*/ 0 w 1116"/>
                <a:gd name="T7" fmla="*/ 2747 h 2892"/>
                <a:gd name="T8" fmla="*/ 1114 w 1116"/>
                <a:gd name="T9" fmla="*/ 2878 h 2892"/>
                <a:gd name="T10" fmla="*/ 1116 w 1116"/>
                <a:gd name="T11" fmla="*/ 2892 h 2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16" h="2892">
                  <a:moveTo>
                    <a:pt x="1116" y="2892"/>
                  </a:moveTo>
                  <a:lnTo>
                    <a:pt x="1116" y="0"/>
                  </a:lnTo>
                  <a:lnTo>
                    <a:pt x="0" y="133"/>
                  </a:lnTo>
                  <a:lnTo>
                    <a:pt x="0" y="2747"/>
                  </a:lnTo>
                  <a:lnTo>
                    <a:pt x="1114" y="2878"/>
                  </a:lnTo>
                  <a:lnTo>
                    <a:pt x="1116" y="2892"/>
                  </a:lnTo>
                  <a:close/>
                </a:path>
              </a:pathLst>
            </a:custGeom>
            <a:solidFill>
              <a:srgbClr val="FFFFFF">
                <a:lumMod val="85000"/>
              </a:srgb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39" tIns="45720" rIns="91439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90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CC11161F-3FAB-9146-72E9-B73B8DFDD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6192" y="631371"/>
              <a:ext cx="2139866" cy="5556828"/>
            </a:xfrm>
            <a:custGeom>
              <a:avLst/>
              <a:gdLst>
                <a:gd name="T0" fmla="*/ 1116 w 1116"/>
                <a:gd name="T1" fmla="*/ 2892 h 2892"/>
                <a:gd name="T2" fmla="*/ 1116 w 1116"/>
                <a:gd name="T3" fmla="*/ 0 h 2892"/>
                <a:gd name="T4" fmla="*/ 0 w 1116"/>
                <a:gd name="T5" fmla="*/ 133 h 2892"/>
                <a:gd name="T6" fmla="*/ 0 w 1116"/>
                <a:gd name="T7" fmla="*/ 2747 h 2892"/>
                <a:gd name="T8" fmla="*/ 1114 w 1116"/>
                <a:gd name="T9" fmla="*/ 2878 h 2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6" h="2892">
                  <a:moveTo>
                    <a:pt x="1116" y="2892"/>
                  </a:moveTo>
                  <a:lnTo>
                    <a:pt x="1116" y="0"/>
                  </a:lnTo>
                  <a:lnTo>
                    <a:pt x="0" y="133"/>
                  </a:lnTo>
                  <a:lnTo>
                    <a:pt x="0" y="2747"/>
                  </a:lnTo>
                  <a:lnTo>
                    <a:pt x="1114" y="287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39" tIns="45720" rIns="91439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90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305DE36-A6C6-ECDD-C02D-01D12333B435}"/>
                </a:ext>
              </a:extLst>
            </p:cNvPr>
            <p:cNvSpPr/>
            <p:nvPr/>
          </p:nvSpPr>
          <p:spPr>
            <a:xfrm>
              <a:off x="4239047" y="1032759"/>
              <a:ext cx="1878705" cy="4157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12190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2000" b="0" i="0" u="none" strike="noStrike" kern="1200" cap="none" spc="0" normalizeH="0" baseline="0" noProof="0">
                  <a:ln>
                    <a:noFill/>
                  </a:ln>
                  <a:solidFill>
                    <a:srgbClr val="57565A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As a </a:t>
              </a:r>
              <a:r>
                <a:rPr kumimoji="0" lang="da-DK" sz="2000" b="1" i="0" u="none" strike="noStrike" kern="1200" cap="none" spc="0" normalizeH="0" baseline="0" noProof="0">
                  <a:ln>
                    <a:noFill/>
                  </a:ln>
                  <a:solidFill>
                    <a:srgbClr val="0099A8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Lens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F7C9B89-06A8-9B54-32BE-1F57897E7271}"/>
                </a:ext>
              </a:extLst>
            </p:cNvPr>
            <p:cNvSpPr/>
            <p:nvPr/>
          </p:nvSpPr>
          <p:spPr>
            <a:xfrm>
              <a:off x="6979291" y="1047473"/>
              <a:ext cx="1878705" cy="4157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12190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2000" b="0" i="0" u="none" strike="noStrike" kern="1200" cap="none" spc="0" normalizeH="0" baseline="0" noProof="0">
                  <a:ln>
                    <a:noFill/>
                  </a:ln>
                  <a:solidFill>
                    <a:srgbClr val="57565A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As a </a:t>
              </a:r>
              <a:r>
                <a:rPr kumimoji="0" lang="da-DK" sz="20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Tool</a:t>
              </a:r>
              <a:r>
                <a:rPr kumimoji="0" lang="da-DK" sz="2000" b="0" i="0" u="none" strike="noStrike" kern="1200" cap="none" spc="0" normalizeH="0" baseline="0" noProof="0">
                  <a:ln>
                    <a:noFill/>
                  </a:ln>
                  <a:solidFill>
                    <a:srgbClr val="57565A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 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D44D1C9-27E5-A329-3A40-8CF3724D7364}"/>
                </a:ext>
              </a:extLst>
            </p:cNvPr>
            <p:cNvSpPr/>
            <p:nvPr/>
          </p:nvSpPr>
          <p:spPr>
            <a:xfrm>
              <a:off x="9785865" y="1043625"/>
              <a:ext cx="1878705" cy="4157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12190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2000" b="0" i="0" u="none" strike="noStrike" kern="1200" cap="none" spc="0" normalizeH="0" baseline="0" noProof="0">
                  <a:ln>
                    <a:noFill/>
                  </a:ln>
                  <a:solidFill>
                    <a:srgbClr val="57565A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As an </a:t>
              </a:r>
              <a:r>
                <a:rPr kumimoji="0" lang="da-DK" sz="2000" b="1" i="0" u="none" strike="noStrike" kern="1200" cap="none" spc="0" normalizeH="0" baseline="0" noProof="0">
                  <a:ln>
                    <a:noFill/>
                  </a:ln>
                  <a:solidFill>
                    <a:srgbClr val="FF9E16">
                      <a:lumMod val="75000"/>
                    </a:srgb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Enabler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C3F05BE-81C9-8D51-CF5E-8146733F1809}"/>
                </a:ext>
              </a:extLst>
            </p:cNvPr>
            <p:cNvGrpSpPr/>
            <p:nvPr/>
          </p:nvGrpSpPr>
          <p:grpSpPr>
            <a:xfrm>
              <a:off x="4941269" y="1908019"/>
              <a:ext cx="6027731" cy="1189432"/>
              <a:chOff x="4847598" y="1787103"/>
              <a:chExt cx="6061484" cy="1189432"/>
            </a:xfrm>
          </p:grpSpPr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6A29EB73-38AF-9D03-0B58-687B3046DC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34536" y="2522226"/>
                <a:ext cx="1589487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ADE500D2-9944-7A21-68B7-765DCA5C5B85}"/>
                  </a:ext>
                </a:extLst>
              </p:cNvPr>
              <p:cNvGrpSpPr/>
              <p:nvPr/>
            </p:nvGrpSpPr>
            <p:grpSpPr>
              <a:xfrm>
                <a:off x="10375921" y="2125308"/>
                <a:ext cx="533161" cy="534273"/>
                <a:chOff x="7161063" y="271762"/>
                <a:chExt cx="474678" cy="474677"/>
              </a:xfrm>
            </p:grpSpPr>
            <p:sp>
              <p:nvSpPr>
                <p:cNvPr id="81" name="Freeform 176">
                  <a:extLst>
                    <a:ext uri="{FF2B5EF4-FFF2-40B4-BE49-F238E27FC236}">
                      <a16:creationId xmlns:a16="http://schemas.microsoft.com/office/drawing/2014/main" id="{31BBD9A2-318D-4DC9-5365-C82DF85E16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161063" y="271762"/>
                  <a:ext cx="474678" cy="474677"/>
                </a:xfrm>
                <a:custGeom>
                  <a:avLst/>
                  <a:gdLst>
                    <a:gd name="connsiteX0" fmla="*/ 0 w 852383"/>
                    <a:gd name="connsiteY0" fmla="*/ 426192 h 852383"/>
                    <a:gd name="connsiteX1" fmla="*/ 124829 w 852383"/>
                    <a:gd name="connsiteY1" fmla="*/ 124829 h 852383"/>
                    <a:gd name="connsiteX2" fmla="*/ 426193 w 852383"/>
                    <a:gd name="connsiteY2" fmla="*/ 1 h 852383"/>
                    <a:gd name="connsiteX3" fmla="*/ 727556 w 852383"/>
                    <a:gd name="connsiteY3" fmla="*/ 124830 h 852383"/>
                    <a:gd name="connsiteX4" fmla="*/ 852384 w 852383"/>
                    <a:gd name="connsiteY4" fmla="*/ 426194 h 852383"/>
                    <a:gd name="connsiteX5" fmla="*/ 727555 w 852383"/>
                    <a:gd name="connsiteY5" fmla="*/ 727557 h 852383"/>
                    <a:gd name="connsiteX6" fmla="*/ 426192 w 852383"/>
                    <a:gd name="connsiteY6" fmla="*/ 852386 h 852383"/>
                    <a:gd name="connsiteX7" fmla="*/ 124829 w 852383"/>
                    <a:gd name="connsiteY7" fmla="*/ 727557 h 852383"/>
                    <a:gd name="connsiteX8" fmla="*/ 1 w 852383"/>
                    <a:gd name="connsiteY8" fmla="*/ 426194 h 852383"/>
                    <a:gd name="connsiteX9" fmla="*/ 0 w 852383"/>
                    <a:gd name="connsiteY9" fmla="*/ 426192 h 8523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52383" h="852383">
                      <a:moveTo>
                        <a:pt x="0" y="426192"/>
                      </a:moveTo>
                      <a:cubicBezTo>
                        <a:pt x="0" y="313159"/>
                        <a:pt x="44903" y="204755"/>
                        <a:pt x="124829" y="124829"/>
                      </a:cubicBezTo>
                      <a:cubicBezTo>
                        <a:pt x="204756" y="44903"/>
                        <a:pt x="313159" y="0"/>
                        <a:pt x="426193" y="1"/>
                      </a:cubicBezTo>
                      <a:cubicBezTo>
                        <a:pt x="539226" y="1"/>
                        <a:pt x="647630" y="44904"/>
                        <a:pt x="727556" y="124830"/>
                      </a:cubicBezTo>
                      <a:cubicBezTo>
                        <a:pt x="807482" y="204757"/>
                        <a:pt x="852385" y="313160"/>
                        <a:pt x="852384" y="426194"/>
                      </a:cubicBezTo>
                      <a:cubicBezTo>
                        <a:pt x="852384" y="539227"/>
                        <a:pt x="807482" y="647631"/>
                        <a:pt x="727555" y="727557"/>
                      </a:cubicBezTo>
                      <a:cubicBezTo>
                        <a:pt x="647628" y="807484"/>
                        <a:pt x="539225" y="852386"/>
                        <a:pt x="426192" y="852386"/>
                      </a:cubicBezTo>
                      <a:cubicBezTo>
                        <a:pt x="313159" y="852386"/>
                        <a:pt x="204755" y="807484"/>
                        <a:pt x="124829" y="727557"/>
                      </a:cubicBezTo>
                      <a:cubicBezTo>
                        <a:pt x="44903" y="647630"/>
                        <a:pt x="0" y="539227"/>
                        <a:pt x="1" y="426194"/>
                      </a:cubicBezTo>
                      <a:cubicBezTo>
                        <a:pt x="1" y="426193"/>
                        <a:pt x="0" y="426193"/>
                        <a:pt x="0" y="426192"/>
                      </a:cubicBezTo>
                      <a:close/>
                    </a:path>
                  </a:pathLst>
                </a:custGeom>
                <a:solidFill>
                  <a:srgbClr val="D879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spcFirstLastPara="0" vert="horz" wrap="square" lIns="148957" tIns="148957" rIns="148957" bIns="148957" numCol="1" spcCol="1270" anchor="ctr" anchorCtr="0">
                  <a:noAutofit/>
                </a:bodyPr>
                <a:lstStyle/>
                <a:p>
                  <a:pPr marL="0" marR="0" lvl="0" indent="0" algn="ctr" defTabSz="844466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82" name="Freeform 40">
                  <a:extLst>
                    <a:ext uri="{FF2B5EF4-FFF2-40B4-BE49-F238E27FC236}">
                      <a16:creationId xmlns:a16="http://schemas.microsoft.com/office/drawing/2014/main" id="{FBD27B90-9E5F-B7BF-71AE-DBACA02063E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270821" y="359371"/>
                  <a:ext cx="255162" cy="299458"/>
                </a:xfrm>
                <a:custGeom>
                  <a:avLst/>
                  <a:gdLst>
                    <a:gd name="T0" fmla="*/ 372 w 419"/>
                    <a:gd name="T1" fmla="*/ 188 h 491"/>
                    <a:gd name="T2" fmla="*/ 379 w 419"/>
                    <a:gd name="T3" fmla="*/ 158 h 491"/>
                    <a:gd name="T4" fmla="*/ 338 w 419"/>
                    <a:gd name="T5" fmla="*/ 55 h 491"/>
                    <a:gd name="T6" fmla="*/ 0 w 419"/>
                    <a:gd name="T7" fmla="*/ 167 h 491"/>
                    <a:gd name="T8" fmla="*/ 80 w 419"/>
                    <a:gd name="T9" fmla="*/ 310 h 491"/>
                    <a:gd name="T10" fmla="*/ 74 w 419"/>
                    <a:gd name="T11" fmla="*/ 460 h 491"/>
                    <a:gd name="T12" fmla="*/ 256 w 419"/>
                    <a:gd name="T13" fmla="*/ 484 h 491"/>
                    <a:gd name="T14" fmla="*/ 262 w 419"/>
                    <a:gd name="T15" fmla="*/ 396 h 491"/>
                    <a:gd name="T16" fmla="*/ 347 w 419"/>
                    <a:gd name="T17" fmla="*/ 413 h 491"/>
                    <a:gd name="T18" fmla="*/ 379 w 419"/>
                    <a:gd name="T19" fmla="*/ 364 h 491"/>
                    <a:gd name="T20" fmla="*/ 384 w 419"/>
                    <a:gd name="T21" fmla="*/ 348 h 491"/>
                    <a:gd name="T22" fmla="*/ 386 w 419"/>
                    <a:gd name="T23" fmla="*/ 330 h 491"/>
                    <a:gd name="T24" fmla="*/ 390 w 419"/>
                    <a:gd name="T25" fmla="*/ 305 h 491"/>
                    <a:gd name="T26" fmla="*/ 390 w 419"/>
                    <a:gd name="T27" fmla="*/ 294 h 491"/>
                    <a:gd name="T28" fmla="*/ 419 w 419"/>
                    <a:gd name="T29" fmla="*/ 272 h 491"/>
                    <a:gd name="T30" fmla="*/ 405 w 419"/>
                    <a:gd name="T31" fmla="*/ 281 h 491"/>
                    <a:gd name="T32" fmla="*/ 381 w 419"/>
                    <a:gd name="T33" fmla="*/ 290 h 491"/>
                    <a:gd name="T34" fmla="*/ 382 w 419"/>
                    <a:gd name="T35" fmla="*/ 310 h 491"/>
                    <a:gd name="T36" fmla="*/ 377 w 419"/>
                    <a:gd name="T37" fmla="*/ 325 h 491"/>
                    <a:gd name="T38" fmla="*/ 378 w 419"/>
                    <a:gd name="T39" fmla="*/ 338 h 491"/>
                    <a:gd name="T40" fmla="*/ 369 w 419"/>
                    <a:gd name="T41" fmla="*/ 357 h 491"/>
                    <a:gd name="T42" fmla="*/ 369 w 419"/>
                    <a:gd name="T43" fmla="*/ 389 h 491"/>
                    <a:gd name="T44" fmla="*/ 345 w 419"/>
                    <a:gd name="T45" fmla="*/ 404 h 491"/>
                    <a:gd name="T46" fmla="*/ 256 w 419"/>
                    <a:gd name="T47" fmla="*/ 387 h 491"/>
                    <a:gd name="T48" fmla="*/ 83 w 419"/>
                    <a:gd name="T49" fmla="*/ 454 h 491"/>
                    <a:gd name="T50" fmla="*/ 68 w 419"/>
                    <a:gd name="T51" fmla="*/ 282 h 491"/>
                    <a:gd name="T52" fmla="*/ 47 w 419"/>
                    <a:gd name="T53" fmla="*/ 56 h 491"/>
                    <a:gd name="T54" fmla="*/ 331 w 419"/>
                    <a:gd name="T55" fmla="*/ 61 h 491"/>
                    <a:gd name="T56" fmla="*/ 370 w 419"/>
                    <a:gd name="T57" fmla="*/ 158 h 491"/>
                    <a:gd name="T58" fmla="*/ 363 w 419"/>
                    <a:gd name="T59" fmla="*/ 189 h 491"/>
                    <a:gd name="T60" fmla="*/ 409 w 419"/>
                    <a:gd name="T61" fmla="*/ 273 h 491"/>
                    <a:gd name="T62" fmla="*/ 283 w 419"/>
                    <a:gd name="T63" fmla="*/ 74 h 491"/>
                    <a:gd name="T64" fmla="*/ 52 w 419"/>
                    <a:gd name="T65" fmla="*/ 163 h 491"/>
                    <a:gd name="T66" fmla="*/ 96 w 419"/>
                    <a:gd name="T67" fmla="*/ 249 h 491"/>
                    <a:gd name="T68" fmla="*/ 160 w 419"/>
                    <a:gd name="T69" fmla="*/ 240 h 491"/>
                    <a:gd name="T70" fmla="*/ 200 w 419"/>
                    <a:gd name="T71" fmla="*/ 201 h 491"/>
                    <a:gd name="T72" fmla="*/ 240 w 419"/>
                    <a:gd name="T73" fmla="*/ 179 h 491"/>
                    <a:gd name="T74" fmla="*/ 321 w 419"/>
                    <a:gd name="T75" fmla="*/ 137 h 491"/>
                    <a:gd name="T76" fmla="*/ 260 w 419"/>
                    <a:gd name="T77" fmla="*/ 170 h 491"/>
                    <a:gd name="T78" fmla="*/ 232 w 419"/>
                    <a:gd name="T79" fmla="*/ 173 h 491"/>
                    <a:gd name="T80" fmla="*/ 195 w 419"/>
                    <a:gd name="T81" fmla="*/ 189 h 491"/>
                    <a:gd name="T82" fmla="*/ 189 w 419"/>
                    <a:gd name="T83" fmla="*/ 196 h 491"/>
                    <a:gd name="T84" fmla="*/ 156 w 419"/>
                    <a:gd name="T85" fmla="*/ 231 h 491"/>
                    <a:gd name="T86" fmla="*/ 132 w 419"/>
                    <a:gd name="T87" fmla="*/ 257 h 491"/>
                    <a:gd name="T88" fmla="*/ 89 w 419"/>
                    <a:gd name="T89" fmla="*/ 214 h 491"/>
                    <a:gd name="T90" fmla="*/ 61 w 419"/>
                    <a:gd name="T91" fmla="*/ 163 h 491"/>
                    <a:gd name="T92" fmla="*/ 277 w 419"/>
                    <a:gd name="T93" fmla="*/ 82 h 491"/>
                    <a:gd name="T94" fmla="*/ 260 w 419"/>
                    <a:gd name="T95" fmla="*/ 170 h 4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419" h="491">
                      <a:moveTo>
                        <a:pt x="407" y="250"/>
                      </a:moveTo>
                      <a:cubicBezTo>
                        <a:pt x="396" y="233"/>
                        <a:pt x="374" y="197"/>
                        <a:pt x="372" y="188"/>
                      </a:cubicBezTo>
                      <a:cubicBezTo>
                        <a:pt x="373" y="187"/>
                        <a:pt x="373" y="185"/>
                        <a:pt x="374" y="183"/>
                      </a:cubicBezTo>
                      <a:cubicBezTo>
                        <a:pt x="376" y="176"/>
                        <a:pt x="379" y="166"/>
                        <a:pt x="379" y="158"/>
                      </a:cubicBezTo>
                      <a:cubicBezTo>
                        <a:pt x="379" y="146"/>
                        <a:pt x="377" y="129"/>
                        <a:pt x="374" y="118"/>
                      </a:cubicBezTo>
                      <a:cubicBezTo>
                        <a:pt x="373" y="112"/>
                        <a:pt x="364" y="83"/>
                        <a:pt x="338" y="55"/>
                      </a:cubicBezTo>
                      <a:cubicBezTo>
                        <a:pt x="303" y="18"/>
                        <a:pt x="255" y="0"/>
                        <a:pt x="193" y="0"/>
                      </a:cubicBezTo>
                      <a:cubicBezTo>
                        <a:pt x="65" y="0"/>
                        <a:pt x="0" y="56"/>
                        <a:pt x="0" y="167"/>
                      </a:cubicBezTo>
                      <a:cubicBezTo>
                        <a:pt x="0" y="231"/>
                        <a:pt x="37" y="266"/>
                        <a:pt x="61" y="288"/>
                      </a:cubicBezTo>
                      <a:cubicBezTo>
                        <a:pt x="70" y="297"/>
                        <a:pt x="78" y="304"/>
                        <a:pt x="80" y="310"/>
                      </a:cubicBezTo>
                      <a:cubicBezTo>
                        <a:pt x="97" y="376"/>
                        <a:pt x="82" y="429"/>
                        <a:pt x="72" y="454"/>
                      </a:cubicBezTo>
                      <a:cubicBezTo>
                        <a:pt x="71" y="456"/>
                        <a:pt x="72" y="459"/>
                        <a:pt x="74" y="460"/>
                      </a:cubicBezTo>
                      <a:cubicBezTo>
                        <a:pt x="112" y="480"/>
                        <a:pt x="154" y="491"/>
                        <a:pt x="197" y="491"/>
                      </a:cubicBezTo>
                      <a:cubicBezTo>
                        <a:pt x="217" y="491"/>
                        <a:pt x="236" y="489"/>
                        <a:pt x="256" y="484"/>
                      </a:cubicBezTo>
                      <a:cubicBezTo>
                        <a:pt x="258" y="484"/>
                        <a:pt x="259" y="482"/>
                        <a:pt x="259" y="480"/>
                      </a:cubicBezTo>
                      <a:cubicBezTo>
                        <a:pt x="259" y="438"/>
                        <a:pt x="260" y="406"/>
                        <a:pt x="262" y="396"/>
                      </a:cubicBezTo>
                      <a:cubicBezTo>
                        <a:pt x="280" y="401"/>
                        <a:pt x="335" y="413"/>
                        <a:pt x="345" y="413"/>
                      </a:cubicBezTo>
                      <a:cubicBezTo>
                        <a:pt x="346" y="413"/>
                        <a:pt x="347" y="413"/>
                        <a:pt x="347" y="413"/>
                      </a:cubicBezTo>
                      <a:cubicBezTo>
                        <a:pt x="355" y="413"/>
                        <a:pt x="374" y="413"/>
                        <a:pt x="378" y="391"/>
                      </a:cubicBezTo>
                      <a:cubicBezTo>
                        <a:pt x="381" y="380"/>
                        <a:pt x="380" y="370"/>
                        <a:pt x="379" y="364"/>
                      </a:cubicBezTo>
                      <a:cubicBezTo>
                        <a:pt x="379" y="362"/>
                        <a:pt x="378" y="360"/>
                        <a:pt x="378" y="360"/>
                      </a:cubicBezTo>
                      <a:cubicBezTo>
                        <a:pt x="379" y="356"/>
                        <a:pt x="382" y="352"/>
                        <a:pt x="384" y="348"/>
                      </a:cubicBezTo>
                      <a:cubicBezTo>
                        <a:pt x="386" y="344"/>
                        <a:pt x="387" y="342"/>
                        <a:pt x="388" y="339"/>
                      </a:cubicBezTo>
                      <a:cubicBezTo>
                        <a:pt x="388" y="337"/>
                        <a:pt x="387" y="333"/>
                        <a:pt x="386" y="330"/>
                      </a:cubicBezTo>
                      <a:cubicBezTo>
                        <a:pt x="389" y="327"/>
                        <a:pt x="393" y="323"/>
                        <a:pt x="394" y="319"/>
                      </a:cubicBezTo>
                      <a:cubicBezTo>
                        <a:pt x="394" y="315"/>
                        <a:pt x="392" y="310"/>
                        <a:pt x="390" y="305"/>
                      </a:cubicBezTo>
                      <a:cubicBezTo>
                        <a:pt x="390" y="305"/>
                        <a:pt x="390" y="305"/>
                        <a:pt x="390" y="304"/>
                      </a:cubicBezTo>
                      <a:cubicBezTo>
                        <a:pt x="390" y="303"/>
                        <a:pt x="390" y="299"/>
                        <a:pt x="390" y="294"/>
                      </a:cubicBezTo>
                      <a:cubicBezTo>
                        <a:pt x="396" y="293"/>
                        <a:pt x="406" y="291"/>
                        <a:pt x="409" y="289"/>
                      </a:cubicBezTo>
                      <a:cubicBezTo>
                        <a:pt x="415" y="286"/>
                        <a:pt x="419" y="277"/>
                        <a:pt x="419" y="272"/>
                      </a:cubicBezTo>
                      <a:cubicBezTo>
                        <a:pt x="419" y="270"/>
                        <a:pt x="418" y="270"/>
                        <a:pt x="407" y="250"/>
                      </a:cubicBezTo>
                      <a:close/>
                      <a:moveTo>
                        <a:pt x="405" y="281"/>
                      </a:moveTo>
                      <a:cubicBezTo>
                        <a:pt x="403" y="282"/>
                        <a:pt x="393" y="284"/>
                        <a:pt x="385" y="286"/>
                      </a:cubicBezTo>
                      <a:cubicBezTo>
                        <a:pt x="383" y="286"/>
                        <a:pt x="381" y="288"/>
                        <a:pt x="381" y="290"/>
                      </a:cubicBezTo>
                      <a:cubicBezTo>
                        <a:pt x="380" y="305"/>
                        <a:pt x="380" y="306"/>
                        <a:pt x="380" y="307"/>
                      </a:cubicBezTo>
                      <a:cubicBezTo>
                        <a:pt x="381" y="308"/>
                        <a:pt x="381" y="308"/>
                        <a:pt x="382" y="310"/>
                      </a:cubicBezTo>
                      <a:cubicBezTo>
                        <a:pt x="384" y="314"/>
                        <a:pt x="385" y="316"/>
                        <a:pt x="385" y="317"/>
                      </a:cubicBezTo>
                      <a:cubicBezTo>
                        <a:pt x="384" y="319"/>
                        <a:pt x="381" y="322"/>
                        <a:pt x="377" y="325"/>
                      </a:cubicBezTo>
                      <a:cubicBezTo>
                        <a:pt x="376" y="326"/>
                        <a:pt x="375" y="329"/>
                        <a:pt x="376" y="331"/>
                      </a:cubicBezTo>
                      <a:cubicBezTo>
                        <a:pt x="377" y="334"/>
                        <a:pt x="378" y="337"/>
                        <a:pt x="378" y="338"/>
                      </a:cubicBezTo>
                      <a:cubicBezTo>
                        <a:pt x="378" y="339"/>
                        <a:pt x="377" y="342"/>
                        <a:pt x="375" y="344"/>
                      </a:cubicBezTo>
                      <a:cubicBezTo>
                        <a:pt x="373" y="348"/>
                        <a:pt x="371" y="353"/>
                        <a:pt x="369" y="357"/>
                      </a:cubicBezTo>
                      <a:cubicBezTo>
                        <a:pt x="369" y="359"/>
                        <a:pt x="369" y="362"/>
                        <a:pt x="369" y="365"/>
                      </a:cubicBezTo>
                      <a:cubicBezTo>
                        <a:pt x="370" y="371"/>
                        <a:pt x="371" y="379"/>
                        <a:pt x="369" y="389"/>
                      </a:cubicBezTo>
                      <a:cubicBezTo>
                        <a:pt x="367" y="401"/>
                        <a:pt x="359" y="404"/>
                        <a:pt x="347" y="404"/>
                      </a:cubicBezTo>
                      <a:cubicBezTo>
                        <a:pt x="347" y="404"/>
                        <a:pt x="346" y="404"/>
                        <a:pt x="345" y="404"/>
                      </a:cubicBezTo>
                      <a:cubicBezTo>
                        <a:pt x="335" y="403"/>
                        <a:pt x="271" y="389"/>
                        <a:pt x="261" y="386"/>
                      </a:cubicBezTo>
                      <a:cubicBezTo>
                        <a:pt x="259" y="386"/>
                        <a:pt x="257" y="386"/>
                        <a:pt x="256" y="387"/>
                      </a:cubicBezTo>
                      <a:cubicBezTo>
                        <a:pt x="250" y="394"/>
                        <a:pt x="249" y="449"/>
                        <a:pt x="250" y="476"/>
                      </a:cubicBezTo>
                      <a:cubicBezTo>
                        <a:pt x="193" y="488"/>
                        <a:pt x="133" y="480"/>
                        <a:pt x="83" y="454"/>
                      </a:cubicBezTo>
                      <a:cubicBezTo>
                        <a:pt x="93" y="426"/>
                        <a:pt x="105" y="373"/>
                        <a:pt x="89" y="307"/>
                      </a:cubicBezTo>
                      <a:cubicBezTo>
                        <a:pt x="87" y="299"/>
                        <a:pt x="79" y="292"/>
                        <a:pt x="68" y="282"/>
                      </a:cubicBezTo>
                      <a:cubicBezTo>
                        <a:pt x="44" y="260"/>
                        <a:pt x="9" y="227"/>
                        <a:pt x="9" y="167"/>
                      </a:cubicBezTo>
                      <a:cubicBezTo>
                        <a:pt x="9" y="119"/>
                        <a:pt x="22" y="82"/>
                        <a:pt x="47" y="56"/>
                      </a:cubicBezTo>
                      <a:cubicBezTo>
                        <a:pt x="78" y="25"/>
                        <a:pt x="127" y="9"/>
                        <a:pt x="193" y="9"/>
                      </a:cubicBezTo>
                      <a:cubicBezTo>
                        <a:pt x="252" y="9"/>
                        <a:pt x="298" y="27"/>
                        <a:pt x="331" y="61"/>
                      </a:cubicBezTo>
                      <a:cubicBezTo>
                        <a:pt x="357" y="88"/>
                        <a:pt x="364" y="117"/>
                        <a:pt x="365" y="120"/>
                      </a:cubicBezTo>
                      <a:cubicBezTo>
                        <a:pt x="367" y="130"/>
                        <a:pt x="370" y="147"/>
                        <a:pt x="370" y="158"/>
                      </a:cubicBezTo>
                      <a:cubicBezTo>
                        <a:pt x="370" y="165"/>
                        <a:pt x="367" y="174"/>
                        <a:pt x="365" y="180"/>
                      </a:cubicBezTo>
                      <a:cubicBezTo>
                        <a:pt x="363" y="185"/>
                        <a:pt x="363" y="187"/>
                        <a:pt x="363" y="189"/>
                      </a:cubicBezTo>
                      <a:cubicBezTo>
                        <a:pt x="364" y="198"/>
                        <a:pt x="380" y="224"/>
                        <a:pt x="399" y="255"/>
                      </a:cubicBezTo>
                      <a:cubicBezTo>
                        <a:pt x="403" y="263"/>
                        <a:pt x="408" y="271"/>
                        <a:pt x="409" y="273"/>
                      </a:cubicBezTo>
                      <a:cubicBezTo>
                        <a:pt x="409" y="275"/>
                        <a:pt x="406" y="280"/>
                        <a:pt x="405" y="281"/>
                      </a:cubicBezTo>
                      <a:close/>
                      <a:moveTo>
                        <a:pt x="283" y="74"/>
                      </a:moveTo>
                      <a:cubicBezTo>
                        <a:pt x="257" y="54"/>
                        <a:pt x="225" y="43"/>
                        <a:pt x="192" y="43"/>
                      </a:cubicBezTo>
                      <a:cubicBezTo>
                        <a:pt x="103" y="43"/>
                        <a:pt x="52" y="87"/>
                        <a:pt x="52" y="163"/>
                      </a:cubicBezTo>
                      <a:cubicBezTo>
                        <a:pt x="52" y="204"/>
                        <a:pt x="70" y="215"/>
                        <a:pt x="80" y="218"/>
                      </a:cubicBezTo>
                      <a:cubicBezTo>
                        <a:pt x="82" y="228"/>
                        <a:pt x="90" y="242"/>
                        <a:pt x="96" y="249"/>
                      </a:cubicBezTo>
                      <a:cubicBezTo>
                        <a:pt x="107" y="260"/>
                        <a:pt x="120" y="266"/>
                        <a:pt x="132" y="266"/>
                      </a:cubicBezTo>
                      <a:cubicBezTo>
                        <a:pt x="146" y="266"/>
                        <a:pt x="156" y="257"/>
                        <a:pt x="160" y="240"/>
                      </a:cubicBezTo>
                      <a:cubicBezTo>
                        <a:pt x="176" y="239"/>
                        <a:pt x="188" y="228"/>
                        <a:pt x="194" y="218"/>
                      </a:cubicBezTo>
                      <a:cubicBezTo>
                        <a:pt x="198" y="212"/>
                        <a:pt x="200" y="206"/>
                        <a:pt x="200" y="201"/>
                      </a:cubicBezTo>
                      <a:cubicBezTo>
                        <a:pt x="203" y="202"/>
                        <a:pt x="206" y="202"/>
                        <a:pt x="208" y="202"/>
                      </a:cubicBezTo>
                      <a:cubicBezTo>
                        <a:pt x="224" y="202"/>
                        <a:pt x="236" y="190"/>
                        <a:pt x="240" y="179"/>
                      </a:cubicBezTo>
                      <a:cubicBezTo>
                        <a:pt x="248" y="179"/>
                        <a:pt x="254" y="179"/>
                        <a:pt x="260" y="179"/>
                      </a:cubicBezTo>
                      <a:cubicBezTo>
                        <a:pt x="286" y="179"/>
                        <a:pt x="321" y="175"/>
                        <a:pt x="321" y="137"/>
                      </a:cubicBezTo>
                      <a:cubicBezTo>
                        <a:pt x="321" y="116"/>
                        <a:pt x="307" y="93"/>
                        <a:pt x="283" y="74"/>
                      </a:cubicBezTo>
                      <a:close/>
                      <a:moveTo>
                        <a:pt x="260" y="170"/>
                      </a:moveTo>
                      <a:cubicBezTo>
                        <a:pt x="254" y="170"/>
                        <a:pt x="246" y="170"/>
                        <a:pt x="237" y="169"/>
                      </a:cubicBezTo>
                      <a:cubicBezTo>
                        <a:pt x="234" y="169"/>
                        <a:pt x="232" y="171"/>
                        <a:pt x="232" y="173"/>
                      </a:cubicBezTo>
                      <a:cubicBezTo>
                        <a:pt x="231" y="181"/>
                        <a:pt x="222" y="192"/>
                        <a:pt x="208" y="192"/>
                      </a:cubicBezTo>
                      <a:cubicBezTo>
                        <a:pt x="204" y="192"/>
                        <a:pt x="200" y="191"/>
                        <a:pt x="195" y="189"/>
                      </a:cubicBezTo>
                      <a:cubicBezTo>
                        <a:pt x="194" y="189"/>
                        <a:pt x="191" y="189"/>
                        <a:pt x="190" y="190"/>
                      </a:cubicBezTo>
                      <a:cubicBezTo>
                        <a:pt x="189" y="192"/>
                        <a:pt x="188" y="194"/>
                        <a:pt x="189" y="196"/>
                      </a:cubicBezTo>
                      <a:cubicBezTo>
                        <a:pt x="191" y="200"/>
                        <a:pt x="190" y="206"/>
                        <a:pt x="186" y="213"/>
                      </a:cubicBezTo>
                      <a:cubicBezTo>
                        <a:pt x="180" y="222"/>
                        <a:pt x="169" y="231"/>
                        <a:pt x="156" y="231"/>
                      </a:cubicBezTo>
                      <a:cubicBezTo>
                        <a:pt x="154" y="231"/>
                        <a:pt x="152" y="233"/>
                        <a:pt x="152" y="235"/>
                      </a:cubicBezTo>
                      <a:cubicBezTo>
                        <a:pt x="150" y="245"/>
                        <a:pt x="145" y="257"/>
                        <a:pt x="132" y="257"/>
                      </a:cubicBezTo>
                      <a:cubicBezTo>
                        <a:pt x="123" y="257"/>
                        <a:pt x="112" y="251"/>
                        <a:pt x="103" y="242"/>
                      </a:cubicBezTo>
                      <a:cubicBezTo>
                        <a:pt x="97" y="236"/>
                        <a:pt x="89" y="221"/>
                        <a:pt x="89" y="214"/>
                      </a:cubicBezTo>
                      <a:cubicBezTo>
                        <a:pt x="89" y="211"/>
                        <a:pt x="87" y="209"/>
                        <a:pt x="85" y="209"/>
                      </a:cubicBezTo>
                      <a:cubicBezTo>
                        <a:pt x="80" y="208"/>
                        <a:pt x="61" y="203"/>
                        <a:pt x="61" y="163"/>
                      </a:cubicBezTo>
                      <a:cubicBezTo>
                        <a:pt x="61" y="122"/>
                        <a:pt x="78" y="53"/>
                        <a:pt x="192" y="53"/>
                      </a:cubicBezTo>
                      <a:cubicBezTo>
                        <a:pt x="223" y="53"/>
                        <a:pt x="253" y="63"/>
                        <a:pt x="277" y="82"/>
                      </a:cubicBezTo>
                      <a:cubicBezTo>
                        <a:pt x="299" y="98"/>
                        <a:pt x="312" y="119"/>
                        <a:pt x="312" y="137"/>
                      </a:cubicBezTo>
                      <a:cubicBezTo>
                        <a:pt x="312" y="160"/>
                        <a:pt x="297" y="170"/>
                        <a:pt x="260" y="17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57565A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77E1E81D-9E09-F03F-EC4A-1F9F687CB33A}"/>
                  </a:ext>
                </a:extLst>
              </p:cNvPr>
              <p:cNvGrpSpPr/>
              <p:nvPr/>
            </p:nvGrpSpPr>
            <p:grpSpPr>
              <a:xfrm>
                <a:off x="4847598" y="2125308"/>
                <a:ext cx="533161" cy="534273"/>
                <a:chOff x="1727772" y="238249"/>
                <a:chExt cx="474678" cy="474677"/>
              </a:xfrm>
            </p:grpSpPr>
            <p:sp>
              <p:nvSpPr>
                <p:cNvPr id="71" name="Freeform 63">
                  <a:extLst>
                    <a:ext uri="{FF2B5EF4-FFF2-40B4-BE49-F238E27FC236}">
                      <a16:creationId xmlns:a16="http://schemas.microsoft.com/office/drawing/2014/main" id="{2853DB33-5A23-F82F-21E5-1426CED760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27772" y="238249"/>
                  <a:ext cx="474678" cy="474677"/>
                </a:xfrm>
                <a:custGeom>
                  <a:avLst/>
                  <a:gdLst>
                    <a:gd name="connsiteX0" fmla="*/ 0 w 852383"/>
                    <a:gd name="connsiteY0" fmla="*/ 426192 h 852383"/>
                    <a:gd name="connsiteX1" fmla="*/ 124829 w 852383"/>
                    <a:gd name="connsiteY1" fmla="*/ 124829 h 852383"/>
                    <a:gd name="connsiteX2" fmla="*/ 426193 w 852383"/>
                    <a:gd name="connsiteY2" fmla="*/ 1 h 852383"/>
                    <a:gd name="connsiteX3" fmla="*/ 727556 w 852383"/>
                    <a:gd name="connsiteY3" fmla="*/ 124830 h 852383"/>
                    <a:gd name="connsiteX4" fmla="*/ 852384 w 852383"/>
                    <a:gd name="connsiteY4" fmla="*/ 426194 h 852383"/>
                    <a:gd name="connsiteX5" fmla="*/ 727555 w 852383"/>
                    <a:gd name="connsiteY5" fmla="*/ 727557 h 852383"/>
                    <a:gd name="connsiteX6" fmla="*/ 426192 w 852383"/>
                    <a:gd name="connsiteY6" fmla="*/ 852386 h 852383"/>
                    <a:gd name="connsiteX7" fmla="*/ 124829 w 852383"/>
                    <a:gd name="connsiteY7" fmla="*/ 727557 h 852383"/>
                    <a:gd name="connsiteX8" fmla="*/ 1 w 852383"/>
                    <a:gd name="connsiteY8" fmla="*/ 426194 h 852383"/>
                    <a:gd name="connsiteX9" fmla="*/ 0 w 852383"/>
                    <a:gd name="connsiteY9" fmla="*/ 426192 h 8523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52383" h="852383">
                      <a:moveTo>
                        <a:pt x="0" y="426192"/>
                      </a:moveTo>
                      <a:cubicBezTo>
                        <a:pt x="0" y="313159"/>
                        <a:pt x="44903" y="204755"/>
                        <a:pt x="124829" y="124829"/>
                      </a:cubicBezTo>
                      <a:cubicBezTo>
                        <a:pt x="204756" y="44903"/>
                        <a:pt x="313159" y="0"/>
                        <a:pt x="426193" y="1"/>
                      </a:cubicBezTo>
                      <a:cubicBezTo>
                        <a:pt x="539226" y="1"/>
                        <a:pt x="647630" y="44904"/>
                        <a:pt x="727556" y="124830"/>
                      </a:cubicBezTo>
                      <a:cubicBezTo>
                        <a:pt x="807482" y="204757"/>
                        <a:pt x="852385" y="313160"/>
                        <a:pt x="852384" y="426194"/>
                      </a:cubicBezTo>
                      <a:cubicBezTo>
                        <a:pt x="852384" y="539227"/>
                        <a:pt x="807482" y="647631"/>
                        <a:pt x="727555" y="727557"/>
                      </a:cubicBezTo>
                      <a:cubicBezTo>
                        <a:pt x="647628" y="807484"/>
                        <a:pt x="539225" y="852386"/>
                        <a:pt x="426192" y="852386"/>
                      </a:cubicBezTo>
                      <a:cubicBezTo>
                        <a:pt x="313159" y="852386"/>
                        <a:pt x="204755" y="807484"/>
                        <a:pt x="124829" y="727557"/>
                      </a:cubicBezTo>
                      <a:cubicBezTo>
                        <a:pt x="44903" y="647630"/>
                        <a:pt x="0" y="539227"/>
                        <a:pt x="1" y="426194"/>
                      </a:cubicBezTo>
                      <a:cubicBezTo>
                        <a:pt x="1" y="426193"/>
                        <a:pt x="0" y="426193"/>
                        <a:pt x="0" y="426192"/>
                      </a:cubicBezTo>
                      <a:close/>
                    </a:path>
                  </a:pathLst>
                </a:custGeom>
                <a:solidFill>
                  <a:srgbClr val="0099A8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spcFirstLastPara="0" vert="horz" wrap="square" lIns="148957" tIns="148957" rIns="148957" bIns="148957" numCol="1" spcCol="1270" anchor="ctr" anchorCtr="0">
                  <a:noAutofit/>
                </a:bodyPr>
                <a:lstStyle/>
                <a:p>
                  <a:pPr marL="0" marR="0" lvl="0" indent="0" algn="ctr" defTabSz="844466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3035036F-7264-C6C0-1755-5F0DB9A720B8}"/>
                    </a:ext>
                  </a:extLst>
                </p:cNvPr>
                <p:cNvGrpSpPr/>
                <p:nvPr/>
              </p:nvGrpSpPr>
              <p:grpSpPr>
                <a:xfrm>
                  <a:off x="1819447" y="311081"/>
                  <a:ext cx="291328" cy="308943"/>
                  <a:chOff x="8768981" y="4523296"/>
                  <a:chExt cx="430655" cy="456693"/>
                </a:xfrm>
              </p:grpSpPr>
              <p:sp>
                <p:nvSpPr>
                  <p:cNvPr id="73" name="Freeform 101">
                    <a:extLst>
                      <a:ext uri="{FF2B5EF4-FFF2-40B4-BE49-F238E27FC236}">
                        <a16:creationId xmlns:a16="http://schemas.microsoft.com/office/drawing/2014/main" id="{2A38E646-FFAC-AE6A-87B1-E6CC1FA4E36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859119" y="4623448"/>
                    <a:ext cx="246375" cy="356541"/>
                  </a:xfrm>
                  <a:custGeom>
                    <a:avLst/>
                    <a:gdLst>
                      <a:gd name="T0" fmla="*/ 26 w 52"/>
                      <a:gd name="T1" fmla="*/ 0 h 75"/>
                      <a:gd name="T2" fmla="*/ 0 w 52"/>
                      <a:gd name="T3" fmla="*/ 26 h 75"/>
                      <a:gd name="T4" fmla="*/ 10 w 52"/>
                      <a:gd name="T5" fmla="*/ 46 h 75"/>
                      <a:gd name="T6" fmla="*/ 10 w 52"/>
                      <a:gd name="T7" fmla="*/ 47 h 75"/>
                      <a:gd name="T8" fmla="*/ 14 w 52"/>
                      <a:gd name="T9" fmla="*/ 53 h 75"/>
                      <a:gd name="T10" fmla="*/ 14 w 52"/>
                      <a:gd name="T11" fmla="*/ 54 h 75"/>
                      <a:gd name="T12" fmla="*/ 14 w 52"/>
                      <a:gd name="T13" fmla="*/ 54 h 75"/>
                      <a:gd name="T14" fmla="*/ 18 w 52"/>
                      <a:gd name="T15" fmla="*/ 73 h 75"/>
                      <a:gd name="T16" fmla="*/ 20 w 52"/>
                      <a:gd name="T17" fmla="*/ 75 h 75"/>
                      <a:gd name="T18" fmla="*/ 32 w 52"/>
                      <a:gd name="T19" fmla="*/ 75 h 75"/>
                      <a:gd name="T20" fmla="*/ 34 w 52"/>
                      <a:gd name="T21" fmla="*/ 73 h 75"/>
                      <a:gd name="T22" fmla="*/ 38 w 52"/>
                      <a:gd name="T23" fmla="*/ 54 h 75"/>
                      <a:gd name="T24" fmla="*/ 38 w 52"/>
                      <a:gd name="T25" fmla="*/ 54 h 75"/>
                      <a:gd name="T26" fmla="*/ 38 w 52"/>
                      <a:gd name="T27" fmla="*/ 53 h 75"/>
                      <a:gd name="T28" fmla="*/ 42 w 52"/>
                      <a:gd name="T29" fmla="*/ 47 h 75"/>
                      <a:gd name="T30" fmla="*/ 42 w 52"/>
                      <a:gd name="T31" fmla="*/ 46 h 75"/>
                      <a:gd name="T32" fmla="*/ 52 w 52"/>
                      <a:gd name="T33" fmla="*/ 26 h 75"/>
                      <a:gd name="T34" fmla="*/ 26 w 52"/>
                      <a:gd name="T35" fmla="*/ 0 h 75"/>
                      <a:gd name="T36" fmla="*/ 31 w 52"/>
                      <a:gd name="T37" fmla="*/ 71 h 75"/>
                      <a:gd name="T38" fmla="*/ 21 w 52"/>
                      <a:gd name="T39" fmla="*/ 71 h 75"/>
                      <a:gd name="T40" fmla="*/ 21 w 52"/>
                      <a:gd name="T41" fmla="*/ 70 h 75"/>
                      <a:gd name="T42" fmla="*/ 31 w 52"/>
                      <a:gd name="T43" fmla="*/ 70 h 75"/>
                      <a:gd name="T44" fmla="*/ 31 w 52"/>
                      <a:gd name="T45" fmla="*/ 71 h 75"/>
                      <a:gd name="T46" fmla="*/ 32 w 52"/>
                      <a:gd name="T47" fmla="*/ 66 h 75"/>
                      <a:gd name="T48" fmla="*/ 20 w 52"/>
                      <a:gd name="T49" fmla="*/ 66 h 75"/>
                      <a:gd name="T50" fmla="*/ 20 w 52"/>
                      <a:gd name="T51" fmla="*/ 65 h 75"/>
                      <a:gd name="T52" fmla="*/ 32 w 52"/>
                      <a:gd name="T53" fmla="*/ 65 h 75"/>
                      <a:gd name="T54" fmla="*/ 32 w 52"/>
                      <a:gd name="T55" fmla="*/ 66 h 75"/>
                      <a:gd name="T56" fmla="*/ 33 w 52"/>
                      <a:gd name="T57" fmla="*/ 62 h 75"/>
                      <a:gd name="T58" fmla="*/ 19 w 52"/>
                      <a:gd name="T59" fmla="*/ 62 h 75"/>
                      <a:gd name="T60" fmla="*/ 17 w 52"/>
                      <a:gd name="T61" fmla="*/ 55 h 75"/>
                      <a:gd name="T62" fmla="*/ 35 w 52"/>
                      <a:gd name="T63" fmla="*/ 55 h 75"/>
                      <a:gd name="T64" fmla="*/ 33 w 52"/>
                      <a:gd name="T65" fmla="*/ 62 h 75"/>
                      <a:gd name="T66" fmla="*/ 40 w 52"/>
                      <a:gd name="T67" fmla="*/ 44 h 75"/>
                      <a:gd name="T68" fmla="*/ 39 w 52"/>
                      <a:gd name="T69" fmla="*/ 44 h 75"/>
                      <a:gd name="T70" fmla="*/ 35 w 52"/>
                      <a:gd name="T71" fmla="*/ 52 h 75"/>
                      <a:gd name="T72" fmla="*/ 28 w 52"/>
                      <a:gd name="T73" fmla="*/ 52 h 75"/>
                      <a:gd name="T74" fmla="*/ 28 w 52"/>
                      <a:gd name="T75" fmla="*/ 29 h 75"/>
                      <a:gd name="T76" fmla="*/ 31 w 52"/>
                      <a:gd name="T77" fmla="*/ 26 h 75"/>
                      <a:gd name="T78" fmla="*/ 33 w 52"/>
                      <a:gd name="T79" fmla="*/ 24 h 75"/>
                      <a:gd name="T80" fmla="*/ 31 w 52"/>
                      <a:gd name="T81" fmla="*/ 22 h 75"/>
                      <a:gd name="T82" fmla="*/ 26 w 52"/>
                      <a:gd name="T83" fmla="*/ 25 h 75"/>
                      <a:gd name="T84" fmla="*/ 26 w 52"/>
                      <a:gd name="T85" fmla="*/ 24 h 75"/>
                      <a:gd name="T86" fmla="*/ 21 w 52"/>
                      <a:gd name="T87" fmla="*/ 22 h 75"/>
                      <a:gd name="T88" fmla="*/ 21 w 52"/>
                      <a:gd name="T89" fmla="*/ 22 h 75"/>
                      <a:gd name="T90" fmla="*/ 19 w 52"/>
                      <a:gd name="T91" fmla="*/ 24 h 75"/>
                      <a:gd name="T92" fmla="*/ 21 w 52"/>
                      <a:gd name="T93" fmla="*/ 26 h 75"/>
                      <a:gd name="T94" fmla="*/ 21 w 52"/>
                      <a:gd name="T95" fmla="*/ 26 h 75"/>
                      <a:gd name="T96" fmla="*/ 21 w 52"/>
                      <a:gd name="T97" fmla="*/ 26 h 75"/>
                      <a:gd name="T98" fmla="*/ 23 w 52"/>
                      <a:gd name="T99" fmla="*/ 27 h 75"/>
                      <a:gd name="T100" fmla="*/ 24 w 52"/>
                      <a:gd name="T101" fmla="*/ 29 h 75"/>
                      <a:gd name="T102" fmla="*/ 24 w 52"/>
                      <a:gd name="T103" fmla="*/ 52 h 75"/>
                      <a:gd name="T104" fmla="*/ 17 w 52"/>
                      <a:gd name="T105" fmla="*/ 52 h 75"/>
                      <a:gd name="T106" fmla="*/ 13 w 52"/>
                      <a:gd name="T107" fmla="*/ 44 h 75"/>
                      <a:gd name="T108" fmla="*/ 12 w 52"/>
                      <a:gd name="T109" fmla="*/ 44 h 75"/>
                      <a:gd name="T110" fmla="*/ 3 w 52"/>
                      <a:gd name="T111" fmla="*/ 26 h 75"/>
                      <a:gd name="T112" fmla="*/ 26 w 52"/>
                      <a:gd name="T113" fmla="*/ 3 h 75"/>
                      <a:gd name="T114" fmla="*/ 49 w 52"/>
                      <a:gd name="T115" fmla="*/ 26 h 75"/>
                      <a:gd name="T116" fmla="*/ 40 w 52"/>
                      <a:gd name="T117" fmla="*/ 44 h 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52" h="75">
                        <a:moveTo>
                          <a:pt x="26" y="0"/>
                        </a:moveTo>
                        <a:cubicBezTo>
                          <a:pt x="12" y="0"/>
                          <a:pt x="0" y="11"/>
                          <a:pt x="0" y="26"/>
                        </a:cubicBezTo>
                        <a:cubicBezTo>
                          <a:pt x="0" y="34"/>
                          <a:pt x="4" y="41"/>
                          <a:pt x="10" y="46"/>
                        </a:cubicBezTo>
                        <a:cubicBezTo>
                          <a:pt x="10" y="46"/>
                          <a:pt x="10" y="47"/>
                          <a:pt x="10" y="47"/>
                        </a:cubicBezTo>
                        <a:cubicBezTo>
                          <a:pt x="10" y="47"/>
                          <a:pt x="14" y="49"/>
                          <a:pt x="14" y="53"/>
                        </a:cubicBezTo>
                        <a:cubicBezTo>
                          <a:pt x="14" y="53"/>
                          <a:pt x="14" y="54"/>
                          <a:pt x="14" y="54"/>
                        </a:cubicBezTo>
                        <a:cubicBezTo>
                          <a:pt x="14" y="54"/>
                          <a:pt x="14" y="54"/>
                          <a:pt x="14" y="54"/>
                        </a:cubicBezTo>
                        <a:cubicBezTo>
                          <a:pt x="18" y="73"/>
                          <a:pt x="18" y="73"/>
                          <a:pt x="18" y="73"/>
                        </a:cubicBezTo>
                        <a:cubicBezTo>
                          <a:pt x="18" y="74"/>
                          <a:pt x="19" y="75"/>
                          <a:pt x="20" y="75"/>
                        </a:cubicBezTo>
                        <a:cubicBezTo>
                          <a:pt x="32" y="75"/>
                          <a:pt x="32" y="75"/>
                          <a:pt x="32" y="75"/>
                        </a:cubicBezTo>
                        <a:cubicBezTo>
                          <a:pt x="33" y="75"/>
                          <a:pt x="34" y="74"/>
                          <a:pt x="34" y="73"/>
                        </a:cubicBezTo>
                        <a:cubicBezTo>
                          <a:pt x="38" y="54"/>
                          <a:pt x="38" y="54"/>
                          <a:pt x="38" y="54"/>
                        </a:cubicBezTo>
                        <a:cubicBezTo>
                          <a:pt x="38" y="54"/>
                          <a:pt x="38" y="54"/>
                          <a:pt x="38" y="54"/>
                        </a:cubicBezTo>
                        <a:cubicBezTo>
                          <a:pt x="38" y="54"/>
                          <a:pt x="38" y="53"/>
                          <a:pt x="38" y="53"/>
                        </a:cubicBezTo>
                        <a:cubicBezTo>
                          <a:pt x="38" y="49"/>
                          <a:pt x="42" y="47"/>
                          <a:pt x="42" y="47"/>
                        </a:cubicBezTo>
                        <a:cubicBezTo>
                          <a:pt x="42" y="47"/>
                          <a:pt x="42" y="47"/>
                          <a:pt x="42" y="46"/>
                        </a:cubicBezTo>
                        <a:cubicBezTo>
                          <a:pt x="48" y="41"/>
                          <a:pt x="52" y="34"/>
                          <a:pt x="52" y="26"/>
                        </a:cubicBezTo>
                        <a:cubicBezTo>
                          <a:pt x="52" y="11"/>
                          <a:pt x="40" y="0"/>
                          <a:pt x="26" y="0"/>
                        </a:cubicBezTo>
                        <a:close/>
                        <a:moveTo>
                          <a:pt x="31" y="71"/>
                        </a:moveTo>
                        <a:cubicBezTo>
                          <a:pt x="21" y="71"/>
                          <a:pt x="21" y="71"/>
                          <a:pt x="21" y="71"/>
                        </a:cubicBezTo>
                        <a:cubicBezTo>
                          <a:pt x="21" y="70"/>
                          <a:pt x="21" y="70"/>
                          <a:pt x="21" y="70"/>
                        </a:cubicBezTo>
                        <a:cubicBezTo>
                          <a:pt x="31" y="70"/>
                          <a:pt x="31" y="70"/>
                          <a:pt x="31" y="70"/>
                        </a:cubicBezTo>
                        <a:lnTo>
                          <a:pt x="31" y="71"/>
                        </a:lnTo>
                        <a:close/>
                        <a:moveTo>
                          <a:pt x="32" y="66"/>
                        </a:moveTo>
                        <a:cubicBezTo>
                          <a:pt x="20" y="66"/>
                          <a:pt x="20" y="66"/>
                          <a:pt x="20" y="66"/>
                        </a:cubicBezTo>
                        <a:cubicBezTo>
                          <a:pt x="20" y="65"/>
                          <a:pt x="20" y="65"/>
                          <a:pt x="20" y="65"/>
                        </a:cubicBezTo>
                        <a:cubicBezTo>
                          <a:pt x="32" y="65"/>
                          <a:pt x="32" y="65"/>
                          <a:pt x="32" y="65"/>
                        </a:cubicBezTo>
                        <a:lnTo>
                          <a:pt x="32" y="66"/>
                        </a:lnTo>
                        <a:close/>
                        <a:moveTo>
                          <a:pt x="33" y="62"/>
                        </a:moveTo>
                        <a:cubicBezTo>
                          <a:pt x="19" y="62"/>
                          <a:pt x="19" y="62"/>
                          <a:pt x="19" y="62"/>
                        </a:cubicBezTo>
                        <a:cubicBezTo>
                          <a:pt x="17" y="55"/>
                          <a:pt x="17" y="55"/>
                          <a:pt x="17" y="55"/>
                        </a:cubicBezTo>
                        <a:cubicBezTo>
                          <a:pt x="35" y="55"/>
                          <a:pt x="35" y="55"/>
                          <a:pt x="35" y="55"/>
                        </a:cubicBezTo>
                        <a:lnTo>
                          <a:pt x="33" y="62"/>
                        </a:lnTo>
                        <a:close/>
                        <a:moveTo>
                          <a:pt x="40" y="44"/>
                        </a:moveTo>
                        <a:cubicBezTo>
                          <a:pt x="40" y="44"/>
                          <a:pt x="39" y="44"/>
                          <a:pt x="39" y="44"/>
                        </a:cubicBezTo>
                        <a:cubicBezTo>
                          <a:pt x="38" y="45"/>
                          <a:pt x="36" y="48"/>
                          <a:pt x="35" y="52"/>
                        </a:cubicBezTo>
                        <a:cubicBezTo>
                          <a:pt x="28" y="52"/>
                          <a:pt x="28" y="52"/>
                          <a:pt x="28" y="52"/>
                        </a:cubicBezTo>
                        <a:cubicBezTo>
                          <a:pt x="28" y="29"/>
                          <a:pt x="28" y="29"/>
                          <a:pt x="28" y="29"/>
                        </a:cubicBezTo>
                        <a:cubicBezTo>
                          <a:pt x="28" y="27"/>
                          <a:pt x="29" y="26"/>
                          <a:pt x="31" y="26"/>
                        </a:cubicBezTo>
                        <a:cubicBezTo>
                          <a:pt x="32" y="26"/>
                          <a:pt x="33" y="25"/>
                          <a:pt x="33" y="24"/>
                        </a:cubicBezTo>
                        <a:cubicBezTo>
                          <a:pt x="33" y="23"/>
                          <a:pt x="32" y="22"/>
                          <a:pt x="31" y="22"/>
                        </a:cubicBezTo>
                        <a:cubicBezTo>
                          <a:pt x="29" y="22"/>
                          <a:pt x="27" y="23"/>
                          <a:pt x="26" y="25"/>
                        </a:cubicBezTo>
                        <a:cubicBezTo>
                          <a:pt x="26" y="25"/>
                          <a:pt x="26" y="24"/>
                          <a:pt x="26" y="24"/>
                        </a:cubicBezTo>
                        <a:cubicBezTo>
                          <a:pt x="24" y="23"/>
                          <a:pt x="23" y="22"/>
                          <a:pt x="21" y="22"/>
                        </a:cubicBezTo>
                        <a:cubicBezTo>
                          <a:pt x="21" y="22"/>
                          <a:pt x="21" y="22"/>
                          <a:pt x="21" y="22"/>
                        </a:cubicBezTo>
                        <a:cubicBezTo>
                          <a:pt x="20" y="22"/>
                          <a:pt x="19" y="23"/>
                          <a:pt x="19" y="24"/>
                        </a:cubicBezTo>
                        <a:cubicBezTo>
                          <a:pt x="19" y="25"/>
                          <a:pt x="20" y="26"/>
                          <a:pt x="21" y="26"/>
                        </a:cubicBezTo>
                        <a:cubicBezTo>
                          <a:pt x="21" y="26"/>
                          <a:pt x="21" y="26"/>
                          <a:pt x="21" y="26"/>
                        </a:cubicBezTo>
                        <a:cubicBezTo>
                          <a:pt x="21" y="26"/>
                          <a:pt x="21" y="26"/>
                          <a:pt x="21" y="26"/>
                        </a:cubicBezTo>
                        <a:cubicBezTo>
                          <a:pt x="22" y="26"/>
                          <a:pt x="23" y="26"/>
                          <a:pt x="23" y="27"/>
                        </a:cubicBezTo>
                        <a:cubicBezTo>
                          <a:pt x="24" y="27"/>
                          <a:pt x="24" y="28"/>
                          <a:pt x="24" y="29"/>
                        </a:cubicBezTo>
                        <a:cubicBezTo>
                          <a:pt x="24" y="52"/>
                          <a:pt x="24" y="52"/>
                          <a:pt x="24" y="52"/>
                        </a:cubicBezTo>
                        <a:cubicBezTo>
                          <a:pt x="17" y="52"/>
                          <a:pt x="17" y="52"/>
                          <a:pt x="17" y="52"/>
                        </a:cubicBezTo>
                        <a:cubicBezTo>
                          <a:pt x="16" y="48"/>
                          <a:pt x="14" y="45"/>
                          <a:pt x="13" y="44"/>
                        </a:cubicBezTo>
                        <a:cubicBezTo>
                          <a:pt x="13" y="44"/>
                          <a:pt x="12" y="44"/>
                          <a:pt x="12" y="44"/>
                        </a:cubicBezTo>
                        <a:cubicBezTo>
                          <a:pt x="6" y="40"/>
                          <a:pt x="3" y="33"/>
                          <a:pt x="3" y="26"/>
                        </a:cubicBezTo>
                        <a:cubicBezTo>
                          <a:pt x="3" y="13"/>
                          <a:pt x="13" y="3"/>
                          <a:pt x="26" y="3"/>
                        </a:cubicBezTo>
                        <a:cubicBezTo>
                          <a:pt x="39" y="3"/>
                          <a:pt x="49" y="13"/>
                          <a:pt x="49" y="26"/>
                        </a:cubicBezTo>
                        <a:cubicBezTo>
                          <a:pt x="49" y="33"/>
                          <a:pt x="46" y="40"/>
                          <a:pt x="40" y="4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39" tIns="45720" rIns="91439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1219048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9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57565A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+mn-ea"/>
                      <a:cs typeface="Helvetica" panose="020B0604020202020204" pitchFamily="34" charset="0"/>
                    </a:endParaRPr>
                  </a:p>
                </p:txBody>
              </p:sp>
              <p:sp>
                <p:nvSpPr>
                  <p:cNvPr id="74" name="Freeform 105">
                    <a:extLst>
                      <a:ext uri="{FF2B5EF4-FFF2-40B4-BE49-F238E27FC236}">
                        <a16:creationId xmlns:a16="http://schemas.microsoft.com/office/drawing/2014/main" id="{62403C92-CFF2-D921-2ACB-E78CA7DAC2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977298" y="4523296"/>
                    <a:ext cx="14022" cy="68103"/>
                  </a:xfrm>
                  <a:custGeom>
                    <a:avLst/>
                    <a:gdLst>
                      <a:gd name="T0" fmla="*/ 2 w 3"/>
                      <a:gd name="T1" fmla="*/ 14 h 14"/>
                      <a:gd name="T2" fmla="*/ 3 w 3"/>
                      <a:gd name="T3" fmla="*/ 13 h 14"/>
                      <a:gd name="T4" fmla="*/ 3 w 3"/>
                      <a:gd name="T5" fmla="*/ 2 h 14"/>
                      <a:gd name="T6" fmla="*/ 2 w 3"/>
                      <a:gd name="T7" fmla="*/ 0 h 14"/>
                      <a:gd name="T8" fmla="*/ 0 w 3"/>
                      <a:gd name="T9" fmla="*/ 2 h 14"/>
                      <a:gd name="T10" fmla="*/ 0 w 3"/>
                      <a:gd name="T11" fmla="*/ 13 h 14"/>
                      <a:gd name="T12" fmla="*/ 2 w 3"/>
                      <a:gd name="T13" fmla="*/ 14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" h="14">
                        <a:moveTo>
                          <a:pt x="2" y="14"/>
                        </a:moveTo>
                        <a:cubicBezTo>
                          <a:pt x="2" y="14"/>
                          <a:pt x="3" y="14"/>
                          <a:pt x="3" y="13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1"/>
                          <a:pt x="2" y="0"/>
                          <a:pt x="2" y="0"/>
                        </a:cubicBezTo>
                        <a:cubicBezTo>
                          <a:pt x="1" y="0"/>
                          <a:pt x="0" y="1"/>
                          <a:pt x="0" y="2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0" y="14"/>
                          <a:pt x="1" y="14"/>
                          <a:pt x="2" y="1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39" tIns="45720" rIns="91439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1219048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9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57565A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+mn-ea"/>
                      <a:cs typeface="Helvetica" panose="020B0604020202020204" pitchFamily="34" charset="0"/>
                    </a:endParaRPr>
                  </a:p>
                </p:txBody>
              </p:sp>
              <p:sp>
                <p:nvSpPr>
                  <p:cNvPr id="75" name="Freeform 106">
                    <a:extLst>
                      <a:ext uri="{FF2B5EF4-FFF2-40B4-BE49-F238E27FC236}">
                        <a16:creationId xmlns:a16="http://schemas.microsoft.com/office/drawing/2014/main" id="{3CA9B070-889A-132A-53E7-FB4A0578B2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831076" y="4585390"/>
                    <a:ext cx="52079" cy="52079"/>
                  </a:xfrm>
                  <a:custGeom>
                    <a:avLst/>
                    <a:gdLst>
                      <a:gd name="T0" fmla="*/ 8 w 11"/>
                      <a:gd name="T1" fmla="*/ 10 h 11"/>
                      <a:gd name="T2" fmla="*/ 9 w 11"/>
                      <a:gd name="T3" fmla="*/ 11 h 11"/>
                      <a:gd name="T4" fmla="*/ 10 w 11"/>
                      <a:gd name="T5" fmla="*/ 10 h 11"/>
                      <a:gd name="T6" fmla="*/ 10 w 11"/>
                      <a:gd name="T7" fmla="*/ 8 h 11"/>
                      <a:gd name="T8" fmla="*/ 3 w 11"/>
                      <a:gd name="T9" fmla="*/ 0 h 11"/>
                      <a:gd name="T10" fmla="*/ 0 w 11"/>
                      <a:gd name="T11" fmla="*/ 0 h 11"/>
                      <a:gd name="T12" fmla="*/ 0 w 11"/>
                      <a:gd name="T13" fmla="*/ 3 h 11"/>
                      <a:gd name="T14" fmla="*/ 8 w 11"/>
                      <a:gd name="T15" fmla="*/ 1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1" h="11">
                        <a:moveTo>
                          <a:pt x="8" y="10"/>
                        </a:moveTo>
                        <a:cubicBezTo>
                          <a:pt x="8" y="11"/>
                          <a:pt x="9" y="11"/>
                          <a:pt x="9" y="11"/>
                        </a:cubicBezTo>
                        <a:cubicBezTo>
                          <a:pt x="10" y="11"/>
                          <a:pt x="10" y="11"/>
                          <a:pt x="10" y="10"/>
                        </a:cubicBezTo>
                        <a:cubicBezTo>
                          <a:pt x="11" y="10"/>
                          <a:pt x="11" y="9"/>
                          <a:pt x="10" y="8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0" y="1"/>
                          <a:pt x="0" y="2"/>
                          <a:pt x="0" y="3"/>
                        </a:cubicBezTo>
                        <a:lnTo>
                          <a:pt x="8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39" tIns="45720" rIns="91439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1219048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9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57565A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+mn-ea"/>
                      <a:cs typeface="Helvetica" panose="020B0604020202020204" pitchFamily="34" charset="0"/>
                    </a:endParaRPr>
                  </a:p>
                </p:txBody>
              </p:sp>
              <p:sp>
                <p:nvSpPr>
                  <p:cNvPr id="76" name="Freeform 107">
                    <a:extLst>
                      <a:ext uri="{FF2B5EF4-FFF2-40B4-BE49-F238E27FC236}">
                        <a16:creationId xmlns:a16="http://schemas.microsoft.com/office/drawing/2014/main" id="{A7E7099D-75C5-CF3A-9EE9-24B87892E0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768981" y="4733615"/>
                    <a:ext cx="66101" cy="14022"/>
                  </a:xfrm>
                  <a:custGeom>
                    <a:avLst/>
                    <a:gdLst>
                      <a:gd name="T0" fmla="*/ 14 w 14"/>
                      <a:gd name="T1" fmla="*/ 2 h 3"/>
                      <a:gd name="T2" fmla="*/ 13 w 14"/>
                      <a:gd name="T3" fmla="*/ 0 h 3"/>
                      <a:gd name="T4" fmla="*/ 2 w 14"/>
                      <a:gd name="T5" fmla="*/ 0 h 3"/>
                      <a:gd name="T6" fmla="*/ 0 w 14"/>
                      <a:gd name="T7" fmla="*/ 2 h 3"/>
                      <a:gd name="T8" fmla="*/ 2 w 14"/>
                      <a:gd name="T9" fmla="*/ 3 h 3"/>
                      <a:gd name="T10" fmla="*/ 13 w 14"/>
                      <a:gd name="T11" fmla="*/ 3 h 3"/>
                      <a:gd name="T12" fmla="*/ 14 w 14"/>
                      <a:gd name="T13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4" h="3">
                        <a:moveTo>
                          <a:pt x="14" y="2"/>
                        </a:moveTo>
                        <a:cubicBezTo>
                          <a:pt x="14" y="1"/>
                          <a:pt x="13" y="0"/>
                          <a:pt x="13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0" y="1"/>
                          <a:pt x="0" y="2"/>
                        </a:cubicBezTo>
                        <a:cubicBezTo>
                          <a:pt x="0" y="3"/>
                          <a:pt x="1" y="3"/>
                          <a:pt x="2" y="3"/>
                        </a:cubicBezTo>
                        <a:cubicBezTo>
                          <a:pt x="13" y="3"/>
                          <a:pt x="13" y="3"/>
                          <a:pt x="13" y="3"/>
                        </a:cubicBezTo>
                        <a:cubicBezTo>
                          <a:pt x="13" y="3"/>
                          <a:pt x="14" y="3"/>
                          <a:pt x="14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39" tIns="45720" rIns="91439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1219048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9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57565A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+mn-ea"/>
                      <a:cs typeface="Helvetica" panose="020B0604020202020204" pitchFamily="34" charset="0"/>
                    </a:endParaRPr>
                  </a:p>
                </p:txBody>
              </p:sp>
              <p:sp>
                <p:nvSpPr>
                  <p:cNvPr id="77" name="Freeform 108">
                    <a:extLst>
                      <a:ext uri="{FF2B5EF4-FFF2-40B4-BE49-F238E27FC236}">
                        <a16:creationId xmlns:a16="http://schemas.microsoft.com/office/drawing/2014/main" id="{F395F5E0-4E3E-2817-63EA-BE646CE662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831076" y="4841779"/>
                    <a:ext cx="52079" cy="52079"/>
                  </a:xfrm>
                  <a:custGeom>
                    <a:avLst/>
                    <a:gdLst>
                      <a:gd name="T0" fmla="*/ 8 w 11"/>
                      <a:gd name="T1" fmla="*/ 1 h 11"/>
                      <a:gd name="T2" fmla="*/ 0 w 11"/>
                      <a:gd name="T3" fmla="*/ 9 h 11"/>
                      <a:gd name="T4" fmla="*/ 0 w 11"/>
                      <a:gd name="T5" fmla="*/ 11 h 11"/>
                      <a:gd name="T6" fmla="*/ 1 w 11"/>
                      <a:gd name="T7" fmla="*/ 11 h 11"/>
                      <a:gd name="T8" fmla="*/ 3 w 11"/>
                      <a:gd name="T9" fmla="*/ 11 h 11"/>
                      <a:gd name="T10" fmla="*/ 10 w 11"/>
                      <a:gd name="T11" fmla="*/ 3 h 11"/>
                      <a:gd name="T12" fmla="*/ 10 w 11"/>
                      <a:gd name="T13" fmla="*/ 1 h 11"/>
                      <a:gd name="T14" fmla="*/ 8 w 11"/>
                      <a:gd name="T15" fmla="*/ 1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1" h="11">
                        <a:moveTo>
                          <a:pt x="8" y="1"/>
                        </a:moveTo>
                        <a:cubicBezTo>
                          <a:pt x="0" y="9"/>
                          <a:pt x="0" y="9"/>
                          <a:pt x="0" y="9"/>
                        </a:cubicBezTo>
                        <a:cubicBezTo>
                          <a:pt x="0" y="9"/>
                          <a:pt x="0" y="10"/>
                          <a:pt x="0" y="11"/>
                        </a:cubicBezTo>
                        <a:cubicBezTo>
                          <a:pt x="1" y="11"/>
                          <a:pt x="1" y="11"/>
                          <a:pt x="1" y="11"/>
                        </a:cubicBezTo>
                        <a:cubicBezTo>
                          <a:pt x="2" y="11"/>
                          <a:pt x="2" y="11"/>
                          <a:pt x="3" y="11"/>
                        </a:cubicBezTo>
                        <a:cubicBezTo>
                          <a:pt x="10" y="3"/>
                          <a:pt x="10" y="3"/>
                          <a:pt x="10" y="3"/>
                        </a:cubicBezTo>
                        <a:cubicBezTo>
                          <a:pt x="11" y="3"/>
                          <a:pt x="11" y="1"/>
                          <a:pt x="10" y="1"/>
                        </a:cubicBezTo>
                        <a:cubicBezTo>
                          <a:pt x="10" y="0"/>
                          <a:pt x="9" y="0"/>
                          <a:pt x="8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39" tIns="45720" rIns="91439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1219048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9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57565A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+mn-ea"/>
                      <a:cs typeface="Helvetica" panose="020B0604020202020204" pitchFamily="34" charset="0"/>
                    </a:endParaRPr>
                  </a:p>
                </p:txBody>
              </p:sp>
              <p:sp>
                <p:nvSpPr>
                  <p:cNvPr id="78" name="Freeform 109">
                    <a:extLst>
                      <a:ext uri="{FF2B5EF4-FFF2-40B4-BE49-F238E27FC236}">
                        <a16:creationId xmlns:a16="http://schemas.microsoft.com/office/drawing/2014/main" id="{B53F24D4-3F9B-57E4-B5C5-E734C2FE10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087466" y="4851795"/>
                    <a:ext cx="56085" cy="52079"/>
                  </a:xfrm>
                  <a:custGeom>
                    <a:avLst/>
                    <a:gdLst>
                      <a:gd name="T0" fmla="*/ 3 w 12"/>
                      <a:gd name="T1" fmla="*/ 0 h 11"/>
                      <a:gd name="T2" fmla="*/ 1 w 12"/>
                      <a:gd name="T3" fmla="*/ 0 h 11"/>
                      <a:gd name="T4" fmla="*/ 1 w 12"/>
                      <a:gd name="T5" fmla="*/ 3 h 11"/>
                      <a:gd name="T6" fmla="*/ 9 w 12"/>
                      <a:gd name="T7" fmla="*/ 10 h 11"/>
                      <a:gd name="T8" fmla="*/ 10 w 12"/>
                      <a:gd name="T9" fmla="*/ 11 h 11"/>
                      <a:gd name="T10" fmla="*/ 11 w 12"/>
                      <a:gd name="T11" fmla="*/ 10 h 11"/>
                      <a:gd name="T12" fmla="*/ 11 w 12"/>
                      <a:gd name="T13" fmla="*/ 8 h 11"/>
                      <a:gd name="T14" fmla="*/ 3 w 12"/>
                      <a:gd name="T15" fmla="*/ 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" h="11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1" y="3"/>
                        </a:cubicBez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9" y="11"/>
                          <a:pt x="9" y="11"/>
                          <a:pt x="10" y="11"/>
                        </a:cubicBezTo>
                        <a:cubicBezTo>
                          <a:pt x="10" y="11"/>
                          <a:pt x="11" y="11"/>
                          <a:pt x="11" y="10"/>
                        </a:cubicBezTo>
                        <a:cubicBezTo>
                          <a:pt x="12" y="10"/>
                          <a:pt x="12" y="9"/>
                          <a:pt x="11" y="8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39" tIns="45720" rIns="91439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1219048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9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57565A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+mn-ea"/>
                      <a:cs typeface="Helvetica" panose="020B0604020202020204" pitchFamily="34" charset="0"/>
                    </a:endParaRPr>
                  </a:p>
                </p:txBody>
              </p:sp>
              <p:sp>
                <p:nvSpPr>
                  <p:cNvPr id="79" name="Freeform 110">
                    <a:extLst>
                      <a:ext uri="{FF2B5EF4-FFF2-40B4-BE49-F238E27FC236}">
                        <a16:creationId xmlns:a16="http://schemas.microsoft.com/office/drawing/2014/main" id="{CE22CAF4-4C3E-FFFD-0D58-9885C5E07E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133535" y="4733615"/>
                    <a:ext cx="66101" cy="14022"/>
                  </a:xfrm>
                  <a:custGeom>
                    <a:avLst/>
                    <a:gdLst>
                      <a:gd name="T0" fmla="*/ 13 w 14"/>
                      <a:gd name="T1" fmla="*/ 0 h 3"/>
                      <a:gd name="T2" fmla="*/ 2 w 14"/>
                      <a:gd name="T3" fmla="*/ 0 h 3"/>
                      <a:gd name="T4" fmla="*/ 0 w 14"/>
                      <a:gd name="T5" fmla="*/ 2 h 3"/>
                      <a:gd name="T6" fmla="*/ 2 w 14"/>
                      <a:gd name="T7" fmla="*/ 3 h 3"/>
                      <a:gd name="T8" fmla="*/ 13 w 14"/>
                      <a:gd name="T9" fmla="*/ 3 h 3"/>
                      <a:gd name="T10" fmla="*/ 14 w 14"/>
                      <a:gd name="T11" fmla="*/ 2 h 3"/>
                      <a:gd name="T12" fmla="*/ 13 w 14"/>
                      <a:gd name="T1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4" h="3">
                        <a:moveTo>
                          <a:pt x="13" y="0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0" y="1"/>
                          <a:pt x="0" y="2"/>
                        </a:cubicBezTo>
                        <a:cubicBezTo>
                          <a:pt x="0" y="3"/>
                          <a:pt x="1" y="3"/>
                          <a:pt x="2" y="3"/>
                        </a:cubicBezTo>
                        <a:cubicBezTo>
                          <a:pt x="13" y="3"/>
                          <a:pt x="13" y="3"/>
                          <a:pt x="13" y="3"/>
                        </a:cubicBezTo>
                        <a:cubicBezTo>
                          <a:pt x="14" y="3"/>
                          <a:pt x="14" y="3"/>
                          <a:pt x="14" y="2"/>
                        </a:cubicBezTo>
                        <a:cubicBezTo>
                          <a:pt x="14" y="1"/>
                          <a:pt x="14" y="0"/>
                          <a:pt x="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39" tIns="45720" rIns="91439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1219048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9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57565A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+mn-ea"/>
                      <a:cs typeface="Helvetica" panose="020B0604020202020204" pitchFamily="34" charset="0"/>
                    </a:endParaRPr>
                  </a:p>
                </p:txBody>
              </p:sp>
              <p:sp>
                <p:nvSpPr>
                  <p:cNvPr id="80" name="Freeform 111">
                    <a:extLst>
                      <a:ext uri="{FF2B5EF4-FFF2-40B4-BE49-F238E27FC236}">
                        <a16:creationId xmlns:a16="http://schemas.microsoft.com/office/drawing/2014/main" id="{18016032-D054-A447-B4BA-D1F6773AD8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087466" y="4585390"/>
                    <a:ext cx="56085" cy="52079"/>
                  </a:xfrm>
                  <a:custGeom>
                    <a:avLst/>
                    <a:gdLst>
                      <a:gd name="T0" fmla="*/ 2 w 12"/>
                      <a:gd name="T1" fmla="*/ 11 h 11"/>
                      <a:gd name="T2" fmla="*/ 3 w 12"/>
                      <a:gd name="T3" fmla="*/ 10 h 11"/>
                      <a:gd name="T4" fmla="*/ 11 w 12"/>
                      <a:gd name="T5" fmla="*/ 3 h 11"/>
                      <a:gd name="T6" fmla="*/ 11 w 12"/>
                      <a:gd name="T7" fmla="*/ 0 h 11"/>
                      <a:gd name="T8" fmla="*/ 9 w 12"/>
                      <a:gd name="T9" fmla="*/ 0 h 11"/>
                      <a:gd name="T10" fmla="*/ 1 w 12"/>
                      <a:gd name="T11" fmla="*/ 8 h 11"/>
                      <a:gd name="T12" fmla="*/ 1 w 12"/>
                      <a:gd name="T13" fmla="*/ 10 h 11"/>
                      <a:gd name="T14" fmla="*/ 2 w 12"/>
                      <a:gd name="T15" fmla="*/ 11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" h="11">
                        <a:moveTo>
                          <a:pt x="2" y="11"/>
                        </a:moveTo>
                        <a:cubicBezTo>
                          <a:pt x="2" y="11"/>
                          <a:pt x="3" y="11"/>
                          <a:pt x="3" y="10"/>
                        </a:cubicBez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2" y="2"/>
                          <a:pt x="12" y="1"/>
                          <a:pt x="11" y="0"/>
                        </a:cubicBezTo>
                        <a:cubicBezTo>
                          <a:pt x="10" y="0"/>
                          <a:pt x="9" y="0"/>
                          <a:pt x="9" y="0"/>
                        </a:cubicBezTo>
                        <a:cubicBezTo>
                          <a:pt x="1" y="8"/>
                          <a:pt x="1" y="8"/>
                          <a:pt x="1" y="8"/>
                        </a:cubicBezTo>
                        <a:cubicBezTo>
                          <a:pt x="0" y="9"/>
                          <a:pt x="0" y="10"/>
                          <a:pt x="1" y="10"/>
                        </a:cubicBezTo>
                        <a:cubicBezTo>
                          <a:pt x="1" y="11"/>
                          <a:pt x="2" y="11"/>
                          <a:pt x="2" y="1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39" tIns="45720" rIns="91439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1219048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9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57565A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+mn-ea"/>
                      <a:cs typeface="Helvetica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3A640A86-46B8-ADE9-4906-2AEDB3CEFF29}"/>
                  </a:ext>
                </a:extLst>
              </p:cNvPr>
              <p:cNvGrpSpPr/>
              <p:nvPr/>
            </p:nvGrpSpPr>
            <p:grpSpPr>
              <a:xfrm>
                <a:off x="7630525" y="2125307"/>
                <a:ext cx="533161" cy="534273"/>
                <a:chOff x="8361790" y="358187"/>
                <a:chExt cx="474678" cy="474677"/>
              </a:xfrm>
            </p:grpSpPr>
            <p:sp>
              <p:nvSpPr>
                <p:cNvPr id="69" name="Freeform 122">
                  <a:extLst>
                    <a:ext uri="{FF2B5EF4-FFF2-40B4-BE49-F238E27FC236}">
                      <a16:creationId xmlns:a16="http://schemas.microsoft.com/office/drawing/2014/main" id="{A6D99E22-429D-26CC-45FB-62B7D7F2195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361790" y="358187"/>
                  <a:ext cx="474678" cy="474677"/>
                </a:xfrm>
                <a:custGeom>
                  <a:avLst/>
                  <a:gdLst>
                    <a:gd name="connsiteX0" fmla="*/ 0 w 852383"/>
                    <a:gd name="connsiteY0" fmla="*/ 426192 h 852383"/>
                    <a:gd name="connsiteX1" fmla="*/ 124829 w 852383"/>
                    <a:gd name="connsiteY1" fmla="*/ 124829 h 852383"/>
                    <a:gd name="connsiteX2" fmla="*/ 426193 w 852383"/>
                    <a:gd name="connsiteY2" fmla="*/ 1 h 852383"/>
                    <a:gd name="connsiteX3" fmla="*/ 727556 w 852383"/>
                    <a:gd name="connsiteY3" fmla="*/ 124830 h 852383"/>
                    <a:gd name="connsiteX4" fmla="*/ 852384 w 852383"/>
                    <a:gd name="connsiteY4" fmla="*/ 426194 h 852383"/>
                    <a:gd name="connsiteX5" fmla="*/ 727555 w 852383"/>
                    <a:gd name="connsiteY5" fmla="*/ 727557 h 852383"/>
                    <a:gd name="connsiteX6" fmla="*/ 426192 w 852383"/>
                    <a:gd name="connsiteY6" fmla="*/ 852386 h 852383"/>
                    <a:gd name="connsiteX7" fmla="*/ 124829 w 852383"/>
                    <a:gd name="connsiteY7" fmla="*/ 727557 h 852383"/>
                    <a:gd name="connsiteX8" fmla="*/ 1 w 852383"/>
                    <a:gd name="connsiteY8" fmla="*/ 426194 h 852383"/>
                    <a:gd name="connsiteX9" fmla="*/ 0 w 852383"/>
                    <a:gd name="connsiteY9" fmla="*/ 426192 h 8523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52383" h="852383">
                      <a:moveTo>
                        <a:pt x="0" y="426192"/>
                      </a:moveTo>
                      <a:cubicBezTo>
                        <a:pt x="0" y="313159"/>
                        <a:pt x="44903" y="204755"/>
                        <a:pt x="124829" y="124829"/>
                      </a:cubicBezTo>
                      <a:cubicBezTo>
                        <a:pt x="204756" y="44903"/>
                        <a:pt x="313159" y="0"/>
                        <a:pt x="426193" y="1"/>
                      </a:cubicBezTo>
                      <a:cubicBezTo>
                        <a:pt x="539226" y="1"/>
                        <a:pt x="647630" y="44904"/>
                        <a:pt x="727556" y="124830"/>
                      </a:cubicBezTo>
                      <a:cubicBezTo>
                        <a:pt x="807482" y="204757"/>
                        <a:pt x="852385" y="313160"/>
                        <a:pt x="852384" y="426194"/>
                      </a:cubicBezTo>
                      <a:cubicBezTo>
                        <a:pt x="852384" y="539227"/>
                        <a:pt x="807482" y="647631"/>
                        <a:pt x="727555" y="727557"/>
                      </a:cubicBezTo>
                      <a:cubicBezTo>
                        <a:pt x="647628" y="807484"/>
                        <a:pt x="539225" y="852386"/>
                        <a:pt x="426192" y="852386"/>
                      </a:cubicBezTo>
                      <a:cubicBezTo>
                        <a:pt x="313159" y="852386"/>
                        <a:pt x="204755" y="807484"/>
                        <a:pt x="124829" y="727557"/>
                      </a:cubicBezTo>
                      <a:cubicBezTo>
                        <a:pt x="44903" y="647630"/>
                        <a:pt x="0" y="539227"/>
                        <a:pt x="1" y="426194"/>
                      </a:cubicBezTo>
                      <a:cubicBezTo>
                        <a:pt x="1" y="426193"/>
                        <a:pt x="0" y="426193"/>
                        <a:pt x="0" y="426192"/>
                      </a:cubicBezTo>
                      <a:close/>
                    </a:path>
                  </a:pathLst>
                </a:custGeom>
                <a:solidFill>
                  <a:srgbClr val="00206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spcFirstLastPara="0" vert="horz" wrap="square" lIns="148957" tIns="148957" rIns="148957" bIns="148957" numCol="1" spcCol="1270" anchor="ctr" anchorCtr="0">
                  <a:noAutofit/>
                </a:bodyPr>
                <a:lstStyle/>
                <a:p>
                  <a:pPr marL="0" marR="0" lvl="0" indent="0" algn="ctr" defTabSz="844466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70" name="Freeform 123">
                  <a:extLst>
                    <a:ext uri="{FF2B5EF4-FFF2-40B4-BE49-F238E27FC236}">
                      <a16:creationId xmlns:a16="http://schemas.microsoft.com/office/drawing/2014/main" id="{4598F997-18F1-46DC-8AA9-E0F80614C64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1509" y="470290"/>
                  <a:ext cx="275239" cy="276149"/>
                </a:xfrm>
                <a:custGeom>
                  <a:avLst/>
                  <a:gdLst>
                    <a:gd name="T0" fmla="*/ 529 w 676"/>
                    <a:gd name="T1" fmla="*/ 279 h 678"/>
                    <a:gd name="T2" fmla="*/ 431 w 676"/>
                    <a:gd name="T3" fmla="*/ 293 h 678"/>
                    <a:gd name="T4" fmla="*/ 409 w 676"/>
                    <a:gd name="T5" fmla="*/ 210 h 678"/>
                    <a:gd name="T6" fmla="*/ 367 w 676"/>
                    <a:gd name="T7" fmla="*/ 125 h 678"/>
                    <a:gd name="T8" fmla="*/ 401 w 676"/>
                    <a:gd name="T9" fmla="*/ 58 h 678"/>
                    <a:gd name="T10" fmla="*/ 504 w 676"/>
                    <a:gd name="T11" fmla="*/ 6 h 678"/>
                    <a:gd name="T12" fmla="*/ 579 w 676"/>
                    <a:gd name="T13" fmla="*/ 18 h 678"/>
                    <a:gd name="T14" fmla="*/ 659 w 676"/>
                    <a:gd name="T15" fmla="*/ 100 h 678"/>
                    <a:gd name="T16" fmla="*/ 676 w 676"/>
                    <a:gd name="T17" fmla="*/ 169 h 678"/>
                    <a:gd name="T18" fmla="*/ 605 w 676"/>
                    <a:gd name="T19" fmla="*/ 241 h 678"/>
                    <a:gd name="T20" fmla="*/ 558 w 676"/>
                    <a:gd name="T21" fmla="*/ 314 h 678"/>
                    <a:gd name="T22" fmla="*/ 539 w 676"/>
                    <a:gd name="T23" fmla="*/ 267 h 678"/>
                    <a:gd name="T24" fmla="*/ 590 w 676"/>
                    <a:gd name="T25" fmla="*/ 242 h 678"/>
                    <a:gd name="T26" fmla="*/ 626 w 676"/>
                    <a:gd name="T27" fmla="*/ 172 h 678"/>
                    <a:gd name="T28" fmla="*/ 655 w 676"/>
                    <a:gd name="T29" fmla="*/ 114 h 678"/>
                    <a:gd name="T30" fmla="*/ 566 w 676"/>
                    <a:gd name="T31" fmla="*/ 67 h 678"/>
                    <a:gd name="T32" fmla="*/ 517 w 676"/>
                    <a:gd name="T33" fmla="*/ 15 h 678"/>
                    <a:gd name="T34" fmla="*/ 500 w 676"/>
                    <a:gd name="T35" fmla="*/ 56 h 678"/>
                    <a:gd name="T36" fmla="*/ 401 w 676"/>
                    <a:gd name="T37" fmla="*/ 73 h 678"/>
                    <a:gd name="T38" fmla="*/ 413 w 676"/>
                    <a:gd name="T39" fmla="*/ 144 h 678"/>
                    <a:gd name="T40" fmla="*/ 422 w 676"/>
                    <a:gd name="T41" fmla="*/ 215 h 678"/>
                    <a:gd name="T42" fmla="*/ 463 w 676"/>
                    <a:gd name="T43" fmla="*/ 255 h 678"/>
                    <a:gd name="T44" fmla="*/ 532 w 676"/>
                    <a:gd name="T45" fmla="*/ 264 h 678"/>
                    <a:gd name="T46" fmla="*/ 478 w 676"/>
                    <a:gd name="T47" fmla="*/ 160 h 678"/>
                    <a:gd name="T48" fmla="*/ 517 w 676"/>
                    <a:gd name="T49" fmla="*/ 199 h 678"/>
                    <a:gd name="T50" fmla="*/ 517 w 676"/>
                    <a:gd name="T51" fmla="*/ 185 h 678"/>
                    <a:gd name="T52" fmla="*/ 258 w 676"/>
                    <a:gd name="T53" fmla="*/ 678 h 678"/>
                    <a:gd name="T54" fmla="*/ 233 w 676"/>
                    <a:gd name="T55" fmla="*/ 615 h 678"/>
                    <a:gd name="T56" fmla="*/ 105 w 676"/>
                    <a:gd name="T57" fmla="*/ 628 h 678"/>
                    <a:gd name="T58" fmla="*/ 90 w 676"/>
                    <a:gd name="T59" fmla="*/ 522 h 678"/>
                    <a:gd name="T60" fmla="*/ 0 w 676"/>
                    <a:gd name="T61" fmla="*/ 424 h 678"/>
                    <a:gd name="T62" fmla="*/ 14 w 676"/>
                    <a:gd name="T63" fmla="*/ 350 h 678"/>
                    <a:gd name="T64" fmla="*/ 91 w 676"/>
                    <a:gd name="T65" fmla="*/ 229 h 678"/>
                    <a:gd name="T66" fmla="*/ 159 w 676"/>
                    <a:gd name="T67" fmla="*/ 185 h 678"/>
                    <a:gd name="T68" fmla="*/ 276 w 676"/>
                    <a:gd name="T69" fmla="*/ 222 h 678"/>
                    <a:gd name="T70" fmla="*/ 378 w 676"/>
                    <a:gd name="T71" fmla="*/ 190 h 678"/>
                    <a:gd name="T72" fmla="*/ 423 w 676"/>
                    <a:gd name="T73" fmla="*/ 310 h 678"/>
                    <a:gd name="T74" fmla="*/ 513 w 676"/>
                    <a:gd name="T75" fmla="*/ 370 h 678"/>
                    <a:gd name="T76" fmla="*/ 456 w 676"/>
                    <a:gd name="T77" fmla="*/ 419 h 678"/>
                    <a:gd name="T78" fmla="*/ 494 w 676"/>
                    <a:gd name="T79" fmla="*/ 527 h 678"/>
                    <a:gd name="T80" fmla="*/ 393 w 676"/>
                    <a:gd name="T81" fmla="*/ 564 h 678"/>
                    <a:gd name="T82" fmla="*/ 325 w 676"/>
                    <a:gd name="T83" fmla="*/ 669 h 678"/>
                    <a:gd name="T84" fmla="*/ 165 w 676"/>
                    <a:gd name="T85" fmla="*/ 577 h 678"/>
                    <a:gd name="T86" fmla="*/ 261 w 676"/>
                    <a:gd name="T87" fmla="*/ 664 h 678"/>
                    <a:gd name="T88" fmla="*/ 323 w 676"/>
                    <a:gd name="T89" fmla="*/ 591 h 678"/>
                    <a:gd name="T90" fmla="*/ 449 w 676"/>
                    <a:gd name="T91" fmla="*/ 573 h 678"/>
                    <a:gd name="T92" fmla="*/ 432 w 676"/>
                    <a:gd name="T93" fmla="*/ 479 h 678"/>
                    <a:gd name="T94" fmla="*/ 445 w 676"/>
                    <a:gd name="T95" fmla="*/ 396 h 678"/>
                    <a:gd name="T96" fmla="*/ 421 w 676"/>
                    <a:gd name="T97" fmla="*/ 325 h 678"/>
                    <a:gd name="T98" fmla="*/ 356 w 676"/>
                    <a:gd name="T99" fmla="*/ 258 h 678"/>
                    <a:gd name="T100" fmla="*/ 286 w 676"/>
                    <a:gd name="T101" fmla="*/ 233 h 678"/>
                    <a:gd name="T102" fmla="*/ 199 w 676"/>
                    <a:gd name="T103" fmla="*/ 245 h 678"/>
                    <a:gd name="T104" fmla="*/ 106 w 676"/>
                    <a:gd name="T105" fmla="*/ 228 h 678"/>
                    <a:gd name="T106" fmla="*/ 85 w 676"/>
                    <a:gd name="T107" fmla="*/ 357 h 678"/>
                    <a:gd name="T108" fmla="*/ 14 w 676"/>
                    <a:gd name="T109" fmla="*/ 419 h 678"/>
                    <a:gd name="T110" fmla="*/ 104 w 676"/>
                    <a:gd name="T111" fmla="*/ 519 h 678"/>
                    <a:gd name="T112" fmla="*/ 109 w 676"/>
                    <a:gd name="T113" fmla="*/ 613 h 678"/>
                    <a:gd name="T114" fmla="*/ 258 w 676"/>
                    <a:gd name="T115" fmla="*/ 484 h 678"/>
                    <a:gd name="T116" fmla="*/ 323 w 676"/>
                    <a:gd name="T117" fmla="*/ 419 h 678"/>
                    <a:gd name="T118" fmla="*/ 207 w 676"/>
                    <a:gd name="T119" fmla="*/ 419 h 678"/>
                    <a:gd name="T120" fmla="*/ 258 w 676"/>
                    <a:gd name="T121" fmla="*/ 368 h 6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76" h="678">
                      <a:moveTo>
                        <a:pt x="556" y="314"/>
                      </a:moveTo>
                      <a:cubicBezTo>
                        <a:pt x="554" y="314"/>
                        <a:pt x="551" y="313"/>
                        <a:pt x="550" y="311"/>
                      </a:cubicBezTo>
                      <a:cubicBezTo>
                        <a:pt x="529" y="279"/>
                        <a:pt x="529" y="279"/>
                        <a:pt x="529" y="279"/>
                      </a:cubicBezTo>
                      <a:cubicBezTo>
                        <a:pt x="508" y="281"/>
                        <a:pt x="488" y="277"/>
                        <a:pt x="468" y="269"/>
                      </a:cubicBezTo>
                      <a:cubicBezTo>
                        <a:pt x="439" y="293"/>
                        <a:pt x="439" y="293"/>
                        <a:pt x="439" y="293"/>
                      </a:cubicBezTo>
                      <a:cubicBezTo>
                        <a:pt x="437" y="295"/>
                        <a:pt x="433" y="295"/>
                        <a:pt x="431" y="293"/>
                      </a:cubicBezTo>
                      <a:cubicBezTo>
                        <a:pt x="412" y="281"/>
                        <a:pt x="397" y="266"/>
                        <a:pt x="385" y="248"/>
                      </a:cubicBezTo>
                      <a:cubicBezTo>
                        <a:pt x="383" y="245"/>
                        <a:pt x="383" y="242"/>
                        <a:pt x="385" y="239"/>
                      </a:cubicBezTo>
                      <a:cubicBezTo>
                        <a:pt x="409" y="210"/>
                        <a:pt x="409" y="210"/>
                        <a:pt x="409" y="210"/>
                      </a:cubicBezTo>
                      <a:cubicBezTo>
                        <a:pt x="401" y="194"/>
                        <a:pt x="398" y="177"/>
                        <a:pt x="398" y="160"/>
                      </a:cubicBezTo>
                      <a:cubicBezTo>
                        <a:pt x="398" y="155"/>
                        <a:pt x="398" y="151"/>
                        <a:pt x="398" y="146"/>
                      </a:cubicBezTo>
                      <a:cubicBezTo>
                        <a:pt x="367" y="125"/>
                        <a:pt x="367" y="125"/>
                        <a:pt x="367" y="125"/>
                      </a:cubicBezTo>
                      <a:cubicBezTo>
                        <a:pt x="364" y="124"/>
                        <a:pt x="363" y="120"/>
                        <a:pt x="364" y="117"/>
                      </a:cubicBezTo>
                      <a:cubicBezTo>
                        <a:pt x="370" y="96"/>
                        <a:pt x="380" y="77"/>
                        <a:pt x="393" y="60"/>
                      </a:cubicBezTo>
                      <a:cubicBezTo>
                        <a:pt x="395" y="57"/>
                        <a:pt x="399" y="57"/>
                        <a:pt x="401" y="58"/>
                      </a:cubicBezTo>
                      <a:cubicBezTo>
                        <a:pt x="437" y="71"/>
                        <a:pt x="437" y="71"/>
                        <a:pt x="437" y="71"/>
                      </a:cubicBezTo>
                      <a:cubicBezTo>
                        <a:pt x="453" y="57"/>
                        <a:pt x="472" y="47"/>
                        <a:pt x="494" y="43"/>
                      </a:cubicBezTo>
                      <a:cubicBezTo>
                        <a:pt x="504" y="6"/>
                        <a:pt x="504" y="6"/>
                        <a:pt x="504" y="6"/>
                      </a:cubicBezTo>
                      <a:cubicBezTo>
                        <a:pt x="505" y="3"/>
                        <a:pt x="507" y="1"/>
                        <a:pt x="510" y="1"/>
                      </a:cubicBezTo>
                      <a:cubicBezTo>
                        <a:pt x="532" y="0"/>
                        <a:pt x="554" y="4"/>
                        <a:pt x="574" y="11"/>
                      </a:cubicBezTo>
                      <a:cubicBezTo>
                        <a:pt x="577" y="12"/>
                        <a:pt x="579" y="15"/>
                        <a:pt x="579" y="18"/>
                      </a:cubicBezTo>
                      <a:cubicBezTo>
                        <a:pt x="577" y="56"/>
                        <a:pt x="577" y="56"/>
                        <a:pt x="577" y="56"/>
                      </a:cubicBezTo>
                      <a:cubicBezTo>
                        <a:pt x="596" y="67"/>
                        <a:pt x="611" y="83"/>
                        <a:pt x="621" y="102"/>
                      </a:cubicBezTo>
                      <a:cubicBezTo>
                        <a:pt x="659" y="100"/>
                        <a:pt x="659" y="100"/>
                        <a:pt x="659" y="100"/>
                      </a:cubicBezTo>
                      <a:cubicBezTo>
                        <a:pt x="662" y="100"/>
                        <a:pt x="665" y="102"/>
                        <a:pt x="666" y="105"/>
                      </a:cubicBezTo>
                      <a:cubicBezTo>
                        <a:pt x="673" y="122"/>
                        <a:pt x="676" y="141"/>
                        <a:pt x="676" y="160"/>
                      </a:cubicBezTo>
                      <a:cubicBezTo>
                        <a:pt x="676" y="163"/>
                        <a:pt x="676" y="166"/>
                        <a:pt x="676" y="169"/>
                      </a:cubicBezTo>
                      <a:cubicBezTo>
                        <a:pt x="676" y="172"/>
                        <a:pt x="674" y="174"/>
                        <a:pt x="671" y="175"/>
                      </a:cubicBezTo>
                      <a:cubicBezTo>
                        <a:pt x="634" y="185"/>
                        <a:pt x="634" y="185"/>
                        <a:pt x="634" y="185"/>
                      </a:cubicBezTo>
                      <a:cubicBezTo>
                        <a:pt x="629" y="206"/>
                        <a:pt x="619" y="225"/>
                        <a:pt x="605" y="241"/>
                      </a:cubicBezTo>
                      <a:cubicBezTo>
                        <a:pt x="618" y="277"/>
                        <a:pt x="618" y="277"/>
                        <a:pt x="618" y="277"/>
                      </a:cubicBezTo>
                      <a:cubicBezTo>
                        <a:pt x="619" y="279"/>
                        <a:pt x="618" y="283"/>
                        <a:pt x="616" y="284"/>
                      </a:cubicBezTo>
                      <a:cubicBezTo>
                        <a:pt x="598" y="298"/>
                        <a:pt x="579" y="308"/>
                        <a:pt x="558" y="314"/>
                      </a:cubicBezTo>
                      <a:cubicBezTo>
                        <a:pt x="557" y="314"/>
                        <a:pt x="557" y="314"/>
                        <a:pt x="556" y="314"/>
                      </a:cubicBezTo>
                      <a:close/>
                      <a:moveTo>
                        <a:pt x="533" y="264"/>
                      </a:moveTo>
                      <a:cubicBezTo>
                        <a:pt x="535" y="264"/>
                        <a:pt x="538" y="265"/>
                        <a:pt x="539" y="267"/>
                      </a:cubicBezTo>
                      <a:cubicBezTo>
                        <a:pt x="559" y="299"/>
                        <a:pt x="559" y="299"/>
                        <a:pt x="559" y="299"/>
                      </a:cubicBezTo>
                      <a:cubicBezTo>
                        <a:pt x="575" y="294"/>
                        <a:pt x="590" y="286"/>
                        <a:pt x="603" y="277"/>
                      </a:cubicBezTo>
                      <a:cubicBezTo>
                        <a:pt x="590" y="242"/>
                        <a:pt x="590" y="242"/>
                        <a:pt x="590" y="242"/>
                      </a:cubicBezTo>
                      <a:cubicBezTo>
                        <a:pt x="589" y="239"/>
                        <a:pt x="590" y="236"/>
                        <a:pt x="592" y="234"/>
                      </a:cubicBezTo>
                      <a:cubicBezTo>
                        <a:pt x="607" y="219"/>
                        <a:pt x="617" y="199"/>
                        <a:pt x="621" y="178"/>
                      </a:cubicBezTo>
                      <a:cubicBezTo>
                        <a:pt x="621" y="175"/>
                        <a:pt x="623" y="173"/>
                        <a:pt x="626" y="172"/>
                      </a:cubicBezTo>
                      <a:cubicBezTo>
                        <a:pt x="662" y="163"/>
                        <a:pt x="662" y="163"/>
                        <a:pt x="662" y="163"/>
                      </a:cubicBezTo>
                      <a:cubicBezTo>
                        <a:pt x="662" y="162"/>
                        <a:pt x="662" y="161"/>
                        <a:pt x="662" y="160"/>
                      </a:cubicBezTo>
                      <a:cubicBezTo>
                        <a:pt x="662" y="144"/>
                        <a:pt x="660" y="129"/>
                        <a:pt x="655" y="114"/>
                      </a:cubicBezTo>
                      <a:cubicBezTo>
                        <a:pt x="618" y="116"/>
                        <a:pt x="618" y="116"/>
                        <a:pt x="618" y="116"/>
                      </a:cubicBezTo>
                      <a:cubicBezTo>
                        <a:pt x="615" y="116"/>
                        <a:pt x="612" y="114"/>
                        <a:pt x="611" y="112"/>
                      </a:cubicBezTo>
                      <a:cubicBezTo>
                        <a:pt x="601" y="92"/>
                        <a:pt x="586" y="77"/>
                        <a:pt x="566" y="67"/>
                      </a:cubicBezTo>
                      <a:cubicBezTo>
                        <a:pt x="564" y="65"/>
                        <a:pt x="562" y="63"/>
                        <a:pt x="563" y="60"/>
                      </a:cubicBezTo>
                      <a:cubicBezTo>
                        <a:pt x="565" y="23"/>
                        <a:pt x="565" y="23"/>
                        <a:pt x="565" y="23"/>
                      </a:cubicBezTo>
                      <a:cubicBezTo>
                        <a:pt x="549" y="17"/>
                        <a:pt x="533" y="15"/>
                        <a:pt x="517" y="15"/>
                      </a:cubicBezTo>
                      <a:cubicBezTo>
                        <a:pt x="517" y="15"/>
                        <a:pt x="516" y="15"/>
                        <a:pt x="516" y="15"/>
                      </a:cubicBezTo>
                      <a:cubicBezTo>
                        <a:pt x="506" y="51"/>
                        <a:pt x="506" y="51"/>
                        <a:pt x="506" y="51"/>
                      </a:cubicBezTo>
                      <a:cubicBezTo>
                        <a:pt x="505" y="53"/>
                        <a:pt x="503" y="55"/>
                        <a:pt x="500" y="56"/>
                      </a:cubicBezTo>
                      <a:cubicBezTo>
                        <a:pt x="479" y="59"/>
                        <a:pt x="459" y="69"/>
                        <a:pt x="443" y="84"/>
                      </a:cubicBezTo>
                      <a:cubicBezTo>
                        <a:pt x="442" y="86"/>
                        <a:pt x="439" y="87"/>
                        <a:pt x="436" y="86"/>
                      </a:cubicBezTo>
                      <a:cubicBezTo>
                        <a:pt x="401" y="73"/>
                        <a:pt x="401" y="73"/>
                        <a:pt x="401" y="73"/>
                      </a:cubicBezTo>
                      <a:cubicBezTo>
                        <a:pt x="391" y="86"/>
                        <a:pt x="384" y="101"/>
                        <a:pt x="379" y="116"/>
                      </a:cubicBezTo>
                      <a:cubicBezTo>
                        <a:pt x="410" y="137"/>
                        <a:pt x="410" y="137"/>
                        <a:pt x="410" y="137"/>
                      </a:cubicBezTo>
                      <a:cubicBezTo>
                        <a:pt x="412" y="138"/>
                        <a:pt x="413" y="141"/>
                        <a:pt x="413" y="144"/>
                      </a:cubicBezTo>
                      <a:cubicBezTo>
                        <a:pt x="412" y="149"/>
                        <a:pt x="412" y="154"/>
                        <a:pt x="412" y="160"/>
                      </a:cubicBezTo>
                      <a:cubicBezTo>
                        <a:pt x="412" y="176"/>
                        <a:pt x="415" y="193"/>
                        <a:pt x="423" y="207"/>
                      </a:cubicBezTo>
                      <a:cubicBezTo>
                        <a:pt x="424" y="210"/>
                        <a:pt x="424" y="213"/>
                        <a:pt x="422" y="215"/>
                      </a:cubicBezTo>
                      <a:cubicBezTo>
                        <a:pt x="399" y="244"/>
                        <a:pt x="399" y="244"/>
                        <a:pt x="399" y="244"/>
                      </a:cubicBezTo>
                      <a:cubicBezTo>
                        <a:pt x="409" y="258"/>
                        <a:pt x="421" y="269"/>
                        <a:pt x="434" y="279"/>
                      </a:cubicBezTo>
                      <a:cubicBezTo>
                        <a:pt x="463" y="255"/>
                        <a:pt x="463" y="255"/>
                        <a:pt x="463" y="255"/>
                      </a:cubicBezTo>
                      <a:cubicBezTo>
                        <a:pt x="465" y="254"/>
                        <a:pt x="468" y="253"/>
                        <a:pt x="471" y="254"/>
                      </a:cubicBezTo>
                      <a:cubicBezTo>
                        <a:pt x="485" y="262"/>
                        <a:pt x="501" y="265"/>
                        <a:pt x="517" y="265"/>
                      </a:cubicBezTo>
                      <a:cubicBezTo>
                        <a:pt x="522" y="265"/>
                        <a:pt x="527" y="265"/>
                        <a:pt x="532" y="264"/>
                      </a:cubicBezTo>
                      <a:cubicBezTo>
                        <a:pt x="532" y="264"/>
                        <a:pt x="533" y="264"/>
                        <a:pt x="533" y="264"/>
                      </a:cubicBezTo>
                      <a:close/>
                      <a:moveTo>
                        <a:pt x="517" y="199"/>
                      </a:moveTo>
                      <a:cubicBezTo>
                        <a:pt x="496" y="199"/>
                        <a:pt x="478" y="181"/>
                        <a:pt x="478" y="160"/>
                      </a:cubicBezTo>
                      <a:cubicBezTo>
                        <a:pt x="478" y="138"/>
                        <a:pt x="496" y="121"/>
                        <a:pt x="517" y="121"/>
                      </a:cubicBezTo>
                      <a:cubicBezTo>
                        <a:pt x="539" y="121"/>
                        <a:pt x="556" y="138"/>
                        <a:pt x="556" y="160"/>
                      </a:cubicBezTo>
                      <a:cubicBezTo>
                        <a:pt x="556" y="181"/>
                        <a:pt x="539" y="199"/>
                        <a:pt x="517" y="199"/>
                      </a:cubicBezTo>
                      <a:close/>
                      <a:moveTo>
                        <a:pt x="517" y="135"/>
                      </a:moveTo>
                      <a:cubicBezTo>
                        <a:pt x="503" y="135"/>
                        <a:pt x="492" y="146"/>
                        <a:pt x="492" y="160"/>
                      </a:cubicBezTo>
                      <a:cubicBezTo>
                        <a:pt x="492" y="174"/>
                        <a:pt x="503" y="185"/>
                        <a:pt x="517" y="185"/>
                      </a:cubicBezTo>
                      <a:cubicBezTo>
                        <a:pt x="531" y="185"/>
                        <a:pt x="542" y="174"/>
                        <a:pt x="542" y="160"/>
                      </a:cubicBezTo>
                      <a:cubicBezTo>
                        <a:pt x="542" y="146"/>
                        <a:pt x="531" y="135"/>
                        <a:pt x="517" y="135"/>
                      </a:cubicBezTo>
                      <a:close/>
                      <a:moveTo>
                        <a:pt x="258" y="678"/>
                      </a:moveTo>
                      <a:cubicBezTo>
                        <a:pt x="256" y="678"/>
                        <a:pt x="256" y="678"/>
                        <a:pt x="256" y="678"/>
                      </a:cubicBezTo>
                      <a:cubicBezTo>
                        <a:pt x="252" y="678"/>
                        <a:pt x="250" y="676"/>
                        <a:pt x="249" y="673"/>
                      </a:cubicBezTo>
                      <a:cubicBezTo>
                        <a:pt x="233" y="615"/>
                        <a:pt x="233" y="615"/>
                        <a:pt x="233" y="615"/>
                      </a:cubicBezTo>
                      <a:cubicBezTo>
                        <a:pt x="208" y="612"/>
                        <a:pt x="184" y="604"/>
                        <a:pt x="162" y="592"/>
                      </a:cubicBezTo>
                      <a:cubicBezTo>
                        <a:pt x="113" y="628"/>
                        <a:pt x="113" y="628"/>
                        <a:pt x="113" y="628"/>
                      </a:cubicBezTo>
                      <a:cubicBezTo>
                        <a:pt x="111" y="630"/>
                        <a:pt x="108" y="630"/>
                        <a:pt x="105" y="628"/>
                      </a:cubicBezTo>
                      <a:cubicBezTo>
                        <a:pt x="86" y="614"/>
                        <a:pt x="69" y="598"/>
                        <a:pt x="55" y="579"/>
                      </a:cubicBezTo>
                      <a:cubicBezTo>
                        <a:pt x="53" y="577"/>
                        <a:pt x="53" y="574"/>
                        <a:pt x="55" y="571"/>
                      </a:cubicBezTo>
                      <a:cubicBezTo>
                        <a:pt x="90" y="522"/>
                        <a:pt x="90" y="522"/>
                        <a:pt x="90" y="522"/>
                      </a:cubicBezTo>
                      <a:cubicBezTo>
                        <a:pt x="75" y="499"/>
                        <a:pt x="66" y="474"/>
                        <a:pt x="62" y="447"/>
                      </a:cubicBezTo>
                      <a:cubicBezTo>
                        <a:pt x="5" y="431"/>
                        <a:pt x="5" y="431"/>
                        <a:pt x="5" y="431"/>
                      </a:cubicBezTo>
                      <a:cubicBezTo>
                        <a:pt x="2" y="430"/>
                        <a:pt x="0" y="427"/>
                        <a:pt x="0" y="424"/>
                      </a:cubicBezTo>
                      <a:cubicBezTo>
                        <a:pt x="0" y="423"/>
                        <a:pt x="0" y="421"/>
                        <a:pt x="0" y="419"/>
                      </a:cubicBezTo>
                      <a:cubicBezTo>
                        <a:pt x="0" y="398"/>
                        <a:pt x="2" y="376"/>
                        <a:pt x="8" y="355"/>
                      </a:cubicBezTo>
                      <a:cubicBezTo>
                        <a:pt x="8" y="352"/>
                        <a:pt x="11" y="350"/>
                        <a:pt x="14" y="350"/>
                      </a:cubicBezTo>
                      <a:cubicBezTo>
                        <a:pt x="74" y="348"/>
                        <a:pt x="74" y="348"/>
                        <a:pt x="74" y="348"/>
                      </a:cubicBezTo>
                      <a:cubicBezTo>
                        <a:pt x="83" y="324"/>
                        <a:pt x="97" y="302"/>
                        <a:pt x="114" y="283"/>
                      </a:cubicBezTo>
                      <a:cubicBezTo>
                        <a:pt x="91" y="229"/>
                        <a:pt x="91" y="229"/>
                        <a:pt x="91" y="229"/>
                      </a:cubicBezTo>
                      <a:cubicBezTo>
                        <a:pt x="89" y="226"/>
                        <a:pt x="90" y="223"/>
                        <a:pt x="93" y="221"/>
                      </a:cubicBezTo>
                      <a:cubicBezTo>
                        <a:pt x="110" y="206"/>
                        <a:pt x="130" y="193"/>
                        <a:pt x="151" y="184"/>
                      </a:cubicBezTo>
                      <a:cubicBezTo>
                        <a:pt x="154" y="182"/>
                        <a:pt x="157" y="183"/>
                        <a:pt x="159" y="185"/>
                      </a:cubicBezTo>
                      <a:cubicBezTo>
                        <a:pt x="199" y="230"/>
                        <a:pt x="199" y="230"/>
                        <a:pt x="199" y="230"/>
                      </a:cubicBezTo>
                      <a:cubicBezTo>
                        <a:pt x="218" y="224"/>
                        <a:pt x="238" y="221"/>
                        <a:pt x="258" y="221"/>
                      </a:cubicBezTo>
                      <a:cubicBezTo>
                        <a:pt x="264" y="221"/>
                        <a:pt x="270" y="222"/>
                        <a:pt x="276" y="222"/>
                      </a:cubicBezTo>
                      <a:cubicBezTo>
                        <a:pt x="304" y="170"/>
                        <a:pt x="304" y="170"/>
                        <a:pt x="304" y="170"/>
                      </a:cubicBezTo>
                      <a:cubicBezTo>
                        <a:pt x="306" y="167"/>
                        <a:pt x="309" y="165"/>
                        <a:pt x="312" y="166"/>
                      </a:cubicBezTo>
                      <a:cubicBezTo>
                        <a:pt x="335" y="171"/>
                        <a:pt x="357" y="179"/>
                        <a:pt x="378" y="190"/>
                      </a:cubicBezTo>
                      <a:cubicBezTo>
                        <a:pt x="380" y="191"/>
                        <a:pt x="382" y="194"/>
                        <a:pt x="381" y="197"/>
                      </a:cubicBezTo>
                      <a:cubicBezTo>
                        <a:pt x="371" y="256"/>
                        <a:pt x="371" y="256"/>
                        <a:pt x="371" y="256"/>
                      </a:cubicBezTo>
                      <a:cubicBezTo>
                        <a:pt x="391" y="271"/>
                        <a:pt x="410" y="289"/>
                        <a:pt x="423" y="310"/>
                      </a:cubicBezTo>
                      <a:cubicBezTo>
                        <a:pt x="482" y="300"/>
                        <a:pt x="482" y="300"/>
                        <a:pt x="482" y="300"/>
                      </a:cubicBezTo>
                      <a:cubicBezTo>
                        <a:pt x="485" y="299"/>
                        <a:pt x="489" y="301"/>
                        <a:pt x="490" y="303"/>
                      </a:cubicBezTo>
                      <a:cubicBezTo>
                        <a:pt x="500" y="325"/>
                        <a:pt x="508" y="347"/>
                        <a:pt x="513" y="370"/>
                      </a:cubicBezTo>
                      <a:cubicBezTo>
                        <a:pt x="513" y="373"/>
                        <a:pt x="512" y="376"/>
                        <a:pt x="509" y="378"/>
                      </a:cubicBezTo>
                      <a:cubicBezTo>
                        <a:pt x="456" y="406"/>
                        <a:pt x="456" y="406"/>
                        <a:pt x="456" y="406"/>
                      </a:cubicBezTo>
                      <a:cubicBezTo>
                        <a:pt x="456" y="410"/>
                        <a:pt x="456" y="415"/>
                        <a:pt x="456" y="419"/>
                      </a:cubicBezTo>
                      <a:cubicBezTo>
                        <a:pt x="456" y="439"/>
                        <a:pt x="453" y="459"/>
                        <a:pt x="447" y="479"/>
                      </a:cubicBezTo>
                      <a:cubicBezTo>
                        <a:pt x="492" y="519"/>
                        <a:pt x="492" y="519"/>
                        <a:pt x="492" y="519"/>
                      </a:cubicBezTo>
                      <a:cubicBezTo>
                        <a:pt x="494" y="521"/>
                        <a:pt x="495" y="524"/>
                        <a:pt x="494" y="527"/>
                      </a:cubicBezTo>
                      <a:cubicBezTo>
                        <a:pt x="484" y="548"/>
                        <a:pt x="471" y="568"/>
                        <a:pt x="456" y="586"/>
                      </a:cubicBezTo>
                      <a:cubicBezTo>
                        <a:pt x="454" y="589"/>
                        <a:pt x="451" y="589"/>
                        <a:pt x="448" y="588"/>
                      </a:cubicBezTo>
                      <a:cubicBezTo>
                        <a:pt x="393" y="564"/>
                        <a:pt x="393" y="564"/>
                        <a:pt x="393" y="564"/>
                      </a:cubicBezTo>
                      <a:cubicBezTo>
                        <a:pt x="375" y="581"/>
                        <a:pt x="355" y="594"/>
                        <a:pt x="333" y="603"/>
                      </a:cubicBezTo>
                      <a:cubicBezTo>
                        <a:pt x="330" y="663"/>
                        <a:pt x="330" y="663"/>
                        <a:pt x="330" y="663"/>
                      </a:cubicBezTo>
                      <a:cubicBezTo>
                        <a:pt x="330" y="666"/>
                        <a:pt x="328" y="669"/>
                        <a:pt x="325" y="669"/>
                      </a:cubicBezTo>
                      <a:cubicBezTo>
                        <a:pt x="303" y="675"/>
                        <a:pt x="281" y="678"/>
                        <a:pt x="258" y="678"/>
                      </a:cubicBezTo>
                      <a:close/>
                      <a:moveTo>
                        <a:pt x="161" y="576"/>
                      </a:moveTo>
                      <a:cubicBezTo>
                        <a:pt x="162" y="576"/>
                        <a:pt x="164" y="577"/>
                        <a:pt x="165" y="577"/>
                      </a:cubicBezTo>
                      <a:cubicBezTo>
                        <a:pt x="188" y="591"/>
                        <a:pt x="213" y="599"/>
                        <a:pt x="239" y="602"/>
                      </a:cubicBezTo>
                      <a:cubicBezTo>
                        <a:pt x="242" y="602"/>
                        <a:pt x="244" y="604"/>
                        <a:pt x="245" y="607"/>
                      </a:cubicBezTo>
                      <a:cubicBezTo>
                        <a:pt x="261" y="664"/>
                        <a:pt x="261" y="664"/>
                        <a:pt x="261" y="664"/>
                      </a:cubicBezTo>
                      <a:cubicBezTo>
                        <a:pt x="280" y="664"/>
                        <a:pt x="298" y="661"/>
                        <a:pt x="316" y="657"/>
                      </a:cubicBezTo>
                      <a:cubicBezTo>
                        <a:pt x="319" y="598"/>
                        <a:pt x="319" y="598"/>
                        <a:pt x="319" y="598"/>
                      </a:cubicBezTo>
                      <a:cubicBezTo>
                        <a:pt x="319" y="595"/>
                        <a:pt x="321" y="592"/>
                        <a:pt x="323" y="591"/>
                      </a:cubicBezTo>
                      <a:cubicBezTo>
                        <a:pt x="347" y="582"/>
                        <a:pt x="368" y="569"/>
                        <a:pt x="387" y="551"/>
                      </a:cubicBezTo>
                      <a:cubicBezTo>
                        <a:pt x="389" y="549"/>
                        <a:pt x="392" y="548"/>
                        <a:pt x="394" y="549"/>
                      </a:cubicBezTo>
                      <a:cubicBezTo>
                        <a:pt x="449" y="573"/>
                        <a:pt x="449" y="573"/>
                        <a:pt x="449" y="573"/>
                      </a:cubicBezTo>
                      <a:cubicBezTo>
                        <a:pt x="461" y="558"/>
                        <a:pt x="471" y="542"/>
                        <a:pt x="479" y="526"/>
                      </a:cubicBezTo>
                      <a:cubicBezTo>
                        <a:pt x="434" y="486"/>
                        <a:pt x="434" y="486"/>
                        <a:pt x="434" y="486"/>
                      </a:cubicBezTo>
                      <a:cubicBezTo>
                        <a:pt x="432" y="484"/>
                        <a:pt x="431" y="481"/>
                        <a:pt x="432" y="479"/>
                      </a:cubicBezTo>
                      <a:cubicBezTo>
                        <a:pt x="439" y="459"/>
                        <a:pt x="442" y="439"/>
                        <a:pt x="442" y="419"/>
                      </a:cubicBezTo>
                      <a:cubicBezTo>
                        <a:pt x="442" y="414"/>
                        <a:pt x="442" y="408"/>
                        <a:pt x="441" y="402"/>
                      </a:cubicBezTo>
                      <a:cubicBezTo>
                        <a:pt x="441" y="400"/>
                        <a:pt x="443" y="397"/>
                        <a:pt x="445" y="396"/>
                      </a:cubicBezTo>
                      <a:cubicBezTo>
                        <a:pt x="498" y="368"/>
                        <a:pt x="498" y="368"/>
                        <a:pt x="498" y="368"/>
                      </a:cubicBezTo>
                      <a:cubicBezTo>
                        <a:pt x="494" y="349"/>
                        <a:pt x="488" y="331"/>
                        <a:pt x="480" y="314"/>
                      </a:cubicBezTo>
                      <a:cubicBezTo>
                        <a:pt x="421" y="325"/>
                        <a:pt x="421" y="325"/>
                        <a:pt x="421" y="325"/>
                      </a:cubicBezTo>
                      <a:cubicBezTo>
                        <a:pt x="419" y="325"/>
                        <a:pt x="416" y="324"/>
                        <a:pt x="414" y="322"/>
                      </a:cubicBezTo>
                      <a:cubicBezTo>
                        <a:pt x="400" y="299"/>
                        <a:pt x="381" y="280"/>
                        <a:pt x="359" y="265"/>
                      </a:cubicBezTo>
                      <a:cubicBezTo>
                        <a:pt x="357" y="264"/>
                        <a:pt x="356" y="261"/>
                        <a:pt x="356" y="258"/>
                      </a:cubicBezTo>
                      <a:cubicBezTo>
                        <a:pt x="367" y="200"/>
                        <a:pt x="367" y="200"/>
                        <a:pt x="367" y="200"/>
                      </a:cubicBezTo>
                      <a:cubicBezTo>
                        <a:pt x="350" y="191"/>
                        <a:pt x="332" y="185"/>
                        <a:pt x="314" y="181"/>
                      </a:cubicBezTo>
                      <a:cubicBezTo>
                        <a:pt x="286" y="233"/>
                        <a:pt x="286" y="233"/>
                        <a:pt x="286" y="233"/>
                      </a:cubicBezTo>
                      <a:cubicBezTo>
                        <a:pt x="285" y="235"/>
                        <a:pt x="282" y="237"/>
                        <a:pt x="279" y="237"/>
                      </a:cubicBezTo>
                      <a:cubicBezTo>
                        <a:pt x="272" y="236"/>
                        <a:pt x="265" y="235"/>
                        <a:pt x="258" y="235"/>
                      </a:cubicBezTo>
                      <a:cubicBezTo>
                        <a:pt x="238" y="235"/>
                        <a:pt x="218" y="239"/>
                        <a:pt x="199" y="245"/>
                      </a:cubicBezTo>
                      <a:cubicBezTo>
                        <a:pt x="197" y="246"/>
                        <a:pt x="194" y="245"/>
                        <a:pt x="192" y="243"/>
                      </a:cubicBezTo>
                      <a:cubicBezTo>
                        <a:pt x="152" y="198"/>
                        <a:pt x="152" y="198"/>
                        <a:pt x="152" y="198"/>
                      </a:cubicBezTo>
                      <a:cubicBezTo>
                        <a:pt x="136" y="207"/>
                        <a:pt x="120" y="216"/>
                        <a:pt x="106" y="228"/>
                      </a:cubicBezTo>
                      <a:cubicBezTo>
                        <a:pt x="129" y="282"/>
                        <a:pt x="129" y="282"/>
                        <a:pt x="129" y="282"/>
                      </a:cubicBezTo>
                      <a:cubicBezTo>
                        <a:pt x="130" y="285"/>
                        <a:pt x="130" y="288"/>
                        <a:pt x="128" y="290"/>
                      </a:cubicBezTo>
                      <a:cubicBezTo>
                        <a:pt x="109" y="309"/>
                        <a:pt x="94" y="332"/>
                        <a:pt x="85" y="357"/>
                      </a:cubicBezTo>
                      <a:cubicBezTo>
                        <a:pt x="84" y="360"/>
                        <a:pt x="82" y="361"/>
                        <a:pt x="79" y="362"/>
                      </a:cubicBezTo>
                      <a:cubicBezTo>
                        <a:pt x="20" y="364"/>
                        <a:pt x="20" y="364"/>
                        <a:pt x="20" y="364"/>
                      </a:cubicBezTo>
                      <a:cubicBezTo>
                        <a:pt x="16" y="382"/>
                        <a:pt x="14" y="400"/>
                        <a:pt x="14" y="419"/>
                      </a:cubicBezTo>
                      <a:cubicBezTo>
                        <a:pt x="71" y="435"/>
                        <a:pt x="71" y="435"/>
                        <a:pt x="71" y="435"/>
                      </a:cubicBezTo>
                      <a:cubicBezTo>
                        <a:pt x="73" y="435"/>
                        <a:pt x="75" y="438"/>
                        <a:pt x="76" y="441"/>
                      </a:cubicBezTo>
                      <a:cubicBezTo>
                        <a:pt x="79" y="468"/>
                        <a:pt x="89" y="495"/>
                        <a:pt x="104" y="519"/>
                      </a:cubicBezTo>
                      <a:cubicBezTo>
                        <a:pt x="105" y="521"/>
                        <a:pt x="105" y="524"/>
                        <a:pt x="104" y="527"/>
                      </a:cubicBezTo>
                      <a:cubicBezTo>
                        <a:pt x="69" y="575"/>
                        <a:pt x="69" y="575"/>
                        <a:pt x="69" y="575"/>
                      </a:cubicBezTo>
                      <a:cubicBezTo>
                        <a:pt x="81" y="589"/>
                        <a:pt x="94" y="602"/>
                        <a:pt x="109" y="613"/>
                      </a:cubicBezTo>
                      <a:cubicBezTo>
                        <a:pt x="157" y="578"/>
                        <a:pt x="157" y="578"/>
                        <a:pt x="157" y="578"/>
                      </a:cubicBezTo>
                      <a:cubicBezTo>
                        <a:pt x="158" y="577"/>
                        <a:pt x="160" y="576"/>
                        <a:pt x="161" y="576"/>
                      </a:cubicBezTo>
                      <a:close/>
                      <a:moveTo>
                        <a:pt x="258" y="484"/>
                      </a:moveTo>
                      <a:cubicBezTo>
                        <a:pt x="223" y="484"/>
                        <a:pt x="193" y="455"/>
                        <a:pt x="193" y="419"/>
                      </a:cubicBezTo>
                      <a:cubicBezTo>
                        <a:pt x="193" y="383"/>
                        <a:pt x="223" y="354"/>
                        <a:pt x="258" y="354"/>
                      </a:cubicBezTo>
                      <a:cubicBezTo>
                        <a:pt x="294" y="354"/>
                        <a:pt x="323" y="383"/>
                        <a:pt x="323" y="419"/>
                      </a:cubicBezTo>
                      <a:cubicBezTo>
                        <a:pt x="323" y="455"/>
                        <a:pt x="294" y="484"/>
                        <a:pt x="258" y="484"/>
                      </a:cubicBezTo>
                      <a:close/>
                      <a:moveTo>
                        <a:pt x="258" y="368"/>
                      </a:moveTo>
                      <a:cubicBezTo>
                        <a:pt x="230" y="368"/>
                        <a:pt x="207" y="391"/>
                        <a:pt x="207" y="419"/>
                      </a:cubicBezTo>
                      <a:cubicBezTo>
                        <a:pt x="207" y="447"/>
                        <a:pt x="230" y="470"/>
                        <a:pt x="258" y="470"/>
                      </a:cubicBezTo>
                      <a:cubicBezTo>
                        <a:pt x="286" y="470"/>
                        <a:pt x="309" y="447"/>
                        <a:pt x="309" y="419"/>
                      </a:cubicBezTo>
                      <a:cubicBezTo>
                        <a:pt x="309" y="391"/>
                        <a:pt x="286" y="368"/>
                        <a:pt x="258" y="3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91439" tIns="45720" rIns="91439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21904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57565A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</p:grp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5DAB18A5-6C86-7046-27F1-9465E430AA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6311" y="2497061"/>
                <a:ext cx="1589487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24386FCE-001B-6626-F811-B1AECC5F7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47241" y="2249082"/>
                <a:ext cx="1627626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D797BF58-C462-0530-D74B-1B7AF47196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34536" y="2259138"/>
                <a:ext cx="1627626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67" name="Right Bracket 66">
                <a:extLst>
                  <a:ext uri="{FF2B5EF4-FFF2-40B4-BE49-F238E27FC236}">
                    <a16:creationId xmlns:a16="http://schemas.microsoft.com/office/drawing/2014/main" id="{DF57D9A5-2BA5-C570-A9FF-02F2C5A858EC}"/>
                  </a:ext>
                </a:extLst>
              </p:cNvPr>
              <p:cNvSpPr/>
              <p:nvPr/>
            </p:nvSpPr>
            <p:spPr>
              <a:xfrm rot="16200000">
                <a:off x="7721685" y="-801156"/>
                <a:ext cx="233528" cy="5410046"/>
              </a:xfrm>
              <a:prstGeom prst="rightBracket">
                <a:avLst>
                  <a:gd name="adj" fmla="val 87527"/>
                </a:avLst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57565A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68" name="Right Bracket 67">
                <a:extLst>
                  <a:ext uri="{FF2B5EF4-FFF2-40B4-BE49-F238E27FC236}">
                    <a16:creationId xmlns:a16="http://schemas.microsoft.com/office/drawing/2014/main" id="{EB14817D-6E67-747A-381C-1A9CA21DE675}"/>
                  </a:ext>
                </a:extLst>
              </p:cNvPr>
              <p:cNvSpPr/>
              <p:nvPr/>
            </p:nvSpPr>
            <p:spPr>
              <a:xfrm rot="5400000">
                <a:off x="7743853" y="154748"/>
                <a:ext cx="233528" cy="5410046"/>
              </a:xfrm>
              <a:prstGeom prst="rightBracket">
                <a:avLst>
                  <a:gd name="adj" fmla="val 87527"/>
                </a:avLst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0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57565A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70457B9-8866-DBCC-3B6B-72B25F5B3C28}"/>
                </a:ext>
              </a:extLst>
            </p:cNvPr>
            <p:cNvSpPr txBox="1"/>
            <p:nvPr/>
          </p:nvSpPr>
          <p:spPr>
            <a:xfrm>
              <a:off x="4119301" y="1416684"/>
              <a:ext cx="21703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99A8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Find the Invisible Essence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C613AF2-4B85-AAAF-AA7A-2921B73746F6}"/>
                </a:ext>
              </a:extLst>
            </p:cNvPr>
            <p:cNvSpPr txBox="1"/>
            <p:nvPr/>
          </p:nvSpPr>
          <p:spPr>
            <a:xfrm>
              <a:off x="6891641" y="1449263"/>
              <a:ext cx="21703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Create and Innovate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BBA7210-8306-F2A4-5157-DB79F92E5D6F}"/>
                </a:ext>
              </a:extLst>
            </p:cNvPr>
            <p:cNvSpPr txBox="1"/>
            <p:nvPr/>
          </p:nvSpPr>
          <p:spPr>
            <a:xfrm>
              <a:off x="9638783" y="1416683"/>
              <a:ext cx="21703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9E16">
                      <a:lumMod val="75000"/>
                    </a:srgb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Effortlessness Redefined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FDDA9E5-7EA8-CA07-4D21-A077DE90E16D}"/>
                </a:ext>
              </a:extLst>
            </p:cNvPr>
            <p:cNvSpPr txBox="1"/>
            <p:nvPr/>
          </p:nvSpPr>
          <p:spPr>
            <a:xfrm>
              <a:off x="3926944" y="3609084"/>
              <a:ext cx="278015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Client Enablement for delivering new experiences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Reimagining Business Processes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Empowering Process Reinvention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5442DF5-1392-B80B-A750-64E769459B45}"/>
                </a:ext>
              </a:extLst>
            </p:cNvPr>
            <p:cNvSpPr txBox="1"/>
            <p:nvPr/>
          </p:nvSpPr>
          <p:spPr>
            <a:xfrm>
              <a:off x="6683152" y="3606076"/>
              <a:ext cx="260712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Recreating Data Infrastructure &amp; Models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Gen AI led software engineering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Catalyzing Versatile Automation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9BB6188-F62D-68C3-C491-7E8DA55EE8DD}"/>
                </a:ext>
              </a:extLst>
            </p:cNvPr>
            <p:cNvSpPr txBox="1"/>
            <p:nvPr/>
          </p:nvSpPr>
          <p:spPr>
            <a:xfrm>
              <a:off x="9390882" y="3606076"/>
              <a:ext cx="269395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AI Powered Workforce Efficiency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AI Enhanced Creative Empowerment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Unleashing Rapid Skill Development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940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966F-8871-36E0-512E-D473C5EA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D754FA-8A04-AA35-7E2D-7359690C51A1}"/>
              </a:ext>
            </a:extLst>
          </p:cNvPr>
          <p:cNvGrpSpPr/>
          <p:nvPr/>
        </p:nvGrpSpPr>
        <p:grpSpPr>
          <a:xfrm>
            <a:off x="-10160" y="6350000"/>
            <a:ext cx="12202160" cy="508000"/>
            <a:chOff x="-10160" y="6350000"/>
            <a:chExt cx="12202160" cy="508000"/>
          </a:xfr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</a:gra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694E39E-3BBF-09A2-9979-97C94BB85CBD}"/>
                </a:ext>
              </a:extLst>
            </p:cNvPr>
            <p:cNvGrpSpPr/>
            <p:nvPr/>
          </p:nvGrpSpPr>
          <p:grpSpPr>
            <a:xfrm>
              <a:off x="-10160" y="6350000"/>
              <a:ext cx="12202160" cy="508000"/>
              <a:chOff x="-10160" y="6299200"/>
              <a:chExt cx="12202160" cy="558800"/>
            </a:xfrm>
            <a:grpFill/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08E93FB5-6EB0-1A1F-3AC3-61F9D9CDD324}"/>
                  </a:ext>
                </a:extLst>
              </p:cNvPr>
              <p:cNvSpPr/>
              <p:nvPr/>
            </p:nvSpPr>
            <p:spPr>
              <a:xfrm>
                <a:off x="-10160" y="6299200"/>
                <a:ext cx="12202160" cy="558800"/>
              </a:xfrm>
              <a:custGeom>
                <a:avLst/>
                <a:gdLst>
                  <a:gd name="connsiteX0" fmla="*/ 0 w 9144000"/>
                  <a:gd name="connsiteY0" fmla="*/ 857250 h 857250"/>
                  <a:gd name="connsiteX1" fmla="*/ 0 w 9144000"/>
                  <a:gd name="connsiteY1" fmla="*/ 149828 h 857250"/>
                  <a:gd name="connsiteX2" fmla="*/ 7540609 w 9144000"/>
                  <a:gd name="connsiteY2" fmla="*/ 149828 h 857250"/>
                  <a:gd name="connsiteX3" fmla="*/ 8245698 w 9144000"/>
                  <a:gd name="connsiteY3" fmla="*/ 0 h 857250"/>
                  <a:gd name="connsiteX4" fmla="*/ 8933831 w 9144000"/>
                  <a:gd name="connsiteY4" fmla="*/ 149828 h 857250"/>
                  <a:gd name="connsiteX5" fmla="*/ 9144000 w 9144000"/>
                  <a:gd name="connsiteY5" fmla="*/ 149828 h 857250"/>
                  <a:gd name="connsiteX6" fmla="*/ 9144000 w 9144000"/>
                  <a:gd name="connsiteY6" fmla="*/ 857250 h 857250"/>
                  <a:gd name="connsiteX7" fmla="*/ 0 w 9144000"/>
                  <a:gd name="connsiteY7" fmla="*/ 857250 h 85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4000" h="857250">
                    <a:moveTo>
                      <a:pt x="0" y="857250"/>
                    </a:moveTo>
                    <a:lnTo>
                      <a:pt x="0" y="149828"/>
                    </a:lnTo>
                    <a:lnTo>
                      <a:pt x="7540609" y="149828"/>
                    </a:lnTo>
                    <a:lnTo>
                      <a:pt x="8245698" y="0"/>
                    </a:lnTo>
                    <a:lnTo>
                      <a:pt x="8933831" y="149828"/>
                    </a:lnTo>
                    <a:lnTo>
                      <a:pt x="9144000" y="149828"/>
                    </a:lnTo>
                    <a:lnTo>
                      <a:pt x="9144000" y="857250"/>
                    </a:lnTo>
                    <a:lnTo>
                      <a:pt x="0" y="857250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88F2A6B3-24EA-9703-9D8E-86C0C8671EE3}"/>
                  </a:ext>
                </a:extLst>
              </p:cNvPr>
              <p:cNvSpPr/>
              <p:nvPr/>
            </p:nvSpPr>
            <p:spPr>
              <a:xfrm>
                <a:off x="10281920" y="6418580"/>
                <a:ext cx="1350024" cy="339967"/>
              </a:xfrm>
              <a:custGeom>
                <a:avLst/>
                <a:gdLst>
                  <a:gd name="connsiteX0" fmla="*/ 718995 w 1246536"/>
                  <a:gd name="connsiteY0" fmla="*/ 0 h 285083"/>
                  <a:gd name="connsiteX1" fmla="*/ 769239 w 1246536"/>
                  <a:gd name="connsiteY1" fmla="*/ 10668 h 285083"/>
                  <a:gd name="connsiteX2" fmla="*/ 842391 w 1246536"/>
                  <a:gd name="connsiteY2" fmla="*/ 94726 h 285083"/>
                  <a:gd name="connsiteX3" fmla="*/ 769239 w 1246536"/>
                  <a:gd name="connsiteY3" fmla="*/ 147876 h 285083"/>
                  <a:gd name="connsiteX4" fmla="*/ 718995 w 1246536"/>
                  <a:gd name="connsiteY4" fmla="*/ 137208 h 285083"/>
                  <a:gd name="connsiteX5" fmla="*/ 718995 w 1246536"/>
                  <a:gd name="connsiteY5" fmla="*/ 48 h 285083"/>
                  <a:gd name="connsiteX6" fmla="*/ 769239 w 1246536"/>
                  <a:gd name="connsiteY6" fmla="*/ 116729 h 285083"/>
                  <a:gd name="connsiteX7" fmla="*/ 808530 w 1246536"/>
                  <a:gd name="connsiteY7" fmla="*/ 87535 h 285083"/>
                  <a:gd name="connsiteX8" fmla="*/ 769239 w 1246536"/>
                  <a:gd name="connsiteY8" fmla="*/ 41624 h 285083"/>
                  <a:gd name="connsiteX9" fmla="*/ 752856 w 1246536"/>
                  <a:gd name="connsiteY9" fmla="*/ 38148 h 285083"/>
                  <a:gd name="connsiteX10" fmla="*/ 752856 w 1246536"/>
                  <a:gd name="connsiteY10" fmla="*/ 113252 h 285083"/>
                  <a:gd name="connsiteX11" fmla="*/ 769239 w 1246536"/>
                  <a:gd name="connsiteY11" fmla="*/ 116729 h 285083"/>
                  <a:gd name="connsiteX12" fmla="*/ 947024 w 1246536"/>
                  <a:gd name="connsiteY12" fmla="*/ 48482 h 285083"/>
                  <a:gd name="connsiteX13" fmla="*/ 947024 w 1246536"/>
                  <a:gd name="connsiteY13" fmla="*/ 79391 h 285083"/>
                  <a:gd name="connsiteX14" fmla="*/ 917067 w 1246536"/>
                  <a:gd name="connsiteY14" fmla="*/ 73009 h 285083"/>
                  <a:gd name="connsiteX15" fmla="*/ 917067 w 1246536"/>
                  <a:gd name="connsiteY15" fmla="*/ 148114 h 285083"/>
                  <a:gd name="connsiteX16" fmla="*/ 947024 w 1246536"/>
                  <a:gd name="connsiteY16" fmla="*/ 154496 h 285083"/>
                  <a:gd name="connsiteX17" fmla="*/ 947024 w 1246536"/>
                  <a:gd name="connsiteY17" fmla="*/ 185642 h 285083"/>
                  <a:gd name="connsiteX18" fmla="*/ 853393 w 1246536"/>
                  <a:gd name="connsiteY18" fmla="*/ 165735 h 285083"/>
                  <a:gd name="connsiteX19" fmla="*/ 853393 w 1246536"/>
                  <a:gd name="connsiteY19" fmla="*/ 134588 h 285083"/>
                  <a:gd name="connsiteX20" fmla="*/ 883349 w 1246536"/>
                  <a:gd name="connsiteY20" fmla="*/ 140970 h 285083"/>
                  <a:gd name="connsiteX21" fmla="*/ 883349 w 1246536"/>
                  <a:gd name="connsiteY21" fmla="*/ 65865 h 285083"/>
                  <a:gd name="connsiteX22" fmla="*/ 853393 w 1246536"/>
                  <a:gd name="connsiteY22" fmla="*/ 59484 h 285083"/>
                  <a:gd name="connsiteX23" fmla="*/ 853393 w 1246536"/>
                  <a:gd name="connsiteY23" fmla="*/ 28575 h 285083"/>
                  <a:gd name="connsiteX24" fmla="*/ 947024 w 1246536"/>
                  <a:gd name="connsiteY24" fmla="*/ 48482 h 285083"/>
                  <a:gd name="connsiteX25" fmla="*/ 1026319 w 1246536"/>
                  <a:gd name="connsiteY25" fmla="*/ 62627 h 285083"/>
                  <a:gd name="connsiteX26" fmla="*/ 1094994 w 1246536"/>
                  <a:gd name="connsiteY26" fmla="*/ 148447 h 285083"/>
                  <a:gd name="connsiteX27" fmla="*/ 1026319 w 1246536"/>
                  <a:gd name="connsiteY27" fmla="*/ 205264 h 285083"/>
                  <a:gd name="connsiteX28" fmla="*/ 957263 w 1246536"/>
                  <a:gd name="connsiteY28" fmla="*/ 119205 h 285083"/>
                  <a:gd name="connsiteX29" fmla="*/ 1026319 w 1246536"/>
                  <a:gd name="connsiteY29" fmla="*/ 62675 h 285083"/>
                  <a:gd name="connsiteX30" fmla="*/ 1026319 w 1246536"/>
                  <a:gd name="connsiteY30" fmla="*/ 173117 h 285083"/>
                  <a:gd name="connsiteX31" fmla="*/ 1060180 w 1246536"/>
                  <a:gd name="connsiteY31" fmla="*/ 141018 h 285083"/>
                  <a:gd name="connsiteX32" fmla="*/ 1026319 w 1246536"/>
                  <a:gd name="connsiteY32" fmla="*/ 94726 h 285083"/>
                  <a:gd name="connsiteX33" fmla="*/ 992267 w 1246536"/>
                  <a:gd name="connsiteY33" fmla="*/ 126587 h 285083"/>
                  <a:gd name="connsiteX34" fmla="*/ 1026319 w 1246536"/>
                  <a:gd name="connsiteY34" fmla="*/ 173117 h 285083"/>
                  <a:gd name="connsiteX35" fmla="*/ 1111949 w 1246536"/>
                  <a:gd name="connsiteY35" fmla="*/ 83534 h 285083"/>
                  <a:gd name="connsiteX36" fmla="*/ 1175814 w 1246536"/>
                  <a:gd name="connsiteY36" fmla="*/ 97107 h 285083"/>
                  <a:gd name="connsiteX37" fmla="*/ 1212675 w 1246536"/>
                  <a:gd name="connsiteY37" fmla="*/ 230791 h 285083"/>
                  <a:gd name="connsiteX38" fmla="*/ 1212675 w 1246536"/>
                  <a:gd name="connsiteY38" fmla="*/ 104918 h 285083"/>
                  <a:gd name="connsiteX39" fmla="*/ 1246537 w 1246536"/>
                  <a:gd name="connsiteY39" fmla="*/ 112109 h 285083"/>
                  <a:gd name="connsiteX40" fmla="*/ 1246537 w 1246536"/>
                  <a:gd name="connsiteY40" fmla="*/ 249269 h 285083"/>
                  <a:gd name="connsiteX41" fmla="*/ 1182672 w 1246536"/>
                  <a:gd name="connsiteY41" fmla="*/ 235696 h 285083"/>
                  <a:gd name="connsiteX42" fmla="*/ 1145810 w 1246536"/>
                  <a:gd name="connsiteY42" fmla="*/ 102013 h 285083"/>
                  <a:gd name="connsiteX43" fmla="*/ 1145810 w 1246536"/>
                  <a:gd name="connsiteY43" fmla="*/ 227886 h 285083"/>
                  <a:gd name="connsiteX44" fmla="*/ 1111949 w 1246536"/>
                  <a:gd name="connsiteY44" fmla="*/ 220694 h 285083"/>
                  <a:gd name="connsiteX45" fmla="*/ 1111949 w 1246536"/>
                  <a:gd name="connsiteY45" fmla="*/ 83534 h 285083"/>
                  <a:gd name="connsiteX46" fmla="*/ 42101 w 1246536"/>
                  <a:gd name="connsiteY46" fmla="*/ 138970 h 285083"/>
                  <a:gd name="connsiteX47" fmla="*/ 104108 w 1246536"/>
                  <a:gd name="connsiteY47" fmla="*/ 125778 h 285083"/>
                  <a:gd name="connsiteX48" fmla="*/ 145971 w 1246536"/>
                  <a:gd name="connsiteY48" fmla="*/ 254032 h 285083"/>
                  <a:gd name="connsiteX49" fmla="*/ 110061 w 1246536"/>
                  <a:gd name="connsiteY49" fmla="*/ 261652 h 285083"/>
                  <a:gd name="connsiteX50" fmla="*/ 97774 w 1246536"/>
                  <a:gd name="connsiteY50" fmla="*/ 222837 h 285083"/>
                  <a:gd name="connsiteX51" fmla="*/ 47863 w 1246536"/>
                  <a:gd name="connsiteY51" fmla="*/ 233458 h 285083"/>
                  <a:gd name="connsiteX52" fmla="*/ 35576 w 1246536"/>
                  <a:gd name="connsiteY52" fmla="*/ 277511 h 285083"/>
                  <a:gd name="connsiteX53" fmla="*/ 0 w 1246536"/>
                  <a:gd name="connsiteY53" fmla="*/ 285083 h 285083"/>
                  <a:gd name="connsiteX54" fmla="*/ 42053 w 1246536"/>
                  <a:gd name="connsiteY54" fmla="*/ 138970 h 285083"/>
                  <a:gd name="connsiteX55" fmla="*/ 88440 w 1246536"/>
                  <a:gd name="connsiteY55" fmla="*/ 193929 h 285083"/>
                  <a:gd name="connsiteX56" fmla="*/ 72819 w 1246536"/>
                  <a:gd name="connsiteY56" fmla="*/ 144923 h 285083"/>
                  <a:gd name="connsiteX57" fmla="*/ 57198 w 1246536"/>
                  <a:gd name="connsiteY57" fmla="*/ 200597 h 285083"/>
                  <a:gd name="connsiteX58" fmla="*/ 88488 w 1246536"/>
                  <a:gd name="connsiteY58" fmla="*/ 193929 h 285083"/>
                  <a:gd name="connsiteX59" fmla="*/ 214646 w 1246536"/>
                  <a:gd name="connsiteY59" fmla="*/ 242173 h 285083"/>
                  <a:gd name="connsiteX60" fmla="*/ 148733 w 1246536"/>
                  <a:gd name="connsiteY60" fmla="*/ 199930 h 285083"/>
                  <a:gd name="connsiteX61" fmla="*/ 183738 w 1246536"/>
                  <a:gd name="connsiteY61" fmla="*/ 192500 h 285083"/>
                  <a:gd name="connsiteX62" fmla="*/ 215408 w 1246536"/>
                  <a:gd name="connsiteY62" fmla="*/ 212408 h 285083"/>
                  <a:gd name="connsiteX63" fmla="*/ 239030 w 1246536"/>
                  <a:gd name="connsiteY63" fmla="*/ 195310 h 285083"/>
                  <a:gd name="connsiteX64" fmla="*/ 227886 w 1246536"/>
                  <a:gd name="connsiteY64" fmla="*/ 187166 h 285083"/>
                  <a:gd name="connsiteX65" fmla="*/ 183975 w 1246536"/>
                  <a:gd name="connsiteY65" fmla="*/ 184452 h 285083"/>
                  <a:gd name="connsiteX66" fmla="*/ 154210 w 1246536"/>
                  <a:gd name="connsiteY66" fmla="*/ 153210 h 285083"/>
                  <a:gd name="connsiteX67" fmla="*/ 207645 w 1246536"/>
                  <a:gd name="connsiteY67" fmla="*/ 101013 h 285083"/>
                  <a:gd name="connsiteX68" fmla="*/ 268891 w 1246536"/>
                  <a:gd name="connsiteY68" fmla="*/ 138017 h 285083"/>
                  <a:gd name="connsiteX69" fmla="*/ 234077 w 1246536"/>
                  <a:gd name="connsiteY69" fmla="*/ 145399 h 285083"/>
                  <a:gd name="connsiteX70" fmla="*/ 208217 w 1246536"/>
                  <a:gd name="connsiteY70" fmla="*/ 129873 h 285083"/>
                  <a:gd name="connsiteX71" fmla="*/ 189215 w 1246536"/>
                  <a:gd name="connsiteY71" fmla="*/ 145018 h 285083"/>
                  <a:gd name="connsiteX72" fmla="*/ 199454 w 1246536"/>
                  <a:gd name="connsiteY72" fmla="*/ 152352 h 285083"/>
                  <a:gd name="connsiteX73" fmla="*/ 242078 w 1246536"/>
                  <a:gd name="connsiteY73" fmla="*/ 154400 h 285083"/>
                  <a:gd name="connsiteX74" fmla="*/ 273891 w 1246536"/>
                  <a:gd name="connsiteY74" fmla="*/ 186357 h 285083"/>
                  <a:gd name="connsiteX75" fmla="*/ 214694 w 1246536"/>
                  <a:gd name="connsiteY75" fmla="*/ 242125 h 285083"/>
                  <a:gd name="connsiteX76" fmla="*/ 283702 w 1246536"/>
                  <a:gd name="connsiteY76" fmla="*/ 156115 h 285083"/>
                  <a:gd name="connsiteX77" fmla="*/ 353330 w 1246536"/>
                  <a:gd name="connsiteY77" fmla="*/ 70104 h 285083"/>
                  <a:gd name="connsiteX78" fmla="*/ 419767 w 1246536"/>
                  <a:gd name="connsiteY78" fmla="*/ 111633 h 285083"/>
                  <a:gd name="connsiteX79" fmla="*/ 384953 w 1246536"/>
                  <a:gd name="connsiteY79" fmla="*/ 119015 h 285083"/>
                  <a:gd name="connsiteX80" fmla="*/ 353473 w 1246536"/>
                  <a:gd name="connsiteY80" fmla="*/ 102156 h 285083"/>
                  <a:gd name="connsiteX81" fmla="*/ 318659 w 1246536"/>
                  <a:gd name="connsiteY81" fmla="*/ 148638 h 285083"/>
                  <a:gd name="connsiteX82" fmla="*/ 353473 w 1246536"/>
                  <a:gd name="connsiteY82" fmla="*/ 180546 h 285083"/>
                  <a:gd name="connsiteX83" fmla="*/ 384953 w 1246536"/>
                  <a:gd name="connsiteY83" fmla="*/ 150114 h 285083"/>
                  <a:gd name="connsiteX84" fmla="*/ 419767 w 1246536"/>
                  <a:gd name="connsiteY84" fmla="*/ 142732 h 285083"/>
                  <a:gd name="connsiteX85" fmla="*/ 353330 w 1246536"/>
                  <a:gd name="connsiteY85" fmla="*/ 212693 h 285083"/>
                  <a:gd name="connsiteX86" fmla="*/ 283702 w 1246536"/>
                  <a:gd name="connsiteY86" fmla="*/ 156115 h 285083"/>
                  <a:gd name="connsiteX87" fmla="*/ 436340 w 1246536"/>
                  <a:gd name="connsiteY87" fmla="*/ 55150 h 285083"/>
                  <a:gd name="connsiteX88" fmla="*/ 540782 w 1246536"/>
                  <a:gd name="connsiteY88" fmla="*/ 32956 h 285083"/>
                  <a:gd name="connsiteX89" fmla="*/ 540782 w 1246536"/>
                  <a:gd name="connsiteY89" fmla="*/ 63865 h 285083"/>
                  <a:gd name="connsiteX90" fmla="*/ 470440 w 1246536"/>
                  <a:gd name="connsiteY90" fmla="*/ 78819 h 285083"/>
                  <a:gd name="connsiteX91" fmla="*/ 470440 w 1246536"/>
                  <a:gd name="connsiteY91" fmla="*/ 101775 h 285083"/>
                  <a:gd name="connsiteX92" fmla="*/ 531495 w 1246536"/>
                  <a:gd name="connsiteY92" fmla="*/ 88821 h 285083"/>
                  <a:gd name="connsiteX93" fmla="*/ 531495 w 1246536"/>
                  <a:gd name="connsiteY93" fmla="*/ 118015 h 285083"/>
                  <a:gd name="connsiteX94" fmla="*/ 470440 w 1246536"/>
                  <a:gd name="connsiteY94" fmla="*/ 131016 h 285083"/>
                  <a:gd name="connsiteX95" fmla="*/ 470440 w 1246536"/>
                  <a:gd name="connsiteY95" fmla="*/ 154162 h 285083"/>
                  <a:gd name="connsiteX96" fmla="*/ 540782 w 1246536"/>
                  <a:gd name="connsiteY96" fmla="*/ 139208 h 285083"/>
                  <a:gd name="connsiteX97" fmla="*/ 540782 w 1246536"/>
                  <a:gd name="connsiteY97" fmla="*/ 170117 h 285083"/>
                  <a:gd name="connsiteX98" fmla="*/ 436340 w 1246536"/>
                  <a:gd name="connsiteY98" fmla="*/ 192310 h 285083"/>
                  <a:gd name="connsiteX99" fmla="*/ 436340 w 1246536"/>
                  <a:gd name="connsiteY99" fmla="*/ 55150 h 285083"/>
                  <a:gd name="connsiteX100" fmla="*/ 561308 w 1246536"/>
                  <a:gd name="connsiteY100" fmla="*/ 28623 h 285083"/>
                  <a:gd name="connsiteX101" fmla="*/ 625173 w 1246536"/>
                  <a:gd name="connsiteY101" fmla="*/ 15049 h 285083"/>
                  <a:gd name="connsiteX102" fmla="*/ 662035 w 1246536"/>
                  <a:gd name="connsiteY102" fmla="*/ 133112 h 285083"/>
                  <a:gd name="connsiteX103" fmla="*/ 662035 w 1246536"/>
                  <a:gd name="connsiteY103" fmla="*/ 7239 h 285083"/>
                  <a:gd name="connsiteX104" fmla="*/ 695897 w 1246536"/>
                  <a:gd name="connsiteY104" fmla="*/ 48 h 285083"/>
                  <a:gd name="connsiteX105" fmla="*/ 695897 w 1246536"/>
                  <a:gd name="connsiteY105" fmla="*/ 137208 h 285083"/>
                  <a:gd name="connsiteX106" fmla="*/ 632032 w 1246536"/>
                  <a:gd name="connsiteY106" fmla="*/ 150781 h 285083"/>
                  <a:gd name="connsiteX107" fmla="*/ 595170 w 1246536"/>
                  <a:gd name="connsiteY107" fmla="*/ 32718 h 285083"/>
                  <a:gd name="connsiteX108" fmla="*/ 595170 w 1246536"/>
                  <a:gd name="connsiteY108" fmla="*/ 158591 h 285083"/>
                  <a:gd name="connsiteX109" fmla="*/ 561308 w 1246536"/>
                  <a:gd name="connsiteY109" fmla="*/ 165783 h 285083"/>
                  <a:gd name="connsiteX110" fmla="*/ 561308 w 1246536"/>
                  <a:gd name="connsiteY110" fmla="*/ 28623 h 28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</a:cxnLst>
                <a:rect l="l" t="t" r="r" b="b"/>
                <a:pathLst>
                  <a:path w="1246536" h="285083">
                    <a:moveTo>
                      <a:pt x="718995" y="0"/>
                    </a:moveTo>
                    <a:lnTo>
                      <a:pt x="769239" y="10668"/>
                    </a:lnTo>
                    <a:cubicBezTo>
                      <a:pt x="805149" y="18288"/>
                      <a:pt x="842391" y="35766"/>
                      <a:pt x="842391" y="94726"/>
                    </a:cubicBezTo>
                    <a:cubicBezTo>
                      <a:pt x="842391" y="153876"/>
                      <a:pt x="805149" y="155496"/>
                      <a:pt x="769239" y="147876"/>
                    </a:cubicBezTo>
                    <a:lnTo>
                      <a:pt x="718995" y="137208"/>
                    </a:lnTo>
                    <a:lnTo>
                      <a:pt x="718995" y="48"/>
                    </a:lnTo>
                    <a:close/>
                    <a:moveTo>
                      <a:pt x="769239" y="116729"/>
                    </a:moveTo>
                    <a:cubicBezTo>
                      <a:pt x="791766" y="121539"/>
                      <a:pt x="808530" y="124301"/>
                      <a:pt x="808530" y="87535"/>
                    </a:cubicBezTo>
                    <a:cubicBezTo>
                      <a:pt x="808530" y="50768"/>
                      <a:pt x="791623" y="46387"/>
                      <a:pt x="769239" y="41624"/>
                    </a:cubicBezTo>
                    <a:lnTo>
                      <a:pt x="752856" y="38148"/>
                    </a:lnTo>
                    <a:lnTo>
                      <a:pt x="752856" y="113252"/>
                    </a:lnTo>
                    <a:cubicBezTo>
                      <a:pt x="752856" y="113252"/>
                      <a:pt x="769239" y="116729"/>
                      <a:pt x="769239" y="116729"/>
                    </a:cubicBezTo>
                    <a:close/>
                    <a:moveTo>
                      <a:pt x="947024" y="48482"/>
                    </a:moveTo>
                    <a:lnTo>
                      <a:pt x="947024" y="79391"/>
                    </a:lnTo>
                    <a:cubicBezTo>
                      <a:pt x="947024" y="79391"/>
                      <a:pt x="917067" y="73009"/>
                      <a:pt x="917067" y="73009"/>
                    </a:cubicBezTo>
                    <a:lnTo>
                      <a:pt x="917067" y="148114"/>
                    </a:lnTo>
                    <a:cubicBezTo>
                      <a:pt x="917067" y="148114"/>
                      <a:pt x="947024" y="154496"/>
                      <a:pt x="947024" y="154496"/>
                    </a:cubicBezTo>
                    <a:lnTo>
                      <a:pt x="947024" y="185642"/>
                    </a:lnTo>
                    <a:cubicBezTo>
                      <a:pt x="947024" y="185642"/>
                      <a:pt x="853393" y="165735"/>
                      <a:pt x="853393" y="165735"/>
                    </a:cubicBezTo>
                    <a:lnTo>
                      <a:pt x="853393" y="134588"/>
                    </a:lnTo>
                    <a:cubicBezTo>
                      <a:pt x="853393" y="134588"/>
                      <a:pt x="883349" y="140970"/>
                      <a:pt x="883349" y="140970"/>
                    </a:cubicBezTo>
                    <a:lnTo>
                      <a:pt x="883349" y="65865"/>
                    </a:lnTo>
                    <a:cubicBezTo>
                      <a:pt x="883349" y="65865"/>
                      <a:pt x="853393" y="59484"/>
                      <a:pt x="853393" y="59484"/>
                    </a:cubicBezTo>
                    <a:lnTo>
                      <a:pt x="853393" y="28575"/>
                    </a:lnTo>
                    <a:cubicBezTo>
                      <a:pt x="853393" y="28575"/>
                      <a:pt x="947024" y="48482"/>
                      <a:pt x="947024" y="48482"/>
                    </a:cubicBezTo>
                    <a:close/>
                    <a:moveTo>
                      <a:pt x="1026319" y="62627"/>
                    </a:moveTo>
                    <a:cubicBezTo>
                      <a:pt x="1068944" y="71676"/>
                      <a:pt x="1094994" y="107966"/>
                      <a:pt x="1094994" y="148447"/>
                    </a:cubicBezTo>
                    <a:cubicBezTo>
                      <a:pt x="1094994" y="189119"/>
                      <a:pt x="1068944" y="214313"/>
                      <a:pt x="1026319" y="205264"/>
                    </a:cubicBezTo>
                    <a:cubicBezTo>
                      <a:pt x="983504" y="196167"/>
                      <a:pt x="957263" y="159829"/>
                      <a:pt x="957263" y="119205"/>
                    </a:cubicBezTo>
                    <a:cubicBezTo>
                      <a:pt x="957263" y="78724"/>
                      <a:pt x="983504" y="53578"/>
                      <a:pt x="1026319" y="62675"/>
                    </a:cubicBezTo>
                    <a:moveTo>
                      <a:pt x="1026319" y="173117"/>
                    </a:moveTo>
                    <a:cubicBezTo>
                      <a:pt x="1049036" y="177927"/>
                      <a:pt x="1060180" y="165926"/>
                      <a:pt x="1060180" y="141018"/>
                    </a:cubicBezTo>
                    <a:cubicBezTo>
                      <a:pt x="1060180" y="116110"/>
                      <a:pt x="1048846" y="99489"/>
                      <a:pt x="1026319" y="94726"/>
                    </a:cubicBezTo>
                    <a:cubicBezTo>
                      <a:pt x="1003602" y="89916"/>
                      <a:pt x="992267" y="101870"/>
                      <a:pt x="992267" y="126587"/>
                    </a:cubicBezTo>
                    <a:cubicBezTo>
                      <a:pt x="992267" y="151495"/>
                      <a:pt x="1003649" y="168307"/>
                      <a:pt x="1026319" y="173117"/>
                    </a:cubicBezTo>
                    <a:moveTo>
                      <a:pt x="1111949" y="83534"/>
                    </a:moveTo>
                    <a:lnTo>
                      <a:pt x="1175814" y="97107"/>
                    </a:lnTo>
                    <a:lnTo>
                      <a:pt x="1212675" y="230791"/>
                    </a:lnTo>
                    <a:lnTo>
                      <a:pt x="1212675" y="104918"/>
                    </a:lnTo>
                    <a:cubicBezTo>
                      <a:pt x="1212675" y="104918"/>
                      <a:pt x="1246537" y="112109"/>
                      <a:pt x="1246537" y="112109"/>
                    </a:cubicBezTo>
                    <a:lnTo>
                      <a:pt x="1246537" y="249269"/>
                    </a:lnTo>
                    <a:cubicBezTo>
                      <a:pt x="1246537" y="249269"/>
                      <a:pt x="1182672" y="235696"/>
                      <a:pt x="1182672" y="235696"/>
                    </a:cubicBezTo>
                    <a:lnTo>
                      <a:pt x="1145810" y="102013"/>
                    </a:lnTo>
                    <a:lnTo>
                      <a:pt x="1145810" y="227886"/>
                    </a:lnTo>
                    <a:cubicBezTo>
                      <a:pt x="1145810" y="227886"/>
                      <a:pt x="1111949" y="220694"/>
                      <a:pt x="1111949" y="220694"/>
                    </a:cubicBezTo>
                    <a:lnTo>
                      <a:pt x="1111949" y="83534"/>
                    </a:lnTo>
                    <a:close/>
                    <a:moveTo>
                      <a:pt x="42101" y="138970"/>
                    </a:moveTo>
                    <a:lnTo>
                      <a:pt x="104108" y="125778"/>
                    </a:lnTo>
                    <a:lnTo>
                      <a:pt x="145971" y="254032"/>
                    </a:lnTo>
                    <a:lnTo>
                      <a:pt x="110061" y="261652"/>
                    </a:lnTo>
                    <a:lnTo>
                      <a:pt x="97774" y="222837"/>
                    </a:lnTo>
                    <a:lnTo>
                      <a:pt x="47863" y="233458"/>
                    </a:lnTo>
                    <a:lnTo>
                      <a:pt x="35576" y="277511"/>
                    </a:lnTo>
                    <a:lnTo>
                      <a:pt x="0" y="285083"/>
                    </a:lnTo>
                    <a:lnTo>
                      <a:pt x="42053" y="138970"/>
                    </a:lnTo>
                    <a:close/>
                    <a:moveTo>
                      <a:pt x="88440" y="193929"/>
                    </a:moveTo>
                    <a:lnTo>
                      <a:pt x="72819" y="144923"/>
                    </a:lnTo>
                    <a:lnTo>
                      <a:pt x="57198" y="200597"/>
                    </a:lnTo>
                    <a:lnTo>
                      <a:pt x="88488" y="193929"/>
                    </a:lnTo>
                    <a:close/>
                    <a:moveTo>
                      <a:pt x="214646" y="242173"/>
                    </a:moveTo>
                    <a:cubicBezTo>
                      <a:pt x="168307" y="252031"/>
                      <a:pt x="148733" y="235553"/>
                      <a:pt x="148733" y="199930"/>
                    </a:cubicBezTo>
                    <a:lnTo>
                      <a:pt x="183738" y="192500"/>
                    </a:lnTo>
                    <a:cubicBezTo>
                      <a:pt x="183738" y="211979"/>
                      <a:pt x="190977" y="217599"/>
                      <a:pt x="215408" y="212408"/>
                    </a:cubicBezTo>
                    <a:cubicBezTo>
                      <a:pt x="231982" y="208883"/>
                      <a:pt x="239030" y="203883"/>
                      <a:pt x="239030" y="195310"/>
                    </a:cubicBezTo>
                    <a:cubicBezTo>
                      <a:pt x="239030" y="190452"/>
                      <a:pt x="235315" y="187547"/>
                      <a:pt x="227886" y="187166"/>
                    </a:cubicBezTo>
                    <a:lnTo>
                      <a:pt x="183975" y="184452"/>
                    </a:lnTo>
                    <a:cubicBezTo>
                      <a:pt x="161258" y="182880"/>
                      <a:pt x="154210" y="170545"/>
                      <a:pt x="154210" y="153210"/>
                    </a:cubicBezTo>
                    <a:cubicBezTo>
                      <a:pt x="154210" y="126540"/>
                      <a:pt x="173212" y="108299"/>
                      <a:pt x="207645" y="101013"/>
                    </a:cubicBezTo>
                    <a:cubicBezTo>
                      <a:pt x="248603" y="92297"/>
                      <a:pt x="268891" y="108252"/>
                      <a:pt x="268891" y="138017"/>
                    </a:cubicBezTo>
                    <a:lnTo>
                      <a:pt x="234077" y="145399"/>
                    </a:lnTo>
                    <a:cubicBezTo>
                      <a:pt x="234077" y="130635"/>
                      <a:pt x="226076" y="126111"/>
                      <a:pt x="208217" y="129873"/>
                    </a:cubicBezTo>
                    <a:cubicBezTo>
                      <a:pt x="195739" y="132540"/>
                      <a:pt x="189215" y="137208"/>
                      <a:pt x="189215" y="145018"/>
                    </a:cubicBezTo>
                    <a:cubicBezTo>
                      <a:pt x="189215" y="148923"/>
                      <a:pt x="191262" y="151781"/>
                      <a:pt x="199454" y="152352"/>
                    </a:cubicBezTo>
                    <a:lnTo>
                      <a:pt x="242078" y="154400"/>
                    </a:lnTo>
                    <a:cubicBezTo>
                      <a:pt x="263843" y="155400"/>
                      <a:pt x="273891" y="166306"/>
                      <a:pt x="273891" y="186357"/>
                    </a:cubicBezTo>
                    <a:cubicBezTo>
                      <a:pt x="273891" y="212408"/>
                      <a:pt x="256747" y="233172"/>
                      <a:pt x="214694" y="242125"/>
                    </a:cubicBezTo>
                    <a:moveTo>
                      <a:pt x="283702" y="156115"/>
                    </a:moveTo>
                    <a:cubicBezTo>
                      <a:pt x="283702" y="115633"/>
                      <a:pt x="310325" y="79248"/>
                      <a:pt x="353330" y="70104"/>
                    </a:cubicBezTo>
                    <a:cubicBezTo>
                      <a:pt x="390906" y="62103"/>
                      <a:pt x="415862" y="78010"/>
                      <a:pt x="419767" y="111633"/>
                    </a:cubicBezTo>
                    <a:lnTo>
                      <a:pt x="384953" y="119015"/>
                    </a:lnTo>
                    <a:cubicBezTo>
                      <a:pt x="382143" y="104823"/>
                      <a:pt x="370047" y="98631"/>
                      <a:pt x="353473" y="102156"/>
                    </a:cubicBezTo>
                    <a:cubicBezTo>
                      <a:pt x="333185" y="106490"/>
                      <a:pt x="318659" y="121634"/>
                      <a:pt x="318659" y="148638"/>
                    </a:cubicBezTo>
                    <a:cubicBezTo>
                      <a:pt x="318659" y="175879"/>
                      <a:pt x="333185" y="184833"/>
                      <a:pt x="353473" y="180546"/>
                    </a:cubicBezTo>
                    <a:cubicBezTo>
                      <a:pt x="370047" y="177022"/>
                      <a:pt x="382143" y="165497"/>
                      <a:pt x="384953" y="150114"/>
                    </a:cubicBezTo>
                    <a:lnTo>
                      <a:pt x="419767" y="142732"/>
                    </a:lnTo>
                    <a:cubicBezTo>
                      <a:pt x="415862" y="178213"/>
                      <a:pt x="390906" y="204692"/>
                      <a:pt x="353330" y="212693"/>
                    </a:cubicBezTo>
                    <a:cubicBezTo>
                      <a:pt x="310325" y="221837"/>
                      <a:pt x="283702" y="196739"/>
                      <a:pt x="283702" y="156115"/>
                    </a:cubicBezTo>
                    <a:moveTo>
                      <a:pt x="436340" y="55150"/>
                    </a:moveTo>
                    <a:lnTo>
                      <a:pt x="540782" y="32956"/>
                    </a:lnTo>
                    <a:lnTo>
                      <a:pt x="540782" y="63865"/>
                    </a:lnTo>
                    <a:cubicBezTo>
                      <a:pt x="540782" y="63865"/>
                      <a:pt x="470440" y="78819"/>
                      <a:pt x="470440" y="78819"/>
                    </a:cubicBezTo>
                    <a:lnTo>
                      <a:pt x="470440" y="101775"/>
                    </a:lnTo>
                    <a:cubicBezTo>
                      <a:pt x="470440" y="101775"/>
                      <a:pt x="531495" y="88821"/>
                      <a:pt x="531495" y="88821"/>
                    </a:cubicBezTo>
                    <a:lnTo>
                      <a:pt x="531495" y="118015"/>
                    </a:lnTo>
                    <a:cubicBezTo>
                      <a:pt x="531495" y="118015"/>
                      <a:pt x="470440" y="131016"/>
                      <a:pt x="470440" y="131016"/>
                    </a:cubicBezTo>
                    <a:lnTo>
                      <a:pt x="470440" y="154162"/>
                    </a:lnTo>
                    <a:cubicBezTo>
                      <a:pt x="470440" y="154162"/>
                      <a:pt x="540782" y="139208"/>
                      <a:pt x="540782" y="139208"/>
                    </a:cubicBezTo>
                    <a:lnTo>
                      <a:pt x="540782" y="170117"/>
                    </a:lnTo>
                    <a:cubicBezTo>
                      <a:pt x="540782" y="170117"/>
                      <a:pt x="436340" y="192310"/>
                      <a:pt x="436340" y="192310"/>
                    </a:cubicBezTo>
                    <a:lnTo>
                      <a:pt x="436340" y="55150"/>
                    </a:lnTo>
                    <a:close/>
                    <a:moveTo>
                      <a:pt x="561308" y="28623"/>
                    </a:moveTo>
                    <a:lnTo>
                      <a:pt x="625173" y="15049"/>
                    </a:lnTo>
                    <a:lnTo>
                      <a:pt x="662035" y="133112"/>
                    </a:lnTo>
                    <a:lnTo>
                      <a:pt x="662035" y="7239"/>
                    </a:lnTo>
                    <a:cubicBezTo>
                      <a:pt x="662035" y="7239"/>
                      <a:pt x="695897" y="48"/>
                      <a:pt x="695897" y="48"/>
                    </a:cubicBezTo>
                    <a:lnTo>
                      <a:pt x="695897" y="137208"/>
                    </a:lnTo>
                    <a:cubicBezTo>
                      <a:pt x="695897" y="137208"/>
                      <a:pt x="632032" y="150781"/>
                      <a:pt x="632032" y="150781"/>
                    </a:cubicBezTo>
                    <a:lnTo>
                      <a:pt x="595170" y="32718"/>
                    </a:lnTo>
                    <a:lnTo>
                      <a:pt x="595170" y="158591"/>
                    </a:lnTo>
                    <a:cubicBezTo>
                      <a:pt x="595170" y="158591"/>
                      <a:pt x="561308" y="165783"/>
                      <a:pt x="561308" y="165783"/>
                    </a:cubicBezTo>
                    <a:lnTo>
                      <a:pt x="561308" y="28623"/>
                    </a:lnTo>
                    <a:close/>
                  </a:path>
                </a:pathLst>
              </a:custGeom>
              <a:grpFill/>
              <a:ln w="4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8095EDA-20EB-99E8-ABBB-CBE83C48BF1F}"/>
                </a:ext>
              </a:extLst>
            </p:cNvPr>
            <p:cNvSpPr txBox="1"/>
            <p:nvPr/>
          </p:nvSpPr>
          <p:spPr>
            <a:xfrm>
              <a:off x="30480" y="6523176"/>
              <a:ext cx="3144375" cy="24622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defRPr sz="700">
                  <a:solidFill>
                    <a:schemeClr val="bg1"/>
                  </a:solidFill>
                  <a:effectLst/>
                  <a:latin typeface="Verdana" panose="020B0604030504040204" pitchFamily="34" charset="0"/>
                  <a:ea typeface="Verdana" panose="020B060403050404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Ascendion Confidential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4569E3-A8F7-8ABD-1A48-9689B6F1D06E}"/>
              </a:ext>
            </a:extLst>
          </p:cNvPr>
          <p:cNvSpPr/>
          <p:nvPr/>
        </p:nvSpPr>
        <p:spPr>
          <a:xfrm>
            <a:off x="10698956" y="90412"/>
            <a:ext cx="1350024" cy="309061"/>
          </a:xfrm>
          <a:custGeom>
            <a:avLst/>
            <a:gdLst>
              <a:gd name="connsiteX0" fmla="*/ 718995 w 1246536"/>
              <a:gd name="connsiteY0" fmla="*/ 0 h 285083"/>
              <a:gd name="connsiteX1" fmla="*/ 769239 w 1246536"/>
              <a:gd name="connsiteY1" fmla="*/ 10668 h 285083"/>
              <a:gd name="connsiteX2" fmla="*/ 842391 w 1246536"/>
              <a:gd name="connsiteY2" fmla="*/ 94726 h 285083"/>
              <a:gd name="connsiteX3" fmla="*/ 769239 w 1246536"/>
              <a:gd name="connsiteY3" fmla="*/ 147876 h 285083"/>
              <a:gd name="connsiteX4" fmla="*/ 718995 w 1246536"/>
              <a:gd name="connsiteY4" fmla="*/ 137208 h 285083"/>
              <a:gd name="connsiteX5" fmla="*/ 718995 w 1246536"/>
              <a:gd name="connsiteY5" fmla="*/ 48 h 285083"/>
              <a:gd name="connsiteX6" fmla="*/ 769239 w 1246536"/>
              <a:gd name="connsiteY6" fmla="*/ 116729 h 285083"/>
              <a:gd name="connsiteX7" fmla="*/ 808530 w 1246536"/>
              <a:gd name="connsiteY7" fmla="*/ 87535 h 285083"/>
              <a:gd name="connsiteX8" fmla="*/ 769239 w 1246536"/>
              <a:gd name="connsiteY8" fmla="*/ 41624 h 285083"/>
              <a:gd name="connsiteX9" fmla="*/ 752856 w 1246536"/>
              <a:gd name="connsiteY9" fmla="*/ 38148 h 285083"/>
              <a:gd name="connsiteX10" fmla="*/ 752856 w 1246536"/>
              <a:gd name="connsiteY10" fmla="*/ 113252 h 285083"/>
              <a:gd name="connsiteX11" fmla="*/ 769239 w 1246536"/>
              <a:gd name="connsiteY11" fmla="*/ 116729 h 285083"/>
              <a:gd name="connsiteX12" fmla="*/ 947024 w 1246536"/>
              <a:gd name="connsiteY12" fmla="*/ 48482 h 285083"/>
              <a:gd name="connsiteX13" fmla="*/ 947024 w 1246536"/>
              <a:gd name="connsiteY13" fmla="*/ 79391 h 285083"/>
              <a:gd name="connsiteX14" fmla="*/ 917067 w 1246536"/>
              <a:gd name="connsiteY14" fmla="*/ 73009 h 285083"/>
              <a:gd name="connsiteX15" fmla="*/ 917067 w 1246536"/>
              <a:gd name="connsiteY15" fmla="*/ 148114 h 285083"/>
              <a:gd name="connsiteX16" fmla="*/ 947024 w 1246536"/>
              <a:gd name="connsiteY16" fmla="*/ 154496 h 285083"/>
              <a:gd name="connsiteX17" fmla="*/ 947024 w 1246536"/>
              <a:gd name="connsiteY17" fmla="*/ 185642 h 285083"/>
              <a:gd name="connsiteX18" fmla="*/ 853393 w 1246536"/>
              <a:gd name="connsiteY18" fmla="*/ 165735 h 285083"/>
              <a:gd name="connsiteX19" fmla="*/ 853393 w 1246536"/>
              <a:gd name="connsiteY19" fmla="*/ 134588 h 285083"/>
              <a:gd name="connsiteX20" fmla="*/ 883349 w 1246536"/>
              <a:gd name="connsiteY20" fmla="*/ 140970 h 285083"/>
              <a:gd name="connsiteX21" fmla="*/ 883349 w 1246536"/>
              <a:gd name="connsiteY21" fmla="*/ 65865 h 285083"/>
              <a:gd name="connsiteX22" fmla="*/ 853393 w 1246536"/>
              <a:gd name="connsiteY22" fmla="*/ 59484 h 285083"/>
              <a:gd name="connsiteX23" fmla="*/ 853393 w 1246536"/>
              <a:gd name="connsiteY23" fmla="*/ 28575 h 285083"/>
              <a:gd name="connsiteX24" fmla="*/ 947024 w 1246536"/>
              <a:gd name="connsiteY24" fmla="*/ 48482 h 285083"/>
              <a:gd name="connsiteX25" fmla="*/ 1026319 w 1246536"/>
              <a:gd name="connsiteY25" fmla="*/ 62627 h 285083"/>
              <a:gd name="connsiteX26" fmla="*/ 1094994 w 1246536"/>
              <a:gd name="connsiteY26" fmla="*/ 148447 h 285083"/>
              <a:gd name="connsiteX27" fmla="*/ 1026319 w 1246536"/>
              <a:gd name="connsiteY27" fmla="*/ 205264 h 285083"/>
              <a:gd name="connsiteX28" fmla="*/ 957263 w 1246536"/>
              <a:gd name="connsiteY28" fmla="*/ 119205 h 285083"/>
              <a:gd name="connsiteX29" fmla="*/ 1026319 w 1246536"/>
              <a:gd name="connsiteY29" fmla="*/ 62675 h 285083"/>
              <a:gd name="connsiteX30" fmla="*/ 1026319 w 1246536"/>
              <a:gd name="connsiteY30" fmla="*/ 173117 h 285083"/>
              <a:gd name="connsiteX31" fmla="*/ 1060180 w 1246536"/>
              <a:gd name="connsiteY31" fmla="*/ 141018 h 285083"/>
              <a:gd name="connsiteX32" fmla="*/ 1026319 w 1246536"/>
              <a:gd name="connsiteY32" fmla="*/ 94726 h 285083"/>
              <a:gd name="connsiteX33" fmla="*/ 992267 w 1246536"/>
              <a:gd name="connsiteY33" fmla="*/ 126587 h 285083"/>
              <a:gd name="connsiteX34" fmla="*/ 1026319 w 1246536"/>
              <a:gd name="connsiteY34" fmla="*/ 173117 h 285083"/>
              <a:gd name="connsiteX35" fmla="*/ 1111949 w 1246536"/>
              <a:gd name="connsiteY35" fmla="*/ 83534 h 285083"/>
              <a:gd name="connsiteX36" fmla="*/ 1175814 w 1246536"/>
              <a:gd name="connsiteY36" fmla="*/ 97107 h 285083"/>
              <a:gd name="connsiteX37" fmla="*/ 1212675 w 1246536"/>
              <a:gd name="connsiteY37" fmla="*/ 230791 h 285083"/>
              <a:gd name="connsiteX38" fmla="*/ 1212675 w 1246536"/>
              <a:gd name="connsiteY38" fmla="*/ 104918 h 285083"/>
              <a:gd name="connsiteX39" fmla="*/ 1246537 w 1246536"/>
              <a:gd name="connsiteY39" fmla="*/ 112109 h 285083"/>
              <a:gd name="connsiteX40" fmla="*/ 1246537 w 1246536"/>
              <a:gd name="connsiteY40" fmla="*/ 249269 h 285083"/>
              <a:gd name="connsiteX41" fmla="*/ 1182672 w 1246536"/>
              <a:gd name="connsiteY41" fmla="*/ 235696 h 285083"/>
              <a:gd name="connsiteX42" fmla="*/ 1145810 w 1246536"/>
              <a:gd name="connsiteY42" fmla="*/ 102013 h 285083"/>
              <a:gd name="connsiteX43" fmla="*/ 1145810 w 1246536"/>
              <a:gd name="connsiteY43" fmla="*/ 227886 h 285083"/>
              <a:gd name="connsiteX44" fmla="*/ 1111949 w 1246536"/>
              <a:gd name="connsiteY44" fmla="*/ 220694 h 285083"/>
              <a:gd name="connsiteX45" fmla="*/ 1111949 w 1246536"/>
              <a:gd name="connsiteY45" fmla="*/ 83534 h 285083"/>
              <a:gd name="connsiteX46" fmla="*/ 42101 w 1246536"/>
              <a:gd name="connsiteY46" fmla="*/ 138970 h 285083"/>
              <a:gd name="connsiteX47" fmla="*/ 104108 w 1246536"/>
              <a:gd name="connsiteY47" fmla="*/ 125778 h 285083"/>
              <a:gd name="connsiteX48" fmla="*/ 145971 w 1246536"/>
              <a:gd name="connsiteY48" fmla="*/ 254032 h 285083"/>
              <a:gd name="connsiteX49" fmla="*/ 110061 w 1246536"/>
              <a:gd name="connsiteY49" fmla="*/ 261652 h 285083"/>
              <a:gd name="connsiteX50" fmla="*/ 97774 w 1246536"/>
              <a:gd name="connsiteY50" fmla="*/ 222837 h 285083"/>
              <a:gd name="connsiteX51" fmla="*/ 47863 w 1246536"/>
              <a:gd name="connsiteY51" fmla="*/ 233458 h 285083"/>
              <a:gd name="connsiteX52" fmla="*/ 35576 w 1246536"/>
              <a:gd name="connsiteY52" fmla="*/ 277511 h 285083"/>
              <a:gd name="connsiteX53" fmla="*/ 0 w 1246536"/>
              <a:gd name="connsiteY53" fmla="*/ 285083 h 285083"/>
              <a:gd name="connsiteX54" fmla="*/ 42053 w 1246536"/>
              <a:gd name="connsiteY54" fmla="*/ 138970 h 285083"/>
              <a:gd name="connsiteX55" fmla="*/ 88440 w 1246536"/>
              <a:gd name="connsiteY55" fmla="*/ 193929 h 285083"/>
              <a:gd name="connsiteX56" fmla="*/ 72819 w 1246536"/>
              <a:gd name="connsiteY56" fmla="*/ 144923 h 285083"/>
              <a:gd name="connsiteX57" fmla="*/ 57198 w 1246536"/>
              <a:gd name="connsiteY57" fmla="*/ 200597 h 285083"/>
              <a:gd name="connsiteX58" fmla="*/ 88488 w 1246536"/>
              <a:gd name="connsiteY58" fmla="*/ 193929 h 285083"/>
              <a:gd name="connsiteX59" fmla="*/ 214646 w 1246536"/>
              <a:gd name="connsiteY59" fmla="*/ 242173 h 285083"/>
              <a:gd name="connsiteX60" fmla="*/ 148733 w 1246536"/>
              <a:gd name="connsiteY60" fmla="*/ 199930 h 285083"/>
              <a:gd name="connsiteX61" fmla="*/ 183738 w 1246536"/>
              <a:gd name="connsiteY61" fmla="*/ 192500 h 285083"/>
              <a:gd name="connsiteX62" fmla="*/ 215408 w 1246536"/>
              <a:gd name="connsiteY62" fmla="*/ 212408 h 285083"/>
              <a:gd name="connsiteX63" fmla="*/ 239030 w 1246536"/>
              <a:gd name="connsiteY63" fmla="*/ 195310 h 285083"/>
              <a:gd name="connsiteX64" fmla="*/ 227886 w 1246536"/>
              <a:gd name="connsiteY64" fmla="*/ 187166 h 285083"/>
              <a:gd name="connsiteX65" fmla="*/ 183975 w 1246536"/>
              <a:gd name="connsiteY65" fmla="*/ 184452 h 285083"/>
              <a:gd name="connsiteX66" fmla="*/ 154210 w 1246536"/>
              <a:gd name="connsiteY66" fmla="*/ 153210 h 285083"/>
              <a:gd name="connsiteX67" fmla="*/ 207645 w 1246536"/>
              <a:gd name="connsiteY67" fmla="*/ 101013 h 285083"/>
              <a:gd name="connsiteX68" fmla="*/ 268891 w 1246536"/>
              <a:gd name="connsiteY68" fmla="*/ 138017 h 285083"/>
              <a:gd name="connsiteX69" fmla="*/ 234077 w 1246536"/>
              <a:gd name="connsiteY69" fmla="*/ 145399 h 285083"/>
              <a:gd name="connsiteX70" fmla="*/ 208217 w 1246536"/>
              <a:gd name="connsiteY70" fmla="*/ 129873 h 285083"/>
              <a:gd name="connsiteX71" fmla="*/ 189215 w 1246536"/>
              <a:gd name="connsiteY71" fmla="*/ 145018 h 285083"/>
              <a:gd name="connsiteX72" fmla="*/ 199454 w 1246536"/>
              <a:gd name="connsiteY72" fmla="*/ 152352 h 285083"/>
              <a:gd name="connsiteX73" fmla="*/ 242078 w 1246536"/>
              <a:gd name="connsiteY73" fmla="*/ 154400 h 285083"/>
              <a:gd name="connsiteX74" fmla="*/ 273891 w 1246536"/>
              <a:gd name="connsiteY74" fmla="*/ 186357 h 285083"/>
              <a:gd name="connsiteX75" fmla="*/ 214694 w 1246536"/>
              <a:gd name="connsiteY75" fmla="*/ 242125 h 285083"/>
              <a:gd name="connsiteX76" fmla="*/ 283702 w 1246536"/>
              <a:gd name="connsiteY76" fmla="*/ 156115 h 285083"/>
              <a:gd name="connsiteX77" fmla="*/ 353330 w 1246536"/>
              <a:gd name="connsiteY77" fmla="*/ 70104 h 285083"/>
              <a:gd name="connsiteX78" fmla="*/ 419767 w 1246536"/>
              <a:gd name="connsiteY78" fmla="*/ 111633 h 285083"/>
              <a:gd name="connsiteX79" fmla="*/ 384953 w 1246536"/>
              <a:gd name="connsiteY79" fmla="*/ 119015 h 285083"/>
              <a:gd name="connsiteX80" fmla="*/ 353473 w 1246536"/>
              <a:gd name="connsiteY80" fmla="*/ 102156 h 285083"/>
              <a:gd name="connsiteX81" fmla="*/ 318659 w 1246536"/>
              <a:gd name="connsiteY81" fmla="*/ 148638 h 285083"/>
              <a:gd name="connsiteX82" fmla="*/ 353473 w 1246536"/>
              <a:gd name="connsiteY82" fmla="*/ 180546 h 285083"/>
              <a:gd name="connsiteX83" fmla="*/ 384953 w 1246536"/>
              <a:gd name="connsiteY83" fmla="*/ 150114 h 285083"/>
              <a:gd name="connsiteX84" fmla="*/ 419767 w 1246536"/>
              <a:gd name="connsiteY84" fmla="*/ 142732 h 285083"/>
              <a:gd name="connsiteX85" fmla="*/ 353330 w 1246536"/>
              <a:gd name="connsiteY85" fmla="*/ 212693 h 285083"/>
              <a:gd name="connsiteX86" fmla="*/ 283702 w 1246536"/>
              <a:gd name="connsiteY86" fmla="*/ 156115 h 285083"/>
              <a:gd name="connsiteX87" fmla="*/ 436340 w 1246536"/>
              <a:gd name="connsiteY87" fmla="*/ 55150 h 285083"/>
              <a:gd name="connsiteX88" fmla="*/ 540782 w 1246536"/>
              <a:gd name="connsiteY88" fmla="*/ 32956 h 285083"/>
              <a:gd name="connsiteX89" fmla="*/ 540782 w 1246536"/>
              <a:gd name="connsiteY89" fmla="*/ 63865 h 285083"/>
              <a:gd name="connsiteX90" fmla="*/ 470440 w 1246536"/>
              <a:gd name="connsiteY90" fmla="*/ 78819 h 285083"/>
              <a:gd name="connsiteX91" fmla="*/ 470440 w 1246536"/>
              <a:gd name="connsiteY91" fmla="*/ 101775 h 285083"/>
              <a:gd name="connsiteX92" fmla="*/ 531495 w 1246536"/>
              <a:gd name="connsiteY92" fmla="*/ 88821 h 285083"/>
              <a:gd name="connsiteX93" fmla="*/ 531495 w 1246536"/>
              <a:gd name="connsiteY93" fmla="*/ 118015 h 285083"/>
              <a:gd name="connsiteX94" fmla="*/ 470440 w 1246536"/>
              <a:gd name="connsiteY94" fmla="*/ 131016 h 285083"/>
              <a:gd name="connsiteX95" fmla="*/ 470440 w 1246536"/>
              <a:gd name="connsiteY95" fmla="*/ 154162 h 285083"/>
              <a:gd name="connsiteX96" fmla="*/ 540782 w 1246536"/>
              <a:gd name="connsiteY96" fmla="*/ 139208 h 285083"/>
              <a:gd name="connsiteX97" fmla="*/ 540782 w 1246536"/>
              <a:gd name="connsiteY97" fmla="*/ 170117 h 285083"/>
              <a:gd name="connsiteX98" fmla="*/ 436340 w 1246536"/>
              <a:gd name="connsiteY98" fmla="*/ 192310 h 285083"/>
              <a:gd name="connsiteX99" fmla="*/ 436340 w 1246536"/>
              <a:gd name="connsiteY99" fmla="*/ 55150 h 285083"/>
              <a:gd name="connsiteX100" fmla="*/ 561308 w 1246536"/>
              <a:gd name="connsiteY100" fmla="*/ 28623 h 285083"/>
              <a:gd name="connsiteX101" fmla="*/ 625173 w 1246536"/>
              <a:gd name="connsiteY101" fmla="*/ 15049 h 285083"/>
              <a:gd name="connsiteX102" fmla="*/ 662035 w 1246536"/>
              <a:gd name="connsiteY102" fmla="*/ 133112 h 285083"/>
              <a:gd name="connsiteX103" fmla="*/ 662035 w 1246536"/>
              <a:gd name="connsiteY103" fmla="*/ 7239 h 285083"/>
              <a:gd name="connsiteX104" fmla="*/ 695897 w 1246536"/>
              <a:gd name="connsiteY104" fmla="*/ 48 h 285083"/>
              <a:gd name="connsiteX105" fmla="*/ 695897 w 1246536"/>
              <a:gd name="connsiteY105" fmla="*/ 137208 h 285083"/>
              <a:gd name="connsiteX106" fmla="*/ 632032 w 1246536"/>
              <a:gd name="connsiteY106" fmla="*/ 150781 h 285083"/>
              <a:gd name="connsiteX107" fmla="*/ 595170 w 1246536"/>
              <a:gd name="connsiteY107" fmla="*/ 32718 h 285083"/>
              <a:gd name="connsiteX108" fmla="*/ 595170 w 1246536"/>
              <a:gd name="connsiteY108" fmla="*/ 158591 h 285083"/>
              <a:gd name="connsiteX109" fmla="*/ 561308 w 1246536"/>
              <a:gd name="connsiteY109" fmla="*/ 165783 h 285083"/>
              <a:gd name="connsiteX110" fmla="*/ 561308 w 1246536"/>
              <a:gd name="connsiteY110" fmla="*/ 28623 h 28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246536" h="285083">
                <a:moveTo>
                  <a:pt x="718995" y="0"/>
                </a:moveTo>
                <a:lnTo>
                  <a:pt x="769239" y="10668"/>
                </a:lnTo>
                <a:cubicBezTo>
                  <a:pt x="805149" y="18288"/>
                  <a:pt x="842391" y="35766"/>
                  <a:pt x="842391" y="94726"/>
                </a:cubicBezTo>
                <a:cubicBezTo>
                  <a:pt x="842391" y="153876"/>
                  <a:pt x="805149" y="155496"/>
                  <a:pt x="769239" y="147876"/>
                </a:cubicBezTo>
                <a:lnTo>
                  <a:pt x="718995" y="137208"/>
                </a:lnTo>
                <a:lnTo>
                  <a:pt x="718995" y="48"/>
                </a:lnTo>
                <a:close/>
                <a:moveTo>
                  <a:pt x="769239" y="116729"/>
                </a:moveTo>
                <a:cubicBezTo>
                  <a:pt x="791766" y="121539"/>
                  <a:pt x="808530" y="124301"/>
                  <a:pt x="808530" y="87535"/>
                </a:cubicBezTo>
                <a:cubicBezTo>
                  <a:pt x="808530" y="50768"/>
                  <a:pt x="791623" y="46387"/>
                  <a:pt x="769239" y="41624"/>
                </a:cubicBezTo>
                <a:lnTo>
                  <a:pt x="752856" y="38148"/>
                </a:lnTo>
                <a:lnTo>
                  <a:pt x="752856" y="113252"/>
                </a:lnTo>
                <a:cubicBezTo>
                  <a:pt x="752856" y="113252"/>
                  <a:pt x="769239" y="116729"/>
                  <a:pt x="769239" y="116729"/>
                </a:cubicBezTo>
                <a:close/>
                <a:moveTo>
                  <a:pt x="947024" y="48482"/>
                </a:moveTo>
                <a:lnTo>
                  <a:pt x="947024" y="79391"/>
                </a:lnTo>
                <a:cubicBezTo>
                  <a:pt x="947024" y="79391"/>
                  <a:pt x="917067" y="73009"/>
                  <a:pt x="917067" y="73009"/>
                </a:cubicBezTo>
                <a:lnTo>
                  <a:pt x="917067" y="148114"/>
                </a:lnTo>
                <a:cubicBezTo>
                  <a:pt x="917067" y="148114"/>
                  <a:pt x="947024" y="154496"/>
                  <a:pt x="947024" y="154496"/>
                </a:cubicBezTo>
                <a:lnTo>
                  <a:pt x="947024" y="185642"/>
                </a:lnTo>
                <a:cubicBezTo>
                  <a:pt x="947024" y="185642"/>
                  <a:pt x="853393" y="165735"/>
                  <a:pt x="853393" y="165735"/>
                </a:cubicBezTo>
                <a:lnTo>
                  <a:pt x="853393" y="134588"/>
                </a:lnTo>
                <a:cubicBezTo>
                  <a:pt x="853393" y="134588"/>
                  <a:pt x="883349" y="140970"/>
                  <a:pt x="883349" y="140970"/>
                </a:cubicBezTo>
                <a:lnTo>
                  <a:pt x="883349" y="65865"/>
                </a:lnTo>
                <a:cubicBezTo>
                  <a:pt x="883349" y="65865"/>
                  <a:pt x="853393" y="59484"/>
                  <a:pt x="853393" y="59484"/>
                </a:cubicBezTo>
                <a:lnTo>
                  <a:pt x="853393" y="28575"/>
                </a:lnTo>
                <a:cubicBezTo>
                  <a:pt x="853393" y="28575"/>
                  <a:pt x="947024" y="48482"/>
                  <a:pt x="947024" y="48482"/>
                </a:cubicBezTo>
                <a:close/>
                <a:moveTo>
                  <a:pt x="1026319" y="62627"/>
                </a:moveTo>
                <a:cubicBezTo>
                  <a:pt x="1068944" y="71676"/>
                  <a:pt x="1094994" y="107966"/>
                  <a:pt x="1094994" y="148447"/>
                </a:cubicBezTo>
                <a:cubicBezTo>
                  <a:pt x="1094994" y="189119"/>
                  <a:pt x="1068944" y="214313"/>
                  <a:pt x="1026319" y="205264"/>
                </a:cubicBezTo>
                <a:cubicBezTo>
                  <a:pt x="983504" y="196167"/>
                  <a:pt x="957263" y="159829"/>
                  <a:pt x="957263" y="119205"/>
                </a:cubicBezTo>
                <a:cubicBezTo>
                  <a:pt x="957263" y="78724"/>
                  <a:pt x="983504" y="53578"/>
                  <a:pt x="1026319" y="62675"/>
                </a:cubicBezTo>
                <a:moveTo>
                  <a:pt x="1026319" y="173117"/>
                </a:moveTo>
                <a:cubicBezTo>
                  <a:pt x="1049036" y="177927"/>
                  <a:pt x="1060180" y="165926"/>
                  <a:pt x="1060180" y="141018"/>
                </a:cubicBezTo>
                <a:cubicBezTo>
                  <a:pt x="1060180" y="116110"/>
                  <a:pt x="1048846" y="99489"/>
                  <a:pt x="1026319" y="94726"/>
                </a:cubicBezTo>
                <a:cubicBezTo>
                  <a:pt x="1003602" y="89916"/>
                  <a:pt x="992267" y="101870"/>
                  <a:pt x="992267" y="126587"/>
                </a:cubicBezTo>
                <a:cubicBezTo>
                  <a:pt x="992267" y="151495"/>
                  <a:pt x="1003649" y="168307"/>
                  <a:pt x="1026319" y="173117"/>
                </a:cubicBezTo>
                <a:moveTo>
                  <a:pt x="1111949" y="83534"/>
                </a:moveTo>
                <a:lnTo>
                  <a:pt x="1175814" y="97107"/>
                </a:lnTo>
                <a:lnTo>
                  <a:pt x="1212675" y="230791"/>
                </a:lnTo>
                <a:lnTo>
                  <a:pt x="1212675" y="104918"/>
                </a:lnTo>
                <a:cubicBezTo>
                  <a:pt x="1212675" y="104918"/>
                  <a:pt x="1246537" y="112109"/>
                  <a:pt x="1246537" y="112109"/>
                </a:cubicBezTo>
                <a:lnTo>
                  <a:pt x="1246537" y="249269"/>
                </a:lnTo>
                <a:cubicBezTo>
                  <a:pt x="1246537" y="249269"/>
                  <a:pt x="1182672" y="235696"/>
                  <a:pt x="1182672" y="235696"/>
                </a:cubicBezTo>
                <a:lnTo>
                  <a:pt x="1145810" y="102013"/>
                </a:lnTo>
                <a:lnTo>
                  <a:pt x="1145810" y="227886"/>
                </a:lnTo>
                <a:cubicBezTo>
                  <a:pt x="1145810" y="227886"/>
                  <a:pt x="1111949" y="220694"/>
                  <a:pt x="1111949" y="220694"/>
                </a:cubicBezTo>
                <a:lnTo>
                  <a:pt x="1111949" y="83534"/>
                </a:lnTo>
                <a:close/>
                <a:moveTo>
                  <a:pt x="42101" y="138970"/>
                </a:moveTo>
                <a:lnTo>
                  <a:pt x="104108" y="125778"/>
                </a:lnTo>
                <a:lnTo>
                  <a:pt x="145971" y="254032"/>
                </a:lnTo>
                <a:lnTo>
                  <a:pt x="110061" y="261652"/>
                </a:lnTo>
                <a:lnTo>
                  <a:pt x="97774" y="222837"/>
                </a:lnTo>
                <a:lnTo>
                  <a:pt x="47863" y="233458"/>
                </a:lnTo>
                <a:lnTo>
                  <a:pt x="35576" y="277511"/>
                </a:lnTo>
                <a:lnTo>
                  <a:pt x="0" y="285083"/>
                </a:lnTo>
                <a:lnTo>
                  <a:pt x="42053" y="138970"/>
                </a:lnTo>
                <a:close/>
                <a:moveTo>
                  <a:pt x="88440" y="193929"/>
                </a:moveTo>
                <a:lnTo>
                  <a:pt x="72819" y="144923"/>
                </a:lnTo>
                <a:lnTo>
                  <a:pt x="57198" y="200597"/>
                </a:lnTo>
                <a:lnTo>
                  <a:pt x="88488" y="193929"/>
                </a:lnTo>
                <a:close/>
                <a:moveTo>
                  <a:pt x="214646" y="242173"/>
                </a:moveTo>
                <a:cubicBezTo>
                  <a:pt x="168307" y="252031"/>
                  <a:pt x="148733" y="235553"/>
                  <a:pt x="148733" y="199930"/>
                </a:cubicBezTo>
                <a:lnTo>
                  <a:pt x="183738" y="192500"/>
                </a:lnTo>
                <a:cubicBezTo>
                  <a:pt x="183738" y="211979"/>
                  <a:pt x="190977" y="217599"/>
                  <a:pt x="215408" y="212408"/>
                </a:cubicBezTo>
                <a:cubicBezTo>
                  <a:pt x="231982" y="208883"/>
                  <a:pt x="239030" y="203883"/>
                  <a:pt x="239030" y="195310"/>
                </a:cubicBezTo>
                <a:cubicBezTo>
                  <a:pt x="239030" y="190452"/>
                  <a:pt x="235315" y="187547"/>
                  <a:pt x="227886" y="187166"/>
                </a:cubicBezTo>
                <a:lnTo>
                  <a:pt x="183975" y="184452"/>
                </a:lnTo>
                <a:cubicBezTo>
                  <a:pt x="161258" y="182880"/>
                  <a:pt x="154210" y="170545"/>
                  <a:pt x="154210" y="153210"/>
                </a:cubicBezTo>
                <a:cubicBezTo>
                  <a:pt x="154210" y="126540"/>
                  <a:pt x="173212" y="108299"/>
                  <a:pt x="207645" y="101013"/>
                </a:cubicBezTo>
                <a:cubicBezTo>
                  <a:pt x="248603" y="92297"/>
                  <a:pt x="268891" y="108252"/>
                  <a:pt x="268891" y="138017"/>
                </a:cubicBezTo>
                <a:lnTo>
                  <a:pt x="234077" y="145399"/>
                </a:lnTo>
                <a:cubicBezTo>
                  <a:pt x="234077" y="130635"/>
                  <a:pt x="226076" y="126111"/>
                  <a:pt x="208217" y="129873"/>
                </a:cubicBezTo>
                <a:cubicBezTo>
                  <a:pt x="195739" y="132540"/>
                  <a:pt x="189215" y="137208"/>
                  <a:pt x="189215" y="145018"/>
                </a:cubicBezTo>
                <a:cubicBezTo>
                  <a:pt x="189215" y="148923"/>
                  <a:pt x="191262" y="151781"/>
                  <a:pt x="199454" y="152352"/>
                </a:cubicBezTo>
                <a:lnTo>
                  <a:pt x="242078" y="154400"/>
                </a:lnTo>
                <a:cubicBezTo>
                  <a:pt x="263843" y="155400"/>
                  <a:pt x="273891" y="166306"/>
                  <a:pt x="273891" y="186357"/>
                </a:cubicBezTo>
                <a:cubicBezTo>
                  <a:pt x="273891" y="212408"/>
                  <a:pt x="256747" y="233172"/>
                  <a:pt x="214694" y="242125"/>
                </a:cubicBezTo>
                <a:moveTo>
                  <a:pt x="283702" y="156115"/>
                </a:moveTo>
                <a:cubicBezTo>
                  <a:pt x="283702" y="115633"/>
                  <a:pt x="310325" y="79248"/>
                  <a:pt x="353330" y="70104"/>
                </a:cubicBezTo>
                <a:cubicBezTo>
                  <a:pt x="390906" y="62103"/>
                  <a:pt x="415862" y="78010"/>
                  <a:pt x="419767" y="111633"/>
                </a:cubicBezTo>
                <a:lnTo>
                  <a:pt x="384953" y="119015"/>
                </a:lnTo>
                <a:cubicBezTo>
                  <a:pt x="382143" y="104823"/>
                  <a:pt x="370047" y="98631"/>
                  <a:pt x="353473" y="102156"/>
                </a:cubicBezTo>
                <a:cubicBezTo>
                  <a:pt x="333185" y="106490"/>
                  <a:pt x="318659" y="121634"/>
                  <a:pt x="318659" y="148638"/>
                </a:cubicBezTo>
                <a:cubicBezTo>
                  <a:pt x="318659" y="175879"/>
                  <a:pt x="333185" y="184833"/>
                  <a:pt x="353473" y="180546"/>
                </a:cubicBezTo>
                <a:cubicBezTo>
                  <a:pt x="370047" y="177022"/>
                  <a:pt x="382143" y="165497"/>
                  <a:pt x="384953" y="150114"/>
                </a:cubicBezTo>
                <a:lnTo>
                  <a:pt x="419767" y="142732"/>
                </a:lnTo>
                <a:cubicBezTo>
                  <a:pt x="415862" y="178213"/>
                  <a:pt x="390906" y="204692"/>
                  <a:pt x="353330" y="212693"/>
                </a:cubicBezTo>
                <a:cubicBezTo>
                  <a:pt x="310325" y="221837"/>
                  <a:pt x="283702" y="196739"/>
                  <a:pt x="283702" y="156115"/>
                </a:cubicBezTo>
                <a:moveTo>
                  <a:pt x="436340" y="55150"/>
                </a:moveTo>
                <a:lnTo>
                  <a:pt x="540782" y="32956"/>
                </a:lnTo>
                <a:lnTo>
                  <a:pt x="540782" y="63865"/>
                </a:lnTo>
                <a:cubicBezTo>
                  <a:pt x="540782" y="63865"/>
                  <a:pt x="470440" y="78819"/>
                  <a:pt x="470440" y="78819"/>
                </a:cubicBezTo>
                <a:lnTo>
                  <a:pt x="470440" y="101775"/>
                </a:lnTo>
                <a:cubicBezTo>
                  <a:pt x="470440" y="101775"/>
                  <a:pt x="531495" y="88821"/>
                  <a:pt x="531495" y="88821"/>
                </a:cubicBezTo>
                <a:lnTo>
                  <a:pt x="531495" y="118015"/>
                </a:lnTo>
                <a:cubicBezTo>
                  <a:pt x="531495" y="118015"/>
                  <a:pt x="470440" y="131016"/>
                  <a:pt x="470440" y="131016"/>
                </a:cubicBezTo>
                <a:lnTo>
                  <a:pt x="470440" y="154162"/>
                </a:lnTo>
                <a:cubicBezTo>
                  <a:pt x="470440" y="154162"/>
                  <a:pt x="540782" y="139208"/>
                  <a:pt x="540782" y="139208"/>
                </a:cubicBezTo>
                <a:lnTo>
                  <a:pt x="540782" y="170117"/>
                </a:lnTo>
                <a:cubicBezTo>
                  <a:pt x="540782" y="170117"/>
                  <a:pt x="436340" y="192310"/>
                  <a:pt x="436340" y="192310"/>
                </a:cubicBezTo>
                <a:lnTo>
                  <a:pt x="436340" y="55150"/>
                </a:lnTo>
                <a:close/>
                <a:moveTo>
                  <a:pt x="561308" y="28623"/>
                </a:moveTo>
                <a:lnTo>
                  <a:pt x="625173" y="15049"/>
                </a:lnTo>
                <a:lnTo>
                  <a:pt x="662035" y="133112"/>
                </a:lnTo>
                <a:lnTo>
                  <a:pt x="662035" y="7239"/>
                </a:lnTo>
                <a:cubicBezTo>
                  <a:pt x="662035" y="7239"/>
                  <a:pt x="695897" y="48"/>
                  <a:pt x="695897" y="48"/>
                </a:cubicBezTo>
                <a:lnTo>
                  <a:pt x="695897" y="137208"/>
                </a:lnTo>
                <a:cubicBezTo>
                  <a:pt x="695897" y="137208"/>
                  <a:pt x="632032" y="150781"/>
                  <a:pt x="632032" y="150781"/>
                </a:cubicBezTo>
                <a:lnTo>
                  <a:pt x="595170" y="32718"/>
                </a:lnTo>
                <a:lnTo>
                  <a:pt x="595170" y="158591"/>
                </a:lnTo>
                <a:cubicBezTo>
                  <a:pt x="595170" y="158591"/>
                  <a:pt x="561308" y="165783"/>
                  <a:pt x="561308" y="165783"/>
                </a:cubicBezTo>
                <a:lnTo>
                  <a:pt x="561308" y="28623"/>
                </a:lnTo>
                <a:close/>
              </a:path>
            </a:pathLst>
          </a:custGeom>
          <a:solidFill>
            <a:schemeClr val="tx1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oogle Shape;6;p1">
            <a:extLst>
              <a:ext uri="{FF2B5EF4-FFF2-40B4-BE49-F238E27FC236}">
                <a16:creationId xmlns:a16="http://schemas.microsoft.com/office/drawing/2014/main" id="{29945F89-1948-BEB9-AF4C-A4AB706FD779}"/>
              </a:ext>
            </a:extLst>
          </p:cNvPr>
          <p:cNvGrpSpPr/>
          <p:nvPr/>
        </p:nvGrpSpPr>
        <p:grpSpPr>
          <a:xfrm>
            <a:off x="-30854" y="2091831"/>
            <a:ext cx="12192374" cy="4137065"/>
            <a:chOff x="4435" y="7748593"/>
            <a:chExt cx="12182563" cy="5161009"/>
          </a:xfrm>
        </p:grpSpPr>
        <p:sp>
          <p:nvSpPr>
            <p:cNvPr id="14" name="Google Shape;7;p1">
              <a:extLst>
                <a:ext uri="{FF2B5EF4-FFF2-40B4-BE49-F238E27FC236}">
                  <a16:creationId xmlns:a16="http://schemas.microsoft.com/office/drawing/2014/main" id="{1E0229E1-8803-6F18-EC81-80DDBE5872FB}"/>
                </a:ext>
              </a:extLst>
            </p:cNvPr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8;p1">
              <a:extLst>
                <a:ext uri="{FF2B5EF4-FFF2-40B4-BE49-F238E27FC236}">
                  <a16:creationId xmlns:a16="http://schemas.microsoft.com/office/drawing/2014/main" id="{62E3B680-23D7-5EF7-26F3-790ED5CBCA4F}"/>
                </a:ext>
              </a:extLst>
            </p:cNvPr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;p1">
              <a:extLst>
                <a:ext uri="{FF2B5EF4-FFF2-40B4-BE49-F238E27FC236}">
                  <a16:creationId xmlns:a16="http://schemas.microsoft.com/office/drawing/2014/main" id="{E15FD3E9-3E7E-8B46-AB9F-C1147521C611}"/>
                </a:ext>
              </a:extLst>
            </p:cNvPr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0;p1">
              <a:extLst>
                <a:ext uri="{FF2B5EF4-FFF2-40B4-BE49-F238E27FC236}">
                  <a16:creationId xmlns:a16="http://schemas.microsoft.com/office/drawing/2014/main" id="{35E663EF-84D0-9841-60C4-DB36F184B020}"/>
                </a:ext>
              </a:extLst>
            </p:cNvPr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;p1">
              <a:extLst>
                <a:ext uri="{FF2B5EF4-FFF2-40B4-BE49-F238E27FC236}">
                  <a16:creationId xmlns:a16="http://schemas.microsoft.com/office/drawing/2014/main" id="{226A9BAA-6952-3940-D6BE-5B1ACF19496A}"/>
                </a:ext>
              </a:extLst>
            </p:cNvPr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;p1">
              <a:extLst>
                <a:ext uri="{FF2B5EF4-FFF2-40B4-BE49-F238E27FC236}">
                  <a16:creationId xmlns:a16="http://schemas.microsoft.com/office/drawing/2014/main" id="{7F811049-4B0D-96C9-A9B0-A11F0C0E6E11}"/>
                </a:ext>
              </a:extLst>
            </p:cNvPr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3;p1">
              <a:extLst>
                <a:ext uri="{FF2B5EF4-FFF2-40B4-BE49-F238E27FC236}">
                  <a16:creationId xmlns:a16="http://schemas.microsoft.com/office/drawing/2014/main" id="{840C4484-85CC-78BD-85BB-54D30AC50E18}"/>
                </a:ext>
              </a:extLst>
            </p:cNvPr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4;p1">
              <a:extLst>
                <a:ext uri="{FF2B5EF4-FFF2-40B4-BE49-F238E27FC236}">
                  <a16:creationId xmlns:a16="http://schemas.microsoft.com/office/drawing/2014/main" id="{59EDED17-2C7F-0981-CF0B-A3753999867B}"/>
                </a:ext>
              </a:extLst>
            </p:cNvPr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5;p1">
              <a:extLst>
                <a:ext uri="{FF2B5EF4-FFF2-40B4-BE49-F238E27FC236}">
                  <a16:creationId xmlns:a16="http://schemas.microsoft.com/office/drawing/2014/main" id="{B64B9DA6-D4E3-9939-54EA-A650DC974879}"/>
                </a:ext>
              </a:extLst>
            </p:cNvPr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6;p1">
              <a:extLst>
                <a:ext uri="{FF2B5EF4-FFF2-40B4-BE49-F238E27FC236}">
                  <a16:creationId xmlns:a16="http://schemas.microsoft.com/office/drawing/2014/main" id="{A403C76C-E9D4-5EDE-AE1E-877997E94AE5}"/>
                </a:ext>
              </a:extLst>
            </p:cNvPr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7;p1">
              <a:extLst>
                <a:ext uri="{FF2B5EF4-FFF2-40B4-BE49-F238E27FC236}">
                  <a16:creationId xmlns:a16="http://schemas.microsoft.com/office/drawing/2014/main" id="{28F0E17A-22CA-6833-646A-1BA260CD822C}"/>
                </a:ext>
              </a:extLst>
            </p:cNvPr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8;p1">
              <a:extLst>
                <a:ext uri="{FF2B5EF4-FFF2-40B4-BE49-F238E27FC236}">
                  <a16:creationId xmlns:a16="http://schemas.microsoft.com/office/drawing/2014/main" id="{B18CCB15-FFBE-C649-15AC-4BF3E6A82C9C}"/>
                </a:ext>
              </a:extLst>
            </p:cNvPr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9;p1">
              <a:extLst>
                <a:ext uri="{FF2B5EF4-FFF2-40B4-BE49-F238E27FC236}">
                  <a16:creationId xmlns:a16="http://schemas.microsoft.com/office/drawing/2014/main" id="{392D1770-789B-4542-823D-D0C1703C0FBC}"/>
                </a:ext>
              </a:extLst>
            </p:cNvPr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0;p1">
              <a:extLst>
                <a:ext uri="{FF2B5EF4-FFF2-40B4-BE49-F238E27FC236}">
                  <a16:creationId xmlns:a16="http://schemas.microsoft.com/office/drawing/2014/main" id="{E455F260-20E8-4182-3F60-7CCBC378DC82}"/>
                </a:ext>
              </a:extLst>
            </p:cNvPr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1;p1">
              <a:extLst>
                <a:ext uri="{FF2B5EF4-FFF2-40B4-BE49-F238E27FC236}">
                  <a16:creationId xmlns:a16="http://schemas.microsoft.com/office/drawing/2014/main" id="{63EC09D9-ED66-DF4F-1AF5-2605879D9B7A}"/>
                </a:ext>
              </a:extLst>
            </p:cNvPr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2;p1">
              <a:extLst>
                <a:ext uri="{FF2B5EF4-FFF2-40B4-BE49-F238E27FC236}">
                  <a16:creationId xmlns:a16="http://schemas.microsoft.com/office/drawing/2014/main" id="{2D925277-7689-22AE-6FD3-6C4C0E7F8E6C}"/>
                </a:ext>
              </a:extLst>
            </p:cNvPr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3;p1">
              <a:extLst>
                <a:ext uri="{FF2B5EF4-FFF2-40B4-BE49-F238E27FC236}">
                  <a16:creationId xmlns:a16="http://schemas.microsoft.com/office/drawing/2014/main" id="{DADD3F76-1BC1-3458-AE9E-EFC5FF2AF399}"/>
                </a:ext>
              </a:extLst>
            </p:cNvPr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4;p1">
              <a:extLst>
                <a:ext uri="{FF2B5EF4-FFF2-40B4-BE49-F238E27FC236}">
                  <a16:creationId xmlns:a16="http://schemas.microsoft.com/office/drawing/2014/main" id="{D73D3E3B-F7EE-9F71-52CA-97D3AF0AFDDD}"/>
                </a:ext>
              </a:extLst>
            </p:cNvPr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5;p1">
              <a:extLst>
                <a:ext uri="{FF2B5EF4-FFF2-40B4-BE49-F238E27FC236}">
                  <a16:creationId xmlns:a16="http://schemas.microsoft.com/office/drawing/2014/main" id="{F7ED5B6D-4116-A430-1627-DB9F34CFA1B0}"/>
                </a:ext>
              </a:extLst>
            </p:cNvPr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6;p1">
              <a:extLst>
                <a:ext uri="{FF2B5EF4-FFF2-40B4-BE49-F238E27FC236}">
                  <a16:creationId xmlns:a16="http://schemas.microsoft.com/office/drawing/2014/main" id="{57B3F19D-428A-68AE-6962-E8CB23D9C790}"/>
                </a:ext>
              </a:extLst>
            </p:cNvPr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7;p1">
              <a:extLst>
                <a:ext uri="{FF2B5EF4-FFF2-40B4-BE49-F238E27FC236}">
                  <a16:creationId xmlns:a16="http://schemas.microsoft.com/office/drawing/2014/main" id="{03FF348C-C31C-E118-4028-3E64C0A975CA}"/>
                </a:ext>
              </a:extLst>
            </p:cNvPr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8;p1">
              <a:extLst>
                <a:ext uri="{FF2B5EF4-FFF2-40B4-BE49-F238E27FC236}">
                  <a16:creationId xmlns:a16="http://schemas.microsoft.com/office/drawing/2014/main" id="{6CE2DF21-7030-8EBC-7C7A-74081F84ACFC}"/>
                </a:ext>
              </a:extLst>
            </p:cNvPr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9;p1">
              <a:extLst>
                <a:ext uri="{FF2B5EF4-FFF2-40B4-BE49-F238E27FC236}">
                  <a16:creationId xmlns:a16="http://schemas.microsoft.com/office/drawing/2014/main" id="{9ADDB4D7-71F3-AED6-5EE4-E761189B713A}"/>
                </a:ext>
              </a:extLst>
            </p:cNvPr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0;p1">
              <a:extLst>
                <a:ext uri="{FF2B5EF4-FFF2-40B4-BE49-F238E27FC236}">
                  <a16:creationId xmlns:a16="http://schemas.microsoft.com/office/drawing/2014/main" id="{A6A9F60E-8E0F-1CF7-7E78-9F3E9C118B2D}"/>
                </a:ext>
              </a:extLst>
            </p:cNvPr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1;p1">
              <a:extLst>
                <a:ext uri="{FF2B5EF4-FFF2-40B4-BE49-F238E27FC236}">
                  <a16:creationId xmlns:a16="http://schemas.microsoft.com/office/drawing/2014/main" id="{AC95B9AA-CE30-13D0-6E29-86DFE5D8BF4F}"/>
                </a:ext>
              </a:extLst>
            </p:cNvPr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2;p1">
              <a:extLst>
                <a:ext uri="{FF2B5EF4-FFF2-40B4-BE49-F238E27FC236}">
                  <a16:creationId xmlns:a16="http://schemas.microsoft.com/office/drawing/2014/main" id="{E98867F9-F8DC-35E1-2415-F017EBD21D1F}"/>
                </a:ext>
              </a:extLst>
            </p:cNvPr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33;p1">
              <a:extLst>
                <a:ext uri="{FF2B5EF4-FFF2-40B4-BE49-F238E27FC236}">
                  <a16:creationId xmlns:a16="http://schemas.microsoft.com/office/drawing/2014/main" id="{A71E1C6D-CDB1-B03E-7001-B45169EEE3AD}"/>
                </a:ext>
              </a:extLst>
            </p:cNvPr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34;p1">
              <a:extLst>
                <a:ext uri="{FF2B5EF4-FFF2-40B4-BE49-F238E27FC236}">
                  <a16:creationId xmlns:a16="http://schemas.microsoft.com/office/drawing/2014/main" id="{52272345-E050-28E1-F3E4-6A021D7D980B}"/>
                </a:ext>
              </a:extLst>
            </p:cNvPr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35;p1">
              <a:extLst>
                <a:ext uri="{FF2B5EF4-FFF2-40B4-BE49-F238E27FC236}">
                  <a16:creationId xmlns:a16="http://schemas.microsoft.com/office/drawing/2014/main" id="{AB355914-F55B-4BF5-EA5F-D7CAE82D7D5A}"/>
                </a:ext>
              </a:extLst>
            </p:cNvPr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36;p1">
              <a:extLst>
                <a:ext uri="{FF2B5EF4-FFF2-40B4-BE49-F238E27FC236}">
                  <a16:creationId xmlns:a16="http://schemas.microsoft.com/office/drawing/2014/main" id="{B4BFC561-D478-F919-E2B5-7CB219909CFD}"/>
                </a:ext>
              </a:extLst>
            </p:cNvPr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37;p1">
              <a:extLst>
                <a:ext uri="{FF2B5EF4-FFF2-40B4-BE49-F238E27FC236}">
                  <a16:creationId xmlns:a16="http://schemas.microsoft.com/office/drawing/2014/main" id="{0655EB07-F6A3-FBD9-AB8B-1C8336600E5B}"/>
                </a:ext>
              </a:extLst>
            </p:cNvPr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38;p1">
              <a:extLst>
                <a:ext uri="{FF2B5EF4-FFF2-40B4-BE49-F238E27FC236}">
                  <a16:creationId xmlns:a16="http://schemas.microsoft.com/office/drawing/2014/main" id="{1EDDB40C-9715-3FA8-5235-B5488731F598}"/>
                </a:ext>
              </a:extLst>
            </p:cNvPr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6" name="Picture 45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0CF9E369-C794-0E8E-82F5-7FC0A3DAF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597" y="6403397"/>
            <a:ext cx="453720" cy="46015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BED6DA9-F7EB-BE27-403A-4F465159256D}"/>
              </a:ext>
            </a:extLst>
          </p:cNvPr>
          <p:cNvGrpSpPr/>
          <p:nvPr/>
        </p:nvGrpSpPr>
        <p:grpSpPr>
          <a:xfrm>
            <a:off x="30480" y="-79164"/>
            <a:ext cx="12104370" cy="6119234"/>
            <a:chOff x="87630" y="-79164"/>
            <a:chExt cx="12104370" cy="6119234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AFCF1C64-E9BA-0476-B82F-C04D36A95E0A}"/>
                </a:ext>
              </a:extLst>
            </p:cNvPr>
            <p:cNvSpPr txBox="1">
              <a:spLocks/>
            </p:cNvSpPr>
            <p:nvPr/>
          </p:nvSpPr>
          <p:spPr>
            <a:xfrm>
              <a:off x="87630" y="-79164"/>
              <a:ext cx="10605184" cy="763600"/>
            </a:xfrm>
            <a:prstGeom prst="rect">
              <a:avLst/>
            </a:prstGeom>
          </p:spPr>
          <p:txBody>
            <a:bodyPr spcFirstLastPara="1" vert="horz" wrap="square" lIns="91425" tIns="91425" rIns="91425" bIns="91425" rtlCol="0" anchor="ctr" anchorCtr="0">
              <a:no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Pts val="2800"/>
                <a:buFontTx/>
                <a:buNone/>
                <a:tabLst/>
                <a:defRPr kumimoji="0" sz="2400" b="1" i="0" u="none" strike="noStrike" cap="none" spc="0" normalizeH="0" baseline="0">
                  <a:ln>
                    <a:noFill/>
                  </a:ln>
                  <a:solidFill>
                    <a:srgbClr val="2859C3"/>
                  </a:solidFill>
                  <a:effectLst/>
                  <a:uLnTx/>
                  <a:uFillTx/>
                  <a:latin typeface="Aptos Display" panose="02110004020202020204"/>
                  <a:ea typeface="+mj-ea"/>
                  <a:cs typeface="+mj-cs"/>
                </a:defRPr>
              </a:lvl1pPr>
              <a:lvl2pPr lvl="1">
                <a:spcBef>
                  <a:spcPts val="0"/>
                </a:spcBef>
                <a:spcAft>
                  <a:spcPts val="0"/>
                </a:spcAft>
                <a:buSzPts val="2800"/>
                <a:buNone/>
              </a:lvl2pPr>
              <a:lvl3pPr lvl="2">
                <a:spcBef>
                  <a:spcPts val="0"/>
                </a:spcBef>
                <a:spcAft>
                  <a:spcPts val="0"/>
                </a:spcAft>
                <a:buSzPts val="2800"/>
                <a:buNone/>
              </a:lvl3pPr>
              <a:lvl4pPr lvl="3">
                <a:spcBef>
                  <a:spcPts val="0"/>
                </a:spcBef>
                <a:spcAft>
                  <a:spcPts val="0"/>
                </a:spcAft>
                <a:buSzPts val="2800"/>
                <a:buNone/>
              </a:lvl4pPr>
              <a:lvl5pPr lvl="4">
                <a:spcBef>
                  <a:spcPts val="0"/>
                </a:spcBef>
                <a:spcAft>
                  <a:spcPts val="0"/>
                </a:spcAft>
                <a:buSzPts val="2800"/>
                <a:buNone/>
              </a:lvl5pPr>
              <a:lvl6pPr lvl="5">
                <a:spcBef>
                  <a:spcPts val="0"/>
                </a:spcBef>
                <a:spcAft>
                  <a:spcPts val="0"/>
                </a:spcAft>
                <a:buSzPts val="2800"/>
                <a:buNone/>
              </a:lvl6pPr>
              <a:lvl7pPr lvl="6">
                <a:spcBef>
                  <a:spcPts val="0"/>
                </a:spcBef>
                <a:spcAft>
                  <a:spcPts val="0"/>
                </a:spcAft>
                <a:buSzPts val="2800"/>
                <a:buNone/>
              </a:lvl7pPr>
              <a:lvl8pPr lvl="7">
                <a:spcBef>
                  <a:spcPts val="0"/>
                </a:spcBef>
                <a:spcAft>
                  <a:spcPts val="0"/>
                </a:spcAft>
                <a:buSzPts val="2800"/>
                <a:buNone/>
              </a:lvl8pPr>
              <a:lvl9pPr lvl="8">
                <a:spcBef>
                  <a:spcPts val="0"/>
                </a:spcBef>
                <a:spcAft>
                  <a:spcPts val="0"/>
                </a:spcAft>
                <a:buSzPts val="2800"/>
                <a:buNone/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Pts val="2800"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2859C3"/>
                  </a:solidFill>
                  <a:effectLst/>
                  <a:uLnTx/>
                  <a:uFillTx/>
                  <a:latin typeface="Aptos Display" panose="02110004020202020204"/>
                  <a:ea typeface="+mj-ea"/>
                  <a:cs typeface="+mj-cs"/>
                </a:rPr>
                <a:t>Our playbook for enterprise-grade Gen AI solutions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2859C3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EA3BB4C-D49C-4746-5C6B-70F5084114DA}"/>
                </a:ext>
              </a:extLst>
            </p:cNvPr>
            <p:cNvGrpSpPr/>
            <p:nvPr/>
          </p:nvGrpSpPr>
          <p:grpSpPr>
            <a:xfrm>
              <a:off x="256104" y="1070446"/>
              <a:ext cx="11935896" cy="4969624"/>
              <a:chOff x="256104" y="1070446"/>
              <a:chExt cx="11935896" cy="496962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6F636B0-279E-D255-CF4D-70B771BE9403}"/>
                  </a:ext>
                </a:extLst>
              </p:cNvPr>
              <p:cNvGrpSpPr/>
              <p:nvPr/>
            </p:nvGrpSpPr>
            <p:grpSpPr>
              <a:xfrm>
                <a:off x="256104" y="1070446"/>
                <a:ext cx="11935896" cy="4969624"/>
                <a:chOff x="256104" y="1070446"/>
                <a:chExt cx="11935896" cy="4969624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BE2949E9-A026-AB99-261E-B0286FF4D401}"/>
                    </a:ext>
                  </a:extLst>
                </p:cNvPr>
                <p:cNvGrpSpPr/>
                <p:nvPr/>
              </p:nvGrpSpPr>
              <p:grpSpPr>
                <a:xfrm>
                  <a:off x="256104" y="1070446"/>
                  <a:ext cx="9667298" cy="4969624"/>
                  <a:chOff x="649509" y="817859"/>
                  <a:chExt cx="10982190" cy="5371067"/>
                </a:xfrm>
              </p:grpSpPr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8F1B1F6B-083A-664C-ADF3-96348CC88CF6}"/>
                      </a:ext>
                    </a:extLst>
                  </p:cNvPr>
                  <p:cNvSpPr/>
                  <p:nvPr/>
                </p:nvSpPr>
                <p:spPr>
                  <a:xfrm>
                    <a:off x="2494729" y="874651"/>
                    <a:ext cx="1010163" cy="1550400"/>
                  </a:xfrm>
                  <a:custGeom>
                    <a:avLst/>
                    <a:gdLst>
                      <a:gd name="connsiteX0" fmla="*/ 372145 w 2099911"/>
                      <a:gd name="connsiteY0" fmla="*/ 561853 h 2184428"/>
                      <a:gd name="connsiteX1" fmla="*/ 3328 w 2099911"/>
                      <a:gd name="connsiteY1" fmla="*/ 1623316 h 2184428"/>
                      <a:gd name="connsiteX2" fmla="*/ 1012976 w 2099911"/>
                      <a:gd name="connsiteY2" fmla="*/ 1623316 h 2184428"/>
                      <a:gd name="connsiteX3" fmla="*/ 1012976 w 2099911"/>
                      <a:gd name="connsiteY3" fmla="*/ 2181905 h 2184428"/>
                      <a:gd name="connsiteX4" fmla="*/ 2102264 w 2099911"/>
                      <a:gd name="connsiteY4" fmla="*/ 1092617 h 2184428"/>
                      <a:gd name="connsiteX5" fmla="*/ 1012976 w 2099911"/>
                      <a:gd name="connsiteY5" fmla="*/ 3328 h 2184428"/>
                      <a:gd name="connsiteX6" fmla="*/ 1012976 w 2099911"/>
                      <a:gd name="connsiteY6" fmla="*/ 561853 h 2184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99911" h="2184428">
                        <a:moveTo>
                          <a:pt x="372145" y="561853"/>
                        </a:moveTo>
                        <a:lnTo>
                          <a:pt x="3328" y="1623316"/>
                        </a:lnTo>
                        <a:lnTo>
                          <a:pt x="1012976" y="1623316"/>
                        </a:lnTo>
                        <a:lnTo>
                          <a:pt x="1012976" y="2181905"/>
                        </a:lnTo>
                        <a:lnTo>
                          <a:pt x="2102264" y="1092617"/>
                        </a:lnTo>
                        <a:lnTo>
                          <a:pt x="1012976" y="3328"/>
                        </a:lnTo>
                        <a:lnTo>
                          <a:pt x="1012976" y="561853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 w="650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" name="Freeform: Shape 59">
                    <a:extLst>
                      <a:ext uri="{FF2B5EF4-FFF2-40B4-BE49-F238E27FC236}">
                        <a16:creationId xmlns:a16="http://schemas.microsoft.com/office/drawing/2014/main" id="{DAF07994-F33B-AE1C-3C4B-44206C1859D6}"/>
                      </a:ext>
                    </a:extLst>
                  </p:cNvPr>
                  <p:cNvSpPr/>
                  <p:nvPr/>
                </p:nvSpPr>
                <p:spPr>
                  <a:xfrm>
                    <a:off x="5198463" y="874651"/>
                    <a:ext cx="1010163" cy="1550400"/>
                  </a:xfrm>
                  <a:custGeom>
                    <a:avLst/>
                    <a:gdLst>
                      <a:gd name="connsiteX0" fmla="*/ 372080 w 2099911"/>
                      <a:gd name="connsiteY0" fmla="*/ 561853 h 2184428"/>
                      <a:gd name="connsiteX1" fmla="*/ 3328 w 2099911"/>
                      <a:gd name="connsiteY1" fmla="*/ 1623316 h 2184428"/>
                      <a:gd name="connsiteX2" fmla="*/ 1012976 w 2099911"/>
                      <a:gd name="connsiteY2" fmla="*/ 1623316 h 2184428"/>
                      <a:gd name="connsiteX3" fmla="*/ 1012976 w 2099911"/>
                      <a:gd name="connsiteY3" fmla="*/ 2181905 h 2184428"/>
                      <a:gd name="connsiteX4" fmla="*/ 2102264 w 2099911"/>
                      <a:gd name="connsiteY4" fmla="*/ 1092617 h 2184428"/>
                      <a:gd name="connsiteX5" fmla="*/ 1012976 w 2099911"/>
                      <a:gd name="connsiteY5" fmla="*/ 3328 h 2184428"/>
                      <a:gd name="connsiteX6" fmla="*/ 1012976 w 2099911"/>
                      <a:gd name="connsiteY6" fmla="*/ 561853 h 2184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99911" h="2184428">
                        <a:moveTo>
                          <a:pt x="372080" y="561853"/>
                        </a:moveTo>
                        <a:lnTo>
                          <a:pt x="3328" y="1623316"/>
                        </a:lnTo>
                        <a:lnTo>
                          <a:pt x="1012976" y="1623316"/>
                        </a:lnTo>
                        <a:lnTo>
                          <a:pt x="1012976" y="2181905"/>
                        </a:lnTo>
                        <a:lnTo>
                          <a:pt x="2102264" y="1092617"/>
                        </a:lnTo>
                        <a:lnTo>
                          <a:pt x="1012976" y="3328"/>
                        </a:lnTo>
                        <a:lnTo>
                          <a:pt x="1012976" y="561853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20000"/>
                      <a:lumOff val="80000"/>
                    </a:schemeClr>
                  </a:solidFill>
                  <a:ln w="650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" name="Freeform: Shape 60">
                    <a:extLst>
                      <a:ext uri="{FF2B5EF4-FFF2-40B4-BE49-F238E27FC236}">
                        <a16:creationId xmlns:a16="http://schemas.microsoft.com/office/drawing/2014/main" id="{3621F0F7-CA3C-9930-40DB-F473A6DBE11B}"/>
                      </a:ext>
                    </a:extLst>
                  </p:cNvPr>
                  <p:cNvSpPr/>
                  <p:nvPr/>
                </p:nvSpPr>
                <p:spPr>
                  <a:xfrm>
                    <a:off x="7902197" y="874651"/>
                    <a:ext cx="1010163" cy="1550400"/>
                  </a:xfrm>
                  <a:custGeom>
                    <a:avLst/>
                    <a:gdLst>
                      <a:gd name="connsiteX0" fmla="*/ 372080 w 2099911"/>
                      <a:gd name="connsiteY0" fmla="*/ 561853 h 2184428"/>
                      <a:gd name="connsiteX1" fmla="*/ 3328 w 2099911"/>
                      <a:gd name="connsiteY1" fmla="*/ 1623316 h 2184428"/>
                      <a:gd name="connsiteX2" fmla="*/ 1012976 w 2099911"/>
                      <a:gd name="connsiteY2" fmla="*/ 1623316 h 2184428"/>
                      <a:gd name="connsiteX3" fmla="*/ 1012976 w 2099911"/>
                      <a:gd name="connsiteY3" fmla="*/ 2181905 h 2184428"/>
                      <a:gd name="connsiteX4" fmla="*/ 2102264 w 2099911"/>
                      <a:gd name="connsiteY4" fmla="*/ 1092617 h 2184428"/>
                      <a:gd name="connsiteX5" fmla="*/ 1012976 w 2099911"/>
                      <a:gd name="connsiteY5" fmla="*/ 3328 h 2184428"/>
                      <a:gd name="connsiteX6" fmla="*/ 1012976 w 2099911"/>
                      <a:gd name="connsiteY6" fmla="*/ 561853 h 2184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99911" h="2184428">
                        <a:moveTo>
                          <a:pt x="372080" y="561853"/>
                        </a:moveTo>
                        <a:lnTo>
                          <a:pt x="3328" y="1623316"/>
                        </a:lnTo>
                        <a:lnTo>
                          <a:pt x="1012976" y="1623316"/>
                        </a:lnTo>
                        <a:lnTo>
                          <a:pt x="1012976" y="2181905"/>
                        </a:lnTo>
                        <a:lnTo>
                          <a:pt x="2102264" y="1092617"/>
                        </a:lnTo>
                        <a:lnTo>
                          <a:pt x="1012976" y="3328"/>
                        </a:lnTo>
                        <a:lnTo>
                          <a:pt x="1012976" y="561853"/>
                        </a:lnTo>
                        <a:close/>
                      </a:path>
                    </a:pathLst>
                  </a:custGeom>
                  <a:solidFill>
                    <a:schemeClr val="accent3">
                      <a:lumMod val="20000"/>
                      <a:lumOff val="80000"/>
                    </a:schemeClr>
                  </a:solidFill>
                  <a:ln w="650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Freeform: Shape 61">
                    <a:extLst>
                      <a:ext uri="{FF2B5EF4-FFF2-40B4-BE49-F238E27FC236}">
                        <a16:creationId xmlns:a16="http://schemas.microsoft.com/office/drawing/2014/main" id="{F4E7B9F5-618F-B217-2CB8-6BA5BC5CA313}"/>
                      </a:ext>
                    </a:extLst>
                  </p:cNvPr>
                  <p:cNvSpPr/>
                  <p:nvPr/>
                </p:nvSpPr>
                <p:spPr>
                  <a:xfrm>
                    <a:off x="10605931" y="843101"/>
                    <a:ext cx="1010163" cy="1550400"/>
                  </a:xfrm>
                  <a:custGeom>
                    <a:avLst/>
                    <a:gdLst>
                      <a:gd name="connsiteX0" fmla="*/ 372080 w 2099911"/>
                      <a:gd name="connsiteY0" fmla="*/ 561853 h 2184428"/>
                      <a:gd name="connsiteX1" fmla="*/ 3328 w 2099911"/>
                      <a:gd name="connsiteY1" fmla="*/ 1623316 h 2184428"/>
                      <a:gd name="connsiteX2" fmla="*/ 1012976 w 2099911"/>
                      <a:gd name="connsiteY2" fmla="*/ 1623316 h 2184428"/>
                      <a:gd name="connsiteX3" fmla="*/ 1012976 w 2099911"/>
                      <a:gd name="connsiteY3" fmla="*/ 2181905 h 2184428"/>
                      <a:gd name="connsiteX4" fmla="*/ 2102264 w 2099911"/>
                      <a:gd name="connsiteY4" fmla="*/ 1092617 h 2184428"/>
                      <a:gd name="connsiteX5" fmla="*/ 1012976 w 2099911"/>
                      <a:gd name="connsiteY5" fmla="*/ 3328 h 2184428"/>
                      <a:gd name="connsiteX6" fmla="*/ 1012976 w 2099911"/>
                      <a:gd name="connsiteY6" fmla="*/ 561853 h 2184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99911" h="2184428">
                        <a:moveTo>
                          <a:pt x="372080" y="561853"/>
                        </a:moveTo>
                        <a:lnTo>
                          <a:pt x="3328" y="1623316"/>
                        </a:lnTo>
                        <a:lnTo>
                          <a:pt x="1012976" y="1623316"/>
                        </a:lnTo>
                        <a:lnTo>
                          <a:pt x="1012976" y="2181905"/>
                        </a:lnTo>
                        <a:lnTo>
                          <a:pt x="2102264" y="1092617"/>
                        </a:lnTo>
                        <a:lnTo>
                          <a:pt x="1012976" y="3328"/>
                        </a:lnTo>
                        <a:lnTo>
                          <a:pt x="1012976" y="561853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20000"/>
                      <a:lumOff val="80000"/>
                    </a:schemeClr>
                  </a:solidFill>
                  <a:ln w="650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20EFB7A7-4EB4-D38E-EAB1-864C3973B4DE}"/>
                      </a:ext>
                    </a:extLst>
                  </p:cNvPr>
                  <p:cNvGrpSpPr/>
                  <p:nvPr/>
                </p:nvGrpSpPr>
                <p:grpSpPr>
                  <a:xfrm>
                    <a:off x="649509" y="817859"/>
                    <a:ext cx="10982190" cy="5371067"/>
                    <a:chOff x="649509" y="817859"/>
                    <a:chExt cx="10982190" cy="5371067"/>
                  </a:xfrm>
                </p:grpSpPr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330885CA-D83A-9645-6EF4-E82235D7D3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6957" y="3109639"/>
                      <a:ext cx="2484305" cy="2558649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Articulate the business problem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Identify desired outcomes of the Gen AI solution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Identify Quantifiable Metrics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Consider Existing Workflows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A2DCD357-2B2E-8EDA-35E2-0340CFF721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20499" y="3109639"/>
                      <a:ext cx="2434497" cy="22816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Establish robust data pipeline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Ensure data quality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Domain experts’ collaboration for real world challenges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Feature Engineering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6" name="Rectangle 65">
                      <a:extLst>
                        <a:ext uri="{FF2B5EF4-FFF2-40B4-BE49-F238E27FC236}">
                          <a16:creationId xmlns:a16="http://schemas.microsoft.com/office/drawing/2014/main" id="{A356E562-791E-2A8C-9C51-4DB18D7BF8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58955" y="3070354"/>
                      <a:ext cx="2601755" cy="2558649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Develop comprehensive evaluation framework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Map evals to business outcomes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Use SLMs for objective tests, LLMs for subjective / qualitative tests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Iterate on evals as the solution mature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7" name="Freeform: Shape 66">
                      <a:extLst>
                        <a:ext uri="{FF2B5EF4-FFF2-40B4-BE49-F238E27FC236}">
                          <a16:creationId xmlns:a16="http://schemas.microsoft.com/office/drawing/2014/main" id="{D9478778-DA55-43B6-2101-37974E1427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509" y="836353"/>
                      <a:ext cx="2870989" cy="5352573"/>
                    </a:xfrm>
                    <a:custGeom>
                      <a:avLst/>
                      <a:gdLst>
                        <a:gd name="connsiteX0" fmla="*/ 5302452 w 5968169"/>
                        <a:gd name="connsiteY0" fmla="*/ 7541686 h 7541478"/>
                        <a:gd name="connsiteX1" fmla="*/ 486698 w 5968169"/>
                        <a:gd name="connsiteY1" fmla="*/ 7541686 h 7541478"/>
                        <a:gd name="connsiteX2" fmla="*/ 3328 w 5968169"/>
                        <a:gd name="connsiteY2" fmla="*/ 7058316 h 7541478"/>
                        <a:gd name="connsiteX3" fmla="*/ 3328 w 5968169"/>
                        <a:gd name="connsiteY3" fmla="*/ 2216882 h 7541478"/>
                        <a:gd name="connsiteX4" fmla="*/ 565233 w 5968169"/>
                        <a:gd name="connsiteY4" fmla="*/ 1654977 h 7541478"/>
                        <a:gd name="connsiteX5" fmla="*/ 4871157 w 5968169"/>
                        <a:gd name="connsiteY5" fmla="*/ 1654977 h 7541478"/>
                        <a:gd name="connsiteX6" fmla="*/ 4871157 w 5968169"/>
                        <a:gd name="connsiteY6" fmla="*/ 2181970 h 7541478"/>
                        <a:gd name="connsiteX7" fmla="*/ 5906485 w 5968169"/>
                        <a:gd name="connsiteY7" fmla="*/ 1146577 h 7541478"/>
                        <a:gd name="connsiteX8" fmla="*/ 4871157 w 5968169"/>
                        <a:gd name="connsiteY8" fmla="*/ 111249 h 7541478"/>
                        <a:gd name="connsiteX9" fmla="*/ 4871157 w 5968169"/>
                        <a:gd name="connsiteY9" fmla="*/ 638243 h 7541478"/>
                        <a:gd name="connsiteX10" fmla="*/ 455492 w 5968169"/>
                        <a:gd name="connsiteY10" fmla="*/ 638243 h 7541478"/>
                        <a:gd name="connsiteX11" fmla="*/ 52413 w 5968169"/>
                        <a:gd name="connsiteY11" fmla="*/ 1041322 h 7541478"/>
                        <a:gd name="connsiteX12" fmla="*/ 30048 w 5968169"/>
                        <a:gd name="connsiteY12" fmla="*/ 1063686 h 7541478"/>
                        <a:gd name="connsiteX13" fmla="*/ 7684 w 5968169"/>
                        <a:gd name="connsiteY13" fmla="*/ 1041322 h 7541478"/>
                        <a:gd name="connsiteX14" fmla="*/ 455492 w 5968169"/>
                        <a:gd name="connsiteY14" fmla="*/ 593514 h 7541478"/>
                        <a:gd name="connsiteX15" fmla="*/ 4826429 w 5968169"/>
                        <a:gd name="connsiteY15" fmla="*/ 593514 h 7541478"/>
                        <a:gd name="connsiteX16" fmla="*/ 4826429 w 5968169"/>
                        <a:gd name="connsiteY16" fmla="*/ 3328 h 7541478"/>
                        <a:gd name="connsiteX17" fmla="*/ 5969678 w 5968169"/>
                        <a:gd name="connsiteY17" fmla="*/ 1146577 h 7541478"/>
                        <a:gd name="connsiteX18" fmla="*/ 4826429 w 5968169"/>
                        <a:gd name="connsiteY18" fmla="*/ 2289826 h 7541478"/>
                        <a:gd name="connsiteX19" fmla="*/ 4826429 w 5968169"/>
                        <a:gd name="connsiteY19" fmla="*/ 1699641 h 7541478"/>
                        <a:gd name="connsiteX20" fmla="*/ 565233 w 5968169"/>
                        <a:gd name="connsiteY20" fmla="*/ 1699641 h 7541478"/>
                        <a:gd name="connsiteX21" fmla="*/ 47992 w 5968169"/>
                        <a:gd name="connsiteY21" fmla="*/ 2216882 h 7541478"/>
                        <a:gd name="connsiteX22" fmla="*/ 47992 w 5968169"/>
                        <a:gd name="connsiteY22" fmla="*/ 7058316 h 7541478"/>
                        <a:gd name="connsiteX23" fmla="*/ 486698 w 5968169"/>
                        <a:gd name="connsiteY23" fmla="*/ 7497022 h 7541478"/>
                        <a:gd name="connsiteX24" fmla="*/ 5302387 w 5968169"/>
                        <a:gd name="connsiteY24" fmla="*/ 7497022 h 7541478"/>
                        <a:gd name="connsiteX25" fmla="*/ 5324751 w 5968169"/>
                        <a:gd name="connsiteY25" fmla="*/ 7519387 h 7541478"/>
                        <a:gd name="connsiteX26" fmla="*/ 5302452 w 5968169"/>
                        <a:gd name="connsiteY26" fmla="*/ 7541686 h 75414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</a:cxnLst>
                      <a:rect l="l" t="t" r="r" b="b"/>
                      <a:pathLst>
                        <a:path w="5968169" h="7541478">
                          <a:moveTo>
                            <a:pt x="5302452" y="7541686"/>
                          </a:moveTo>
                          <a:lnTo>
                            <a:pt x="486698" y="7541686"/>
                          </a:lnTo>
                          <a:cubicBezTo>
                            <a:pt x="220146" y="7541686"/>
                            <a:pt x="3328" y="7324868"/>
                            <a:pt x="3328" y="7058316"/>
                          </a:cubicBezTo>
                          <a:lnTo>
                            <a:pt x="3328" y="2216882"/>
                          </a:lnTo>
                          <a:cubicBezTo>
                            <a:pt x="3328" y="1907031"/>
                            <a:pt x="255382" y="1654977"/>
                            <a:pt x="565233" y="1654977"/>
                          </a:cubicBezTo>
                          <a:lnTo>
                            <a:pt x="4871157" y="1654977"/>
                          </a:lnTo>
                          <a:lnTo>
                            <a:pt x="4871157" y="2181970"/>
                          </a:lnTo>
                          <a:lnTo>
                            <a:pt x="5906485" y="1146577"/>
                          </a:lnTo>
                          <a:lnTo>
                            <a:pt x="4871157" y="111249"/>
                          </a:lnTo>
                          <a:lnTo>
                            <a:pt x="4871157" y="638243"/>
                          </a:lnTo>
                          <a:lnTo>
                            <a:pt x="455492" y="638243"/>
                          </a:lnTo>
                          <a:cubicBezTo>
                            <a:pt x="233213" y="638243"/>
                            <a:pt x="52413" y="819043"/>
                            <a:pt x="52413" y="1041322"/>
                          </a:cubicBezTo>
                          <a:cubicBezTo>
                            <a:pt x="52413" y="1053674"/>
                            <a:pt x="42401" y="1063686"/>
                            <a:pt x="30048" y="1063686"/>
                          </a:cubicBezTo>
                          <a:cubicBezTo>
                            <a:pt x="17696" y="1063686"/>
                            <a:pt x="7684" y="1053674"/>
                            <a:pt x="7684" y="1041322"/>
                          </a:cubicBezTo>
                          <a:cubicBezTo>
                            <a:pt x="7684" y="794403"/>
                            <a:pt x="208573" y="593514"/>
                            <a:pt x="455492" y="593514"/>
                          </a:cubicBezTo>
                          <a:lnTo>
                            <a:pt x="4826429" y="593514"/>
                          </a:lnTo>
                          <a:lnTo>
                            <a:pt x="4826429" y="3328"/>
                          </a:lnTo>
                          <a:lnTo>
                            <a:pt x="5969678" y="1146577"/>
                          </a:lnTo>
                          <a:lnTo>
                            <a:pt x="4826429" y="2289826"/>
                          </a:lnTo>
                          <a:lnTo>
                            <a:pt x="4826429" y="1699641"/>
                          </a:lnTo>
                          <a:lnTo>
                            <a:pt x="565233" y="1699641"/>
                          </a:lnTo>
                          <a:cubicBezTo>
                            <a:pt x="280022" y="1699641"/>
                            <a:pt x="47992" y="1931671"/>
                            <a:pt x="47992" y="2216882"/>
                          </a:cubicBezTo>
                          <a:lnTo>
                            <a:pt x="47992" y="7058316"/>
                          </a:lnTo>
                          <a:cubicBezTo>
                            <a:pt x="47992" y="7300228"/>
                            <a:pt x="244785" y="7497022"/>
                            <a:pt x="486698" y="7497022"/>
                          </a:cubicBezTo>
                          <a:lnTo>
                            <a:pt x="5302387" y="7497022"/>
                          </a:lnTo>
                          <a:cubicBezTo>
                            <a:pt x="5314739" y="7497022"/>
                            <a:pt x="5324751" y="7507034"/>
                            <a:pt x="5324751" y="7519387"/>
                          </a:cubicBezTo>
                          <a:cubicBezTo>
                            <a:pt x="5324751" y="7531674"/>
                            <a:pt x="5314804" y="7541686"/>
                            <a:pt x="5302452" y="7541686"/>
                          </a:cubicBezTo>
                          <a:close/>
                        </a:path>
                      </a:pathLst>
                    </a:custGeom>
                    <a:solidFill>
                      <a:srgbClr val="1D1D1B"/>
                    </a:solidFill>
                    <a:ln w="6501" cap="flat">
                      <a:noFill/>
                      <a:prstDash val="solid"/>
                      <a:miter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8" name="Freeform: Shape 67">
                      <a:extLst>
                        <a:ext uri="{FF2B5EF4-FFF2-40B4-BE49-F238E27FC236}">
                          <a16:creationId xmlns:a16="http://schemas.microsoft.com/office/drawing/2014/main" id="{F3B4CBC6-9841-C0FD-DB46-10753D8BEA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53243" y="836353"/>
                      <a:ext cx="2870989" cy="5352573"/>
                    </a:xfrm>
                    <a:custGeom>
                      <a:avLst/>
                      <a:gdLst>
                        <a:gd name="connsiteX0" fmla="*/ 5302387 w 5968169"/>
                        <a:gd name="connsiteY0" fmla="*/ 7541686 h 7541478"/>
                        <a:gd name="connsiteX1" fmla="*/ 486698 w 5968169"/>
                        <a:gd name="connsiteY1" fmla="*/ 7541686 h 7541478"/>
                        <a:gd name="connsiteX2" fmla="*/ 3328 w 5968169"/>
                        <a:gd name="connsiteY2" fmla="*/ 7058316 h 7541478"/>
                        <a:gd name="connsiteX3" fmla="*/ 3328 w 5968169"/>
                        <a:gd name="connsiteY3" fmla="*/ 2154210 h 7541478"/>
                        <a:gd name="connsiteX4" fmla="*/ 502561 w 5968169"/>
                        <a:gd name="connsiteY4" fmla="*/ 1654977 h 7541478"/>
                        <a:gd name="connsiteX5" fmla="*/ 4871157 w 5968169"/>
                        <a:gd name="connsiteY5" fmla="*/ 1654977 h 7541478"/>
                        <a:gd name="connsiteX6" fmla="*/ 4871157 w 5968169"/>
                        <a:gd name="connsiteY6" fmla="*/ 2181970 h 7541478"/>
                        <a:gd name="connsiteX7" fmla="*/ 5906485 w 5968169"/>
                        <a:gd name="connsiteY7" fmla="*/ 1146642 h 7541478"/>
                        <a:gd name="connsiteX8" fmla="*/ 4871157 w 5968169"/>
                        <a:gd name="connsiteY8" fmla="*/ 111314 h 7541478"/>
                        <a:gd name="connsiteX9" fmla="*/ 4871157 w 5968169"/>
                        <a:gd name="connsiteY9" fmla="*/ 638308 h 7541478"/>
                        <a:gd name="connsiteX10" fmla="*/ 317665 w 5968169"/>
                        <a:gd name="connsiteY10" fmla="*/ 638308 h 7541478"/>
                        <a:gd name="connsiteX11" fmla="*/ 295300 w 5968169"/>
                        <a:gd name="connsiteY11" fmla="*/ 615943 h 7541478"/>
                        <a:gd name="connsiteX12" fmla="*/ 317665 w 5968169"/>
                        <a:gd name="connsiteY12" fmla="*/ 593579 h 7541478"/>
                        <a:gd name="connsiteX13" fmla="*/ 4826494 w 5968169"/>
                        <a:gd name="connsiteY13" fmla="*/ 593579 h 7541478"/>
                        <a:gd name="connsiteX14" fmla="*/ 4826494 w 5968169"/>
                        <a:gd name="connsiteY14" fmla="*/ 3328 h 7541478"/>
                        <a:gd name="connsiteX15" fmla="*/ 5969743 w 5968169"/>
                        <a:gd name="connsiteY15" fmla="*/ 1146577 h 7541478"/>
                        <a:gd name="connsiteX16" fmla="*/ 4826494 w 5968169"/>
                        <a:gd name="connsiteY16" fmla="*/ 2289826 h 7541478"/>
                        <a:gd name="connsiteX17" fmla="*/ 4826494 w 5968169"/>
                        <a:gd name="connsiteY17" fmla="*/ 1699641 h 7541478"/>
                        <a:gd name="connsiteX18" fmla="*/ 502626 w 5968169"/>
                        <a:gd name="connsiteY18" fmla="*/ 1699641 h 7541478"/>
                        <a:gd name="connsiteX19" fmla="*/ 48057 w 5968169"/>
                        <a:gd name="connsiteY19" fmla="*/ 2154210 h 7541478"/>
                        <a:gd name="connsiteX20" fmla="*/ 48057 w 5968169"/>
                        <a:gd name="connsiteY20" fmla="*/ 7058316 h 7541478"/>
                        <a:gd name="connsiteX21" fmla="*/ 486763 w 5968169"/>
                        <a:gd name="connsiteY21" fmla="*/ 7497022 h 7541478"/>
                        <a:gd name="connsiteX22" fmla="*/ 5302452 w 5968169"/>
                        <a:gd name="connsiteY22" fmla="*/ 7497022 h 7541478"/>
                        <a:gd name="connsiteX23" fmla="*/ 5324817 w 5968169"/>
                        <a:gd name="connsiteY23" fmla="*/ 7519387 h 7541478"/>
                        <a:gd name="connsiteX24" fmla="*/ 5302387 w 5968169"/>
                        <a:gd name="connsiteY24" fmla="*/ 7541686 h 75414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</a:cxnLst>
                      <a:rect l="l" t="t" r="r" b="b"/>
                      <a:pathLst>
                        <a:path w="5968169" h="7541478">
                          <a:moveTo>
                            <a:pt x="5302387" y="7541686"/>
                          </a:moveTo>
                          <a:lnTo>
                            <a:pt x="486698" y="7541686"/>
                          </a:lnTo>
                          <a:cubicBezTo>
                            <a:pt x="220145" y="7541686"/>
                            <a:pt x="3328" y="7324868"/>
                            <a:pt x="3328" y="7058316"/>
                          </a:cubicBezTo>
                          <a:lnTo>
                            <a:pt x="3328" y="2154210"/>
                          </a:lnTo>
                          <a:cubicBezTo>
                            <a:pt x="3328" y="1878946"/>
                            <a:pt x="227297" y="1654977"/>
                            <a:pt x="502561" y="1654977"/>
                          </a:cubicBezTo>
                          <a:lnTo>
                            <a:pt x="4871157" y="1654977"/>
                          </a:lnTo>
                          <a:lnTo>
                            <a:pt x="4871157" y="2181970"/>
                          </a:lnTo>
                          <a:lnTo>
                            <a:pt x="5906485" y="1146642"/>
                          </a:lnTo>
                          <a:lnTo>
                            <a:pt x="4871157" y="111314"/>
                          </a:lnTo>
                          <a:lnTo>
                            <a:pt x="4871157" y="638308"/>
                          </a:lnTo>
                          <a:lnTo>
                            <a:pt x="317665" y="638308"/>
                          </a:lnTo>
                          <a:cubicBezTo>
                            <a:pt x="305312" y="638308"/>
                            <a:pt x="295300" y="628296"/>
                            <a:pt x="295300" y="615943"/>
                          </a:cubicBezTo>
                          <a:cubicBezTo>
                            <a:pt x="295300" y="603591"/>
                            <a:pt x="305312" y="593579"/>
                            <a:pt x="317665" y="593579"/>
                          </a:cubicBezTo>
                          <a:lnTo>
                            <a:pt x="4826494" y="593579"/>
                          </a:lnTo>
                          <a:lnTo>
                            <a:pt x="4826494" y="3328"/>
                          </a:lnTo>
                          <a:lnTo>
                            <a:pt x="5969743" y="1146577"/>
                          </a:lnTo>
                          <a:lnTo>
                            <a:pt x="4826494" y="2289826"/>
                          </a:lnTo>
                          <a:lnTo>
                            <a:pt x="4826494" y="1699641"/>
                          </a:lnTo>
                          <a:lnTo>
                            <a:pt x="502626" y="1699641"/>
                          </a:lnTo>
                          <a:cubicBezTo>
                            <a:pt x="252002" y="1699641"/>
                            <a:pt x="48057" y="1903521"/>
                            <a:pt x="48057" y="2154210"/>
                          </a:cubicBezTo>
                          <a:lnTo>
                            <a:pt x="48057" y="7058316"/>
                          </a:lnTo>
                          <a:cubicBezTo>
                            <a:pt x="48057" y="7300228"/>
                            <a:pt x="244850" y="7497022"/>
                            <a:pt x="486763" y="7497022"/>
                          </a:cubicBezTo>
                          <a:lnTo>
                            <a:pt x="5302452" y="7497022"/>
                          </a:lnTo>
                          <a:cubicBezTo>
                            <a:pt x="5314804" y="7497022"/>
                            <a:pt x="5324817" y="7507034"/>
                            <a:pt x="5324817" y="7519387"/>
                          </a:cubicBezTo>
                          <a:cubicBezTo>
                            <a:pt x="5324751" y="7531674"/>
                            <a:pt x="5314739" y="7541686"/>
                            <a:pt x="5302387" y="7541686"/>
                          </a:cubicBezTo>
                          <a:close/>
                        </a:path>
                      </a:pathLst>
                    </a:custGeom>
                    <a:solidFill>
                      <a:srgbClr val="1D1D1B"/>
                    </a:solidFill>
                    <a:ln w="6501" cap="flat">
                      <a:noFill/>
                      <a:prstDash val="solid"/>
                      <a:miter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9" name="Freeform: Shape 68">
                      <a:extLst>
                        <a:ext uri="{FF2B5EF4-FFF2-40B4-BE49-F238E27FC236}">
                          <a16:creationId xmlns:a16="http://schemas.microsoft.com/office/drawing/2014/main" id="{A4A0060E-D34B-D0FE-F740-74C9CC5FF3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56976" y="836353"/>
                      <a:ext cx="2870989" cy="5352573"/>
                    </a:xfrm>
                    <a:custGeom>
                      <a:avLst/>
                      <a:gdLst>
                        <a:gd name="connsiteX0" fmla="*/ 5302387 w 5968169"/>
                        <a:gd name="connsiteY0" fmla="*/ 7541686 h 7541478"/>
                        <a:gd name="connsiteX1" fmla="*/ 486698 w 5968169"/>
                        <a:gd name="connsiteY1" fmla="*/ 7541686 h 7541478"/>
                        <a:gd name="connsiteX2" fmla="*/ 3328 w 5968169"/>
                        <a:gd name="connsiteY2" fmla="*/ 7058316 h 7541478"/>
                        <a:gd name="connsiteX3" fmla="*/ 3328 w 5968169"/>
                        <a:gd name="connsiteY3" fmla="*/ 2154210 h 7541478"/>
                        <a:gd name="connsiteX4" fmla="*/ 502560 w 5968169"/>
                        <a:gd name="connsiteY4" fmla="*/ 1654977 h 7541478"/>
                        <a:gd name="connsiteX5" fmla="*/ 4871157 w 5968169"/>
                        <a:gd name="connsiteY5" fmla="*/ 1654977 h 7541478"/>
                        <a:gd name="connsiteX6" fmla="*/ 4871157 w 5968169"/>
                        <a:gd name="connsiteY6" fmla="*/ 2181970 h 7541478"/>
                        <a:gd name="connsiteX7" fmla="*/ 5906485 w 5968169"/>
                        <a:gd name="connsiteY7" fmla="*/ 1146642 h 7541478"/>
                        <a:gd name="connsiteX8" fmla="*/ 4871157 w 5968169"/>
                        <a:gd name="connsiteY8" fmla="*/ 111314 h 7541478"/>
                        <a:gd name="connsiteX9" fmla="*/ 4871157 w 5968169"/>
                        <a:gd name="connsiteY9" fmla="*/ 638308 h 7541478"/>
                        <a:gd name="connsiteX10" fmla="*/ 317599 w 5968169"/>
                        <a:gd name="connsiteY10" fmla="*/ 638308 h 7541478"/>
                        <a:gd name="connsiteX11" fmla="*/ 295235 w 5968169"/>
                        <a:gd name="connsiteY11" fmla="*/ 615943 h 7541478"/>
                        <a:gd name="connsiteX12" fmla="*/ 317599 w 5968169"/>
                        <a:gd name="connsiteY12" fmla="*/ 593579 h 7541478"/>
                        <a:gd name="connsiteX13" fmla="*/ 4826428 w 5968169"/>
                        <a:gd name="connsiteY13" fmla="*/ 593579 h 7541478"/>
                        <a:gd name="connsiteX14" fmla="*/ 4826428 w 5968169"/>
                        <a:gd name="connsiteY14" fmla="*/ 3328 h 7541478"/>
                        <a:gd name="connsiteX15" fmla="*/ 5969678 w 5968169"/>
                        <a:gd name="connsiteY15" fmla="*/ 1146577 h 7541478"/>
                        <a:gd name="connsiteX16" fmla="*/ 4826428 w 5968169"/>
                        <a:gd name="connsiteY16" fmla="*/ 2289826 h 7541478"/>
                        <a:gd name="connsiteX17" fmla="*/ 4826428 w 5968169"/>
                        <a:gd name="connsiteY17" fmla="*/ 1699641 h 7541478"/>
                        <a:gd name="connsiteX18" fmla="*/ 502560 w 5968169"/>
                        <a:gd name="connsiteY18" fmla="*/ 1699641 h 7541478"/>
                        <a:gd name="connsiteX19" fmla="*/ 47992 w 5968169"/>
                        <a:gd name="connsiteY19" fmla="*/ 2154210 h 7541478"/>
                        <a:gd name="connsiteX20" fmla="*/ 47992 w 5968169"/>
                        <a:gd name="connsiteY20" fmla="*/ 7058316 h 7541478"/>
                        <a:gd name="connsiteX21" fmla="*/ 486698 w 5968169"/>
                        <a:gd name="connsiteY21" fmla="*/ 7497022 h 7541478"/>
                        <a:gd name="connsiteX22" fmla="*/ 5302387 w 5968169"/>
                        <a:gd name="connsiteY22" fmla="*/ 7497022 h 7541478"/>
                        <a:gd name="connsiteX23" fmla="*/ 5324751 w 5968169"/>
                        <a:gd name="connsiteY23" fmla="*/ 7519387 h 7541478"/>
                        <a:gd name="connsiteX24" fmla="*/ 5302387 w 5968169"/>
                        <a:gd name="connsiteY24" fmla="*/ 7541686 h 75414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</a:cxnLst>
                      <a:rect l="l" t="t" r="r" b="b"/>
                      <a:pathLst>
                        <a:path w="5968169" h="7541478">
                          <a:moveTo>
                            <a:pt x="5302387" y="7541686"/>
                          </a:moveTo>
                          <a:lnTo>
                            <a:pt x="486698" y="7541686"/>
                          </a:lnTo>
                          <a:cubicBezTo>
                            <a:pt x="220145" y="7541686"/>
                            <a:pt x="3328" y="7324868"/>
                            <a:pt x="3328" y="7058316"/>
                          </a:cubicBezTo>
                          <a:lnTo>
                            <a:pt x="3328" y="2154210"/>
                          </a:lnTo>
                          <a:cubicBezTo>
                            <a:pt x="3328" y="1878946"/>
                            <a:pt x="227297" y="1654977"/>
                            <a:pt x="502560" y="1654977"/>
                          </a:cubicBezTo>
                          <a:lnTo>
                            <a:pt x="4871157" y="1654977"/>
                          </a:lnTo>
                          <a:lnTo>
                            <a:pt x="4871157" y="2181970"/>
                          </a:lnTo>
                          <a:lnTo>
                            <a:pt x="5906485" y="1146642"/>
                          </a:lnTo>
                          <a:lnTo>
                            <a:pt x="4871157" y="111314"/>
                          </a:lnTo>
                          <a:lnTo>
                            <a:pt x="4871157" y="638308"/>
                          </a:lnTo>
                          <a:lnTo>
                            <a:pt x="317599" y="638308"/>
                          </a:lnTo>
                          <a:cubicBezTo>
                            <a:pt x="305247" y="638308"/>
                            <a:pt x="295235" y="628296"/>
                            <a:pt x="295235" y="615943"/>
                          </a:cubicBezTo>
                          <a:cubicBezTo>
                            <a:pt x="295235" y="603591"/>
                            <a:pt x="305247" y="593579"/>
                            <a:pt x="317599" y="593579"/>
                          </a:cubicBezTo>
                          <a:lnTo>
                            <a:pt x="4826428" y="593579"/>
                          </a:lnTo>
                          <a:lnTo>
                            <a:pt x="4826428" y="3328"/>
                          </a:lnTo>
                          <a:lnTo>
                            <a:pt x="5969678" y="1146577"/>
                          </a:lnTo>
                          <a:lnTo>
                            <a:pt x="4826428" y="2289826"/>
                          </a:lnTo>
                          <a:lnTo>
                            <a:pt x="4826428" y="1699641"/>
                          </a:lnTo>
                          <a:lnTo>
                            <a:pt x="502560" y="1699641"/>
                          </a:lnTo>
                          <a:cubicBezTo>
                            <a:pt x="251937" y="1699641"/>
                            <a:pt x="47992" y="1903521"/>
                            <a:pt x="47992" y="2154210"/>
                          </a:cubicBezTo>
                          <a:lnTo>
                            <a:pt x="47992" y="7058316"/>
                          </a:lnTo>
                          <a:cubicBezTo>
                            <a:pt x="47992" y="7300228"/>
                            <a:pt x="244786" y="7497022"/>
                            <a:pt x="486698" y="7497022"/>
                          </a:cubicBezTo>
                          <a:lnTo>
                            <a:pt x="5302387" y="7497022"/>
                          </a:lnTo>
                          <a:cubicBezTo>
                            <a:pt x="5314739" y="7497022"/>
                            <a:pt x="5324751" y="7507034"/>
                            <a:pt x="5324751" y="7519387"/>
                          </a:cubicBezTo>
                          <a:cubicBezTo>
                            <a:pt x="5324751" y="7531674"/>
                            <a:pt x="5314739" y="7541686"/>
                            <a:pt x="5302387" y="7541686"/>
                          </a:cubicBezTo>
                          <a:close/>
                        </a:path>
                      </a:pathLst>
                    </a:custGeom>
                    <a:solidFill>
                      <a:srgbClr val="1D1D1B"/>
                    </a:solidFill>
                    <a:ln w="6501" cap="flat">
                      <a:noFill/>
                      <a:prstDash val="solid"/>
                      <a:miter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0" name="TextBox 69">
                      <a:extLst>
                        <a:ext uri="{FF2B5EF4-FFF2-40B4-BE49-F238E27FC236}">
                          <a16:creationId xmlns:a16="http://schemas.microsoft.com/office/drawing/2014/main" id="{39C3EF46-E62D-6A31-C0B0-D5F3B1F9D8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34414" y="1398220"/>
                      <a:ext cx="1485619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Well defined Use-case</a:t>
                      </a:r>
                    </a:p>
                  </p:txBody>
                </p:sp>
                <p:sp>
                  <p:nvSpPr>
                    <p:cNvPr id="71" name="TextBox 70">
                      <a:extLst>
                        <a:ext uri="{FF2B5EF4-FFF2-40B4-BE49-F238E27FC236}">
                          <a16:creationId xmlns:a16="http://schemas.microsoft.com/office/drawing/2014/main" id="{64A5C00B-BD60-E7F0-7F2D-C6F9AC05AA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27408" y="1384486"/>
                      <a:ext cx="160545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Data &amp; Domain expertise</a:t>
                      </a:r>
                    </a:p>
                  </p:txBody>
                </p:sp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3A63D582-DB51-BC98-8D08-B872411823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87395" y="1256647"/>
                      <a:ext cx="2257212" cy="73866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Prioritize Evals before LLMs, Agents &amp; Frameworks</a:t>
                      </a:r>
                    </a:p>
                  </p:txBody>
                </p:sp>
                <p:sp>
                  <p:nvSpPr>
                    <p:cNvPr id="73" name="Freeform: Shape 72">
                      <a:extLst>
                        <a:ext uri="{FF2B5EF4-FFF2-40B4-BE49-F238E27FC236}">
                          <a16:creationId xmlns:a16="http://schemas.microsoft.com/office/drawing/2014/main" id="{12705E67-B524-FA91-FB1A-8533B32E93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0710" y="817859"/>
                      <a:ext cx="2870989" cy="5352573"/>
                    </a:xfrm>
                    <a:custGeom>
                      <a:avLst/>
                      <a:gdLst>
                        <a:gd name="connsiteX0" fmla="*/ 5302387 w 5968169"/>
                        <a:gd name="connsiteY0" fmla="*/ 7541686 h 7541478"/>
                        <a:gd name="connsiteX1" fmla="*/ 486698 w 5968169"/>
                        <a:gd name="connsiteY1" fmla="*/ 7541686 h 7541478"/>
                        <a:gd name="connsiteX2" fmla="*/ 3328 w 5968169"/>
                        <a:gd name="connsiteY2" fmla="*/ 7058316 h 7541478"/>
                        <a:gd name="connsiteX3" fmla="*/ 3328 w 5968169"/>
                        <a:gd name="connsiteY3" fmla="*/ 2154210 h 7541478"/>
                        <a:gd name="connsiteX4" fmla="*/ 502560 w 5968169"/>
                        <a:gd name="connsiteY4" fmla="*/ 1654977 h 7541478"/>
                        <a:gd name="connsiteX5" fmla="*/ 4871157 w 5968169"/>
                        <a:gd name="connsiteY5" fmla="*/ 1654977 h 7541478"/>
                        <a:gd name="connsiteX6" fmla="*/ 4871157 w 5968169"/>
                        <a:gd name="connsiteY6" fmla="*/ 2181970 h 7541478"/>
                        <a:gd name="connsiteX7" fmla="*/ 5906485 w 5968169"/>
                        <a:gd name="connsiteY7" fmla="*/ 1146642 h 7541478"/>
                        <a:gd name="connsiteX8" fmla="*/ 4871157 w 5968169"/>
                        <a:gd name="connsiteY8" fmla="*/ 111314 h 7541478"/>
                        <a:gd name="connsiteX9" fmla="*/ 4871157 w 5968169"/>
                        <a:gd name="connsiteY9" fmla="*/ 638308 h 7541478"/>
                        <a:gd name="connsiteX10" fmla="*/ 317599 w 5968169"/>
                        <a:gd name="connsiteY10" fmla="*/ 638308 h 7541478"/>
                        <a:gd name="connsiteX11" fmla="*/ 295235 w 5968169"/>
                        <a:gd name="connsiteY11" fmla="*/ 615943 h 7541478"/>
                        <a:gd name="connsiteX12" fmla="*/ 317599 w 5968169"/>
                        <a:gd name="connsiteY12" fmla="*/ 593579 h 7541478"/>
                        <a:gd name="connsiteX13" fmla="*/ 4826428 w 5968169"/>
                        <a:gd name="connsiteY13" fmla="*/ 593579 h 7541478"/>
                        <a:gd name="connsiteX14" fmla="*/ 4826428 w 5968169"/>
                        <a:gd name="connsiteY14" fmla="*/ 3328 h 7541478"/>
                        <a:gd name="connsiteX15" fmla="*/ 5969678 w 5968169"/>
                        <a:gd name="connsiteY15" fmla="*/ 1146577 h 7541478"/>
                        <a:gd name="connsiteX16" fmla="*/ 4826428 w 5968169"/>
                        <a:gd name="connsiteY16" fmla="*/ 2289826 h 7541478"/>
                        <a:gd name="connsiteX17" fmla="*/ 4826428 w 5968169"/>
                        <a:gd name="connsiteY17" fmla="*/ 1699641 h 7541478"/>
                        <a:gd name="connsiteX18" fmla="*/ 502560 w 5968169"/>
                        <a:gd name="connsiteY18" fmla="*/ 1699641 h 7541478"/>
                        <a:gd name="connsiteX19" fmla="*/ 47992 w 5968169"/>
                        <a:gd name="connsiteY19" fmla="*/ 2154210 h 7541478"/>
                        <a:gd name="connsiteX20" fmla="*/ 47992 w 5968169"/>
                        <a:gd name="connsiteY20" fmla="*/ 7058316 h 7541478"/>
                        <a:gd name="connsiteX21" fmla="*/ 486698 w 5968169"/>
                        <a:gd name="connsiteY21" fmla="*/ 7497022 h 7541478"/>
                        <a:gd name="connsiteX22" fmla="*/ 5302387 w 5968169"/>
                        <a:gd name="connsiteY22" fmla="*/ 7497022 h 7541478"/>
                        <a:gd name="connsiteX23" fmla="*/ 5324751 w 5968169"/>
                        <a:gd name="connsiteY23" fmla="*/ 7519387 h 7541478"/>
                        <a:gd name="connsiteX24" fmla="*/ 5302387 w 5968169"/>
                        <a:gd name="connsiteY24" fmla="*/ 7541686 h 75414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</a:cxnLst>
                      <a:rect l="l" t="t" r="r" b="b"/>
                      <a:pathLst>
                        <a:path w="5968169" h="7541478">
                          <a:moveTo>
                            <a:pt x="5302387" y="7541686"/>
                          </a:moveTo>
                          <a:lnTo>
                            <a:pt x="486698" y="7541686"/>
                          </a:lnTo>
                          <a:cubicBezTo>
                            <a:pt x="220145" y="7541686"/>
                            <a:pt x="3328" y="7324868"/>
                            <a:pt x="3328" y="7058316"/>
                          </a:cubicBezTo>
                          <a:lnTo>
                            <a:pt x="3328" y="2154210"/>
                          </a:lnTo>
                          <a:cubicBezTo>
                            <a:pt x="3328" y="1878946"/>
                            <a:pt x="227297" y="1654977"/>
                            <a:pt x="502560" y="1654977"/>
                          </a:cubicBezTo>
                          <a:lnTo>
                            <a:pt x="4871157" y="1654977"/>
                          </a:lnTo>
                          <a:lnTo>
                            <a:pt x="4871157" y="2181970"/>
                          </a:lnTo>
                          <a:lnTo>
                            <a:pt x="5906485" y="1146642"/>
                          </a:lnTo>
                          <a:lnTo>
                            <a:pt x="4871157" y="111314"/>
                          </a:lnTo>
                          <a:lnTo>
                            <a:pt x="4871157" y="638308"/>
                          </a:lnTo>
                          <a:lnTo>
                            <a:pt x="317599" y="638308"/>
                          </a:lnTo>
                          <a:cubicBezTo>
                            <a:pt x="305247" y="638308"/>
                            <a:pt x="295235" y="628296"/>
                            <a:pt x="295235" y="615943"/>
                          </a:cubicBezTo>
                          <a:cubicBezTo>
                            <a:pt x="295235" y="603591"/>
                            <a:pt x="305247" y="593579"/>
                            <a:pt x="317599" y="593579"/>
                          </a:cubicBezTo>
                          <a:lnTo>
                            <a:pt x="4826428" y="593579"/>
                          </a:lnTo>
                          <a:lnTo>
                            <a:pt x="4826428" y="3328"/>
                          </a:lnTo>
                          <a:lnTo>
                            <a:pt x="5969678" y="1146577"/>
                          </a:lnTo>
                          <a:lnTo>
                            <a:pt x="4826428" y="2289826"/>
                          </a:lnTo>
                          <a:lnTo>
                            <a:pt x="4826428" y="1699641"/>
                          </a:lnTo>
                          <a:lnTo>
                            <a:pt x="502560" y="1699641"/>
                          </a:lnTo>
                          <a:cubicBezTo>
                            <a:pt x="251937" y="1699641"/>
                            <a:pt x="47992" y="1903521"/>
                            <a:pt x="47992" y="2154210"/>
                          </a:cubicBezTo>
                          <a:lnTo>
                            <a:pt x="47992" y="7058316"/>
                          </a:lnTo>
                          <a:cubicBezTo>
                            <a:pt x="47992" y="7300228"/>
                            <a:pt x="244786" y="7497022"/>
                            <a:pt x="486698" y="7497022"/>
                          </a:cubicBezTo>
                          <a:lnTo>
                            <a:pt x="5302387" y="7497022"/>
                          </a:lnTo>
                          <a:cubicBezTo>
                            <a:pt x="5314739" y="7497022"/>
                            <a:pt x="5324751" y="7507034"/>
                            <a:pt x="5324751" y="7519387"/>
                          </a:cubicBezTo>
                          <a:cubicBezTo>
                            <a:pt x="5324751" y="7531674"/>
                            <a:pt x="5314739" y="7541686"/>
                            <a:pt x="5302387" y="7541686"/>
                          </a:cubicBezTo>
                          <a:close/>
                        </a:path>
                      </a:pathLst>
                    </a:custGeom>
                    <a:solidFill>
                      <a:srgbClr val="1D1D1B"/>
                    </a:solidFill>
                    <a:ln w="6501" cap="flat">
                      <a:noFill/>
                      <a:prstDash val="solid"/>
                      <a:miter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4" name="TextBox 73">
                      <a:extLst>
                        <a:ext uri="{FF2B5EF4-FFF2-40B4-BE49-F238E27FC236}">
                          <a16:creationId xmlns:a16="http://schemas.microsoft.com/office/drawing/2014/main" id="{3C5C6B54-4FAF-73AF-1D8D-859C5A843C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50766" y="1200737"/>
                      <a:ext cx="1666717" cy="73866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SDLC considerations for Gen AI</a:t>
                      </a:r>
                    </a:p>
                  </p:txBody>
                </p:sp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434DB272-2275-DF79-71E0-F78284D673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3570" y="3097187"/>
                      <a:ext cx="2598921" cy="22816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Agile Methodology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Version Controlling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Transparency in decision making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Performance Monitoring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Feedback &amp; System Stability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Security and Privacy measures</a:t>
                      </a:r>
                    </a:p>
                  </p:txBody>
                </p:sp>
                <p:pic>
                  <p:nvPicPr>
                    <p:cNvPr id="76" name="Picture 75">
                      <a:extLst>
                        <a:ext uri="{FF2B5EF4-FFF2-40B4-BE49-F238E27FC236}">
                          <a16:creationId xmlns:a16="http://schemas.microsoft.com/office/drawing/2014/main" id="{84790CB4-5D4D-D455-5541-81AC7934980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duotone>
                        <a:schemeClr val="accent1">
                          <a:shade val="45000"/>
                          <a:satMod val="135000"/>
                        </a:schemeClr>
                        <a:prstClr val="white"/>
                      </a:duotone>
                    </a:blip>
                    <a:stretch>
                      <a:fillRect/>
                    </a:stretch>
                  </p:blipFill>
                  <p:spPr>
                    <a:xfrm>
                      <a:off x="1549262" y="2302061"/>
                      <a:ext cx="809822" cy="807578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77" name="Picture 76">
                      <a:extLst>
                        <a:ext uri="{FF2B5EF4-FFF2-40B4-BE49-F238E27FC236}">
                          <a16:creationId xmlns:a16="http://schemas.microsoft.com/office/drawing/2014/main" id="{C7B7465C-1819-550C-712A-5B3C8DB4C51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duotone>
                        <a:schemeClr val="accent2">
                          <a:shade val="45000"/>
                          <a:satMod val="135000"/>
                        </a:schemeClr>
                        <a:prstClr val="white"/>
                      </a:duotone>
                    </a:blip>
                    <a:stretch>
                      <a:fillRect/>
                    </a:stretch>
                  </p:blipFill>
                  <p:spPr>
                    <a:xfrm>
                      <a:off x="4305367" y="2302061"/>
                      <a:ext cx="704169" cy="77806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78" name="Picture 77">
                      <a:extLst>
                        <a:ext uri="{FF2B5EF4-FFF2-40B4-BE49-F238E27FC236}">
                          <a16:creationId xmlns:a16="http://schemas.microsoft.com/office/drawing/2014/main" id="{8717B9A9-2868-15E6-EC8A-0FA8C6F1EE3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duotone>
                        <a:schemeClr val="accent3">
                          <a:shade val="45000"/>
                          <a:satMod val="135000"/>
                        </a:schemeClr>
                        <a:prstClr val="white"/>
                      </a:duotone>
                    </a:blip>
                    <a:stretch>
                      <a:fillRect/>
                    </a:stretch>
                  </p:blipFill>
                  <p:spPr>
                    <a:xfrm>
                      <a:off x="7086485" y="2377365"/>
                      <a:ext cx="680010" cy="68001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79" name="Picture 78">
                      <a:extLst>
                        <a:ext uri="{FF2B5EF4-FFF2-40B4-BE49-F238E27FC236}">
                          <a16:creationId xmlns:a16="http://schemas.microsoft.com/office/drawing/2014/main" id="{CEA1CBAB-8AA8-1F5D-4AF3-D12DE3F943B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duotone>
                        <a:schemeClr val="accent5">
                          <a:shade val="45000"/>
                          <a:satMod val="135000"/>
                        </a:schemeClr>
                        <a:prstClr val="white"/>
                      </a:duotone>
                    </a:blip>
                    <a:stretch>
                      <a:fillRect/>
                    </a:stretch>
                  </p:blipFill>
                  <p:spPr>
                    <a:xfrm>
                      <a:off x="9642031" y="2310592"/>
                      <a:ext cx="882384" cy="778063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D389F02D-423F-F2AF-6CF4-21DB090D3EE5}"/>
                    </a:ext>
                  </a:extLst>
                </p:cNvPr>
                <p:cNvGrpSpPr/>
                <p:nvPr/>
              </p:nvGrpSpPr>
              <p:grpSpPr>
                <a:xfrm>
                  <a:off x="9835243" y="1070446"/>
                  <a:ext cx="2356757" cy="4914364"/>
                  <a:chOff x="8913110" y="970259"/>
                  <a:chExt cx="2870989" cy="5293055"/>
                </a:xfrm>
              </p:grpSpPr>
              <p:sp>
                <p:nvSpPr>
                  <p:cNvPr id="55" name="Freeform: Shape 54">
                    <a:extLst>
                      <a:ext uri="{FF2B5EF4-FFF2-40B4-BE49-F238E27FC236}">
                        <a16:creationId xmlns:a16="http://schemas.microsoft.com/office/drawing/2014/main" id="{B4D84281-1299-9E06-6CD2-9DCD27B7F377}"/>
                      </a:ext>
                    </a:extLst>
                  </p:cNvPr>
                  <p:cNvSpPr/>
                  <p:nvPr/>
                </p:nvSpPr>
                <p:spPr>
                  <a:xfrm>
                    <a:off x="10758331" y="995501"/>
                    <a:ext cx="1010163" cy="1550400"/>
                  </a:xfrm>
                  <a:custGeom>
                    <a:avLst/>
                    <a:gdLst>
                      <a:gd name="connsiteX0" fmla="*/ 372080 w 2099911"/>
                      <a:gd name="connsiteY0" fmla="*/ 561853 h 2184428"/>
                      <a:gd name="connsiteX1" fmla="*/ 3328 w 2099911"/>
                      <a:gd name="connsiteY1" fmla="*/ 1623316 h 2184428"/>
                      <a:gd name="connsiteX2" fmla="*/ 1012976 w 2099911"/>
                      <a:gd name="connsiteY2" fmla="*/ 1623316 h 2184428"/>
                      <a:gd name="connsiteX3" fmla="*/ 1012976 w 2099911"/>
                      <a:gd name="connsiteY3" fmla="*/ 2181905 h 2184428"/>
                      <a:gd name="connsiteX4" fmla="*/ 2102264 w 2099911"/>
                      <a:gd name="connsiteY4" fmla="*/ 1092617 h 2184428"/>
                      <a:gd name="connsiteX5" fmla="*/ 1012976 w 2099911"/>
                      <a:gd name="connsiteY5" fmla="*/ 3328 h 2184428"/>
                      <a:gd name="connsiteX6" fmla="*/ 1012976 w 2099911"/>
                      <a:gd name="connsiteY6" fmla="*/ 561853 h 2184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99911" h="2184428">
                        <a:moveTo>
                          <a:pt x="372080" y="561853"/>
                        </a:moveTo>
                        <a:lnTo>
                          <a:pt x="3328" y="1623316"/>
                        </a:lnTo>
                        <a:lnTo>
                          <a:pt x="1012976" y="1623316"/>
                        </a:lnTo>
                        <a:lnTo>
                          <a:pt x="1012976" y="2181905"/>
                        </a:lnTo>
                        <a:lnTo>
                          <a:pt x="2102264" y="1092617"/>
                        </a:lnTo>
                        <a:lnTo>
                          <a:pt x="1012976" y="3328"/>
                        </a:lnTo>
                        <a:lnTo>
                          <a:pt x="1012976" y="561853"/>
                        </a:lnTo>
                        <a:close/>
                      </a:path>
                    </a:pathLst>
                  </a:custGeom>
                  <a:solidFill>
                    <a:schemeClr val="bg2">
                      <a:lumMod val="90000"/>
                    </a:schemeClr>
                  </a:solidFill>
                  <a:ln w="650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" name="Freeform: Shape 55">
                    <a:extLst>
                      <a:ext uri="{FF2B5EF4-FFF2-40B4-BE49-F238E27FC236}">
                        <a16:creationId xmlns:a16="http://schemas.microsoft.com/office/drawing/2014/main" id="{E79E9150-62BC-AB5A-6931-C7CBACD38DCC}"/>
                      </a:ext>
                    </a:extLst>
                  </p:cNvPr>
                  <p:cNvSpPr/>
                  <p:nvPr/>
                </p:nvSpPr>
                <p:spPr>
                  <a:xfrm>
                    <a:off x="8913110" y="970259"/>
                    <a:ext cx="2870989" cy="5293055"/>
                  </a:xfrm>
                  <a:custGeom>
                    <a:avLst/>
                    <a:gdLst>
                      <a:gd name="connsiteX0" fmla="*/ 5302387 w 5968169"/>
                      <a:gd name="connsiteY0" fmla="*/ 7541686 h 7541478"/>
                      <a:gd name="connsiteX1" fmla="*/ 486698 w 5968169"/>
                      <a:gd name="connsiteY1" fmla="*/ 7541686 h 7541478"/>
                      <a:gd name="connsiteX2" fmla="*/ 3328 w 5968169"/>
                      <a:gd name="connsiteY2" fmla="*/ 7058316 h 7541478"/>
                      <a:gd name="connsiteX3" fmla="*/ 3328 w 5968169"/>
                      <a:gd name="connsiteY3" fmla="*/ 2154210 h 7541478"/>
                      <a:gd name="connsiteX4" fmla="*/ 502560 w 5968169"/>
                      <a:gd name="connsiteY4" fmla="*/ 1654977 h 7541478"/>
                      <a:gd name="connsiteX5" fmla="*/ 4871157 w 5968169"/>
                      <a:gd name="connsiteY5" fmla="*/ 1654977 h 7541478"/>
                      <a:gd name="connsiteX6" fmla="*/ 4871157 w 5968169"/>
                      <a:gd name="connsiteY6" fmla="*/ 2181970 h 7541478"/>
                      <a:gd name="connsiteX7" fmla="*/ 5906485 w 5968169"/>
                      <a:gd name="connsiteY7" fmla="*/ 1146642 h 7541478"/>
                      <a:gd name="connsiteX8" fmla="*/ 4871157 w 5968169"/>
                      <a:gd name="connsiteY8" fmla="*/ 111314 h 7541478"/>
                      <a:gd name="connsiteX9" fmla="*/ 4871157 w 5968169"/>
                      <a:gd name="connsiteY9" fmla="*/ 638308 h 7541478"/>
                      <a:gd name="connsiteX10" fmla="*/ 317599 w 5968169"/>
                      <a:gd name="connsiteY10" fmla="*/ 638308 h 7541478"/>
                      <a:gd name="connsiteX11" fmla="*/ 295235 w 5968169"/>
                      <a:gd name="connsiteY11" fmla="*/ 615943 h 7541478"/>
                      <a:gd name="connsiteX12" fmla="*/ 317599 w 5968169"/>
                      <a:gd name="connsiteY12" fmla="*/ 593579 h 7541478"/>
                      <a:gd name="connsiteX13" fmla="*/ 4826428 w 5968169"/>
                      <a:gd name="connsiteY13" fmla="*/ 593579 h 7541478"/>
                      <a:gd name="connsiteX14" fmla="*/ 4826428 w 5968169"/>
                      <a:gd name="connsiteY14" fmla="*/ 3328 h 7541478"/>
                      <a:gd name="connsiteX15" fmla="*/ 5969678 w 5968169"/>
                      <a:gd name="connsiteY15" fmla="*/ 1146577 h 7541478"/>
                      <a:gd name="connsiteX16" fmla="*/ 4826428 w 5968169"/>
                      <a:gd name="connsiteY16" fmla="*/ 2289826 h 7541478"/>
                      <a:gd name="connsiteX17" fmla="*/ 4826428 w 5968169"/>
                      <a:gd name="connsiteY17" fmla="*/ 1699641 h 7541478"/>
                      <a:gd name="connsiteX18" fmla="*/ 502560 w 5968169"/>
                      <a:gd name="connsiteY18" fmla="*/ 1699641 h 7541478"/>
                      <a:gd name="connsiteX19" fmla="*/ 47992 w 5968169"/>
                      <a:gd name="connsiteY19" fmla="*/ 2154210 h 7541478"/>
                      <a:gd name="connsiteX20" fmla="*/ 47992 w 5968169"/>
                      <a:gd name="connsiteY20" fmla="*/ 7058316 h 7541478"/>
                      <a:gd name="connsiteX21" fmla="*/ 486698 w 5968169"/>
                      <a:gd name="connsiteY21" fmla="*/ 7497022 h 7541478"/>
                      <a:gd name="connsiteX22" fmla="*/ 5302387 w 5968169"/>
                      <a:gd name="connsiteY22" fmla="*/ 7497022 h 7541478"/>
                      <a:gd name="connsiteX23" fmla="*/ 5324751 w 5968169"/>
                      <a:gd name="connsiteY23" fmla="*/ 7519387 h 7541478"/>
                      <a:gd name="connsiteX24" fmla="*/ 5302387 w 5968169"/>
                      <a:gd name="connsiteY24" fmla="*/ 7541686 h 75414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968169" h="7541478">
                        <a:moveTo>
                          <a:pt x="5302387" y="7541686"/>
                        </a:moveTo>
                        <a:lnTo>
                          <a:pt x="486698" y="7541686"/>
                        </a:lnTo>
                        <a:cubicBezTo>
                          <a:pt x="220145" y="7541686"/>
                          <a:pt x="3328" y="7324868"/>
                          <a:pt x="3328" y="7058316"/>
                        </a:cubicBezTo>
                        <a:lnTo>
                          <a:pt x="3328" y="2154210"/>
                        </a:lnTo>
                        <a:cubicBezTo>
                          <a:pt x="3328" y="1878946"/>
                          <a:pt x="227297" y="1654977"/>
                          <a:pt x="502560" y="1654977"/>
                        </a:cubicBezTo>
                        <a:lnTo>
                          <a:pt x="4871157" y="1654977"/>
                        </a:lnTo>
                        <a:lnTo>
                          <a:pt x="4871157" y="2181970"/>
                        </a:lnTo>
                        <a:lnTo>
                          <a:pt x="5906485" y="1146642"/>
                        </a:lnTo>
                        <a:lnTo>
                          <a:pt x="4871157" y="111314"/>
                        </a:lnTo>
                        <a:lnTo>
                          <a:pt x="4871157" y="638308"/>
                        </a:lnTo>
                        <a:lnTo>
                          <a:pt x="317599" y="638308"/>
                        </a:lnTo>
                        <a:cubicBezTo>
                          <a:pt x="305247" y="638308"/>
                          <a:pt x="295235" y="628296"/>
                          <a:pt x="295235" y="615943"/>
                        </a:cubicBezTo>
                        <a:cubicBezTo>
                          <a:pt x="295235" y="603591"/>
                          <a:pt x="305247" y="593579"/>
                          <a:pt x="317599" y="593579"/>
                        </a:cubicBezTo>
                        <a:lnTo>
                          <a:pt x="4826428" y="593579"/>
                        </a:lnTo>
                        <a:lnTo>
                          <a:pt x="4826428" y="3328"/>
                        </a:lnTo>
                        <a:lnTo>
                          <a:pt x="5969678" y="1146577"/>
                        </a:lnTo>
                        <a:lnTo>
                          <a:pt x="4826428" y="2289826"/>
                        </a:lnTo>
                        <a:lnTo>
                          <a:pt x="4826428" y="1699641"/>
                        </a:lnTo>
                        <a:lnTo>
                          <a:pt x="502560" y="1699641"/>
                        </a:lnTo>
                        <a:cubicBezTo>
                          <a:pt x="251937" y="1699641"/>
                          <a:pt x="47992" y="1903521"/>
                          <a:pt x="47992" y="2154210"/>
                        </a:cubicBezTo>
                        <a:lnTo>
                          <a:pt x="47992" y="7058316"/>
                        </a:lnTo>
                        <a:cubicBezTo>
                          <a:pt x="47992" y="7300228"/>
                          <a:pt x="244786" y="7497022"/>
                          <a:pt x="486698" y="7497022"/>
                        </a:cubicBezTo>
                        <a:lnTo>
                          <a:pt x="5302387" y="7497022"/>
                        </a:lnTo>
                        <a:cubicBezTo>
                          <a:pt x="5314739" y="7497022"/>
                          <a:pt x="5324751" y="7507034"/>
                          <a:pt x="5324751" y="7519387"/>
                        </a:cubicBezTo>
                        <a:cubicBezTo>
                          <a:pt x="5324751" y="7531674"/>
                          <a:pt x="5314739" y="7541686"/>
                          <a:pt x="5302387" y="7541686"/>
                        </a:cubicBezTo>
                        <a:close/>
                      </a:path>
                    </a:pathLst>
                  </a:custGeom>
                  <a:solidFill>
                    <a:srgbClr val="1D1D1B"/>
                  </a:solidFill>
                  <a:ln w="6501" cap="flat">
                    <a:noFill/>
                    <a:prstDash val="solid"/>
                    <a:miter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48C1A368-DD38-A7C8-2784-FA457F1C255D}"/>
                      </a:ext>
                    </a:extLst>
                  </p:cNvPr>
                  <p:cNvSpPr txBox="1"/>
                  <p:nvPr/>
                </p:nvSpPr>
                <p:spPr>
                  <a:xfrm>
                    <a:off x="9455253" y="1397852"/>
                    <a:ext cx="1623051" cy="79558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Gen AI Experienced Talent</a:t>
                    </a:r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F5533AE6-66EE-0007-9D66-C320C928BFCE}"/>
                      </a:ext>
                    </a:extLst>
                  </p:cNvPr>
                  <p:cNvSpPr/>
                  <p:nvPr/>
                </p:nvSpPr>
                <p:spPr>
                  <a:xfrm>
                    <a:off x="9092465" y="3307368"/>
                    <a:ext cx="2598921" cy="245746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marL="285750" marR="0" lvl="0" indent="-285750" algn="l" defTabSz="914400" rtl="0" eaLnBrk="1" fontAlgn="auto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Gen AI Certified Developers</a:t>
                    </a:r>
                  </a:p>
                  <a:p>
                    <a:pPr marL="285750" marR="0" lvl="0" indent="-285750" algn="l" defTabSz="914400" rtl="0" eaLnBrk="1" fontAlgn="auto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Experienced Gen AI Project Managers</a:t>
                    </a:r>
                  </a:p>
                  <a:p>
                    <a:pPr marL="285750" marR="0" lvl="0" indent="-285750" algn="l" defTabSz="914400" rtl="0" eaLnBrk="1" fontAlgn="auto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Centre of Excellences for knowledge sharing &amp; collaboration</a:t>
                    </a:r>
                  </a:p>
                  <a:p>
                    <a:pPr marL="285750" marR="0" lvl="0" indent="-285750" algn="l" defTabSz="914400" rtl="0" eaLnBrk="1" fontAlgn="auto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Char char="•"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FF718D43-8AC6-B7E2-4C9E-3776270F3E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10616753" y="2451610"/>
                  <a:ext cx="712377" cy="690967"/>
                </a:xfrm>
                <a:prstGeom prst="rect">
                  <a:avLst/>
                </a:prstGeom>
              </p:spPr>
            </p:pic>
          </p:grp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E1E808AD-884C-407D-8E2F-E273D0EEE144}"/>
                  </a:ext>
                </a:extLst>
              </p:cNvPr>
              <p:cNvSpPr/>
              <p:nvPr/>
            </p:nvSpPr>
            <p:spPr>
              <a:xfrm>
                <a:off x="369981" y="5695762"/>
                <a:ext cx="2186860" cy="341797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What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B9E216C2-D294-840C-9ECA-C30E7B013A0C}"/>
                  </a:ext>
                </a:extLst>
              </p:cNvPr>
              <p:cNvSpPr/>
              <p:nvPr/>
            </p:nvSpPr>
            <p:spPr>
              <a:xfrm>
                <a:off x="2755679" y="5688985"/>
                <a:ext cx="2186860" cy="341797"/>
              </a:xfrm>
              <a:prstGeom prst="roundRect">
                <a:avLst/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Why</a:t>
                </a: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8B386395-2B88-9DE9-E913-47ED7AA02FF0}"/>
                  </a:ext>
                </a:extLst>
              </p:cNvPr>
              <p:cNvSpPr/>
              <p:nvPr/>
            </p:nvSpPr>
            <p:spPr>
              <a:xfrm>
                <a:off x="5157275" y="5687122"/>
                <a:ext cx="2186860" cy="341797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How</a:t>
                </a: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7A3216A8-281C-0446-3892-515E16EB7834}"/>
                  </a:ext>
                </a:extLst>
              </p:cNvPr>
              <p:cNvSpPr/>
              <p:nvPr/>
            </p:nvSpPr>
            <p:spPr>
              <a:xfrm>
                <a:off x="7561952" y="5692312"/>
                <a:ext cx="2186860" cy="341797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Build</a:t>
                </a: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2670071A-14F8-0A6C-26E9-30FE42AC1B75}"/>
                  </a:ext>
                </a:extLst>
              </p:cNvPr>
              <p:cNvSpPr/>
              <p:nvPr/>
            </p:nvSpPr>
            <p:spPr>
              <a:xfrm>
                <a:off x="9981366" y="5686437"/>
                <a:ext cx="2075575" cy="320675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Scale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032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34D6C53-A63F-852B-A85A-5A8FA2B8C07F}"/>
              </a:ext>
            </a:extLst>
          </p:cNvPr>
          <p:cNvSpPr txBox="1">
            <a:spLocks/>
          </p:cNvSpPr>
          <p:nvPr/>
        </p:nvSpPr>
        <p:spPr>
          <a:xfrm>
            <a:off x="11464925" y="6490661"/>
            <a:ext cx="727075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A227D-D6B4-481D-8178-2242024024DE}" type="slidenum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33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DDE177D-6650-3534-12A5-B56224B3E529}"/>
              </a:ext>
            </a:extLst>
          </p:cNvPr>
          <p:cNvSpPr txBox="1">
            <a:spLocks/>
          </p:cNvSpPr>
          <p:nvPr/>
        </p:nvSpPr>
        <p:spPr>
          <a:xfrm>
            <a:off x="300708" y="6567492"/>
            <a:ext cx="4197927" cy="268143"/>
          </a:xfrm>
          <a:prstGeom prst="rect">
            <a:avLst/>
          </a:prstGeom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© 2024 Collabera Digital  |  All Rights Reserved 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| collaberadigital.com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467B7AB-E598-E9BE-E07E-AB73B4C751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170" y="78525"/>
            <a:ext cx="1593677" cy="32176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51B8D8B-1794-E29C-D0B1-857DAB3E58FA}"/>
              </a:ext>
            </a:extLst>
          </p:cNvPr>
          <p:cNvSpPr txBox="1">
            <a:spLocks/>
          </p:cNvSpPr>
          <p:nvPr/>
        </p:nvSpPr>
        <p:spPr>
          <a:xfrm>
            <a:off x="300708" y="130524"/>
            <a:ext cx="9574264" cy="4595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Gen BI: A Business Perspective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314493-BEB2-8815-E2C0-4A06E379271B}"/>
              </a:ext>
            </a:extLst>
          </p:cNvPr>
          <p:cNvSpPr/>
          <p:nvPr/>
        </p:nvSpPr>
        <p:spPr>
          <a:xfrm>
            <a:off x="458749" y="885902"/>
            <a:ext cx="11442700" cy="72390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We leverage Gen AI </a:t>
            </a:r>
            <a:r>
              <a:rPr lang="en-US" b="1">
                <a:solidFill>
                  <a:schemeClr val="tx1"/>
                </a:solidFill>
              </a:rPr>
              <a:t>combined</a:t>
            </a:r>
            <a:r>
              <a:rPr lang="en-US" sz="1800" b="1">
                <a:solidFill>
                  <a:schemeClr val="tx1"/>
                </a:solidFill>
              </a:rPr>
              <a:t> with traditional BI to empower users with an intuitive interface and automated insights, democratizing data analysis and accelerated decision-making.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67BFAAB-0601-5AF0-42FB-8A5DD22ED4C3}"/>
              </a:ext>
            </a:extLst>
          </p:cNvPr>
          <p:cNvCxnSpPr/>
          <p:nvPr/>
        </p:nvCxnSpPr>
        <p:spPr>
          <a:xfrm>
            <a:off x="7747926" y="1978192"/>
            <a:ext cx="0" cy="4572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5515AD1-16B8-EC40-580A-26D8A3986EC4}"/>
              </a:ext>
            </a:extLst>
          </p:cNvPr>
          <p:cNvGrpSpPr/>
          <p:nvPr/>
        </p:nvGrpSpPr>
        <p:grpSpPr>
          <a:xfrm>
            <a:off x="586312" y="2394657"/>
            <a:ext cx="6974922" cy="3259011"/>
            <a:chOff x="619912" y="2294298"/>
            <a:chExt cx="7580619" cy="342785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1DCA530-F479-FE60-EA72-735FB891417D}"/>
                </a:ext>
              </a:extLst>
            </p:cNvPr>
            <p:cNvSpPr txBox="1"/>
            <p:nvPr/>
          </p:nvSpPr>
          <p:spPr>
            <a:xfrm>
              <a:off x="6184921" y="4430511"/>
              <a:ext cx="2014765" cy="56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solidFill>
                    <a:srgbClr val="002060"/>
                  </a:solidFill>
                </a:rPr>
                <a:t>Automated Reporting &amp; Visualizations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7B4A1DE-3712-198E-EEF2-3BF720AE0D6C}"/>
                </a:ext>
              </a:extLst>
            </p:cNvPr>
            <p:cNvGrpSpPr/>
            <p:nvPr/>
          </p:nvGrpSpPr>
          <p:grpSpPr>
            <a:xfrm>
              <a:off x="619912" y="2294298"/>
              <a:ext cx="7580619" cy="3427858"/>
              <a:chOff x="619912" y="2294298"/>
              <a:chExt cx="7580619" cy="3427858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A1FF6BE-BDC9-3F36-415C-9C5E72A5FD22}"/>
                  </a:ext>
                </a:extLst>
              </p:cNvPr>
              <p:cNvGrpSpPr/>
              <p:nvPr/>
            </p:nvGrpSpPr>
            <p:grpSpPr>
              <a:xfrm>
                <a:off x="2488397" y="2294298"/>
                <a:ext cx="3430509" cy="3427858"/>
                <a:chOff x="4361185" y="2202331"/>
                <a:chExt cx="3430509" cy="3427858"/>
              </a:xfrm>
            </p:grpSpPr>
            <p:sp>
              <p:nvSpPr>
                <p:cNvPr id="10" name="Oval 11">
                  <a:extLst>
                    <a:ext uri="{FF2B5EF4-FFF2-40B4-BE49-F238E27FC236}">
                      <a16:creationId xmlns:a16="http://schemas.microsoft.com/office/drawing/2014/main" id="{E5892E6E-0567-A1A8-D78C-2AA9BAA0E8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0325" y="4201578"/>
                  <a:ext cx="1428716" cy="1427178"/>
                </a:xfrm>
                <a:prstGeom prst="ellipse">
                  <a:avLst/>
                </a:prstGeom>
                <a:solidFill>
                  <a:schemeClr val="accent6"/>
                </a:solidFill>
                <a:ln w="12700" cap="flat" cmpd="sng" algn="ctr">
                  <a:noFill/>
                  <a:prstDash val="solid"/>
                </a:ln>
                <a:effectLst/>
              </p:spPr>
              <p:txBody>
                <a:bodyPr bIns="274316" rtlCol="0" anchor="b"/>
                <a:lstStyle/>
                <a:p>
                  <a:pPr algn="ctr" defTabSz="1219048"/>
                  <a:endParaRPr lang="en-US" sz="2000" kern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1" name="Freeform 5">
                  <a:extLst>
                    <a:ext uri="{FF2B5EF4-FFF2-40B4-BE49-F238E27FC236}">
                      <a16:creationId xmlns:a16="http://schemas.microsoft.com/office/drawing/2014/main" id="{F2644EF7-18FE-23C7-B8B2-D3B9F4E2F8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61185" y="4200147"/>
                  <a:ext cx="3427856" cy="1430042"/>
                </a:xfrm>
                <a:custGeom>
                  <a:avLst/>
                  <a:gdLst>
                    <a:gd name="T0" fmla="*/ 227 w 1091"/>
                    <a:gd name="T1" fmla="*/ 455 h 455"/>
                    <a:gd name="T2" fmla="*/ 390 w 1091"/>
                    <a:gd name="T3" fmla="*/ 386 h 455"/>
                    <a:gd name="T4" fmla="*/ 545 w 1091"/>
                    <a:gd name="T5" fmla="*/ 322 h 455"/>
                    <a:gd name="T6" fmla="*/ 699 w 1091"/>
                    <a:gd name="T7" fmla="*/ 386 h 455"/>
                    <a:gd name="T8" fmla="*/ 864 w 1091"/>
                    <a:gd name="T9" fmla="*/ 455 h 455"/>
                    <a:gd name="T10" fmla="*/ 1091 w 1091"/>
                    <a:gd name="T11" fmla="*/ 228 h 455"/>
                    <a:gd name="T12" fmla="*/ 864 w 1091"/>
                    <a:gd name="T13" fmla="*/ 0 h 455"/>
                    <a:gd name="T14" fmla="*/ 699 w 1091"/>
                    <a:gd name="T15" fmla="*/ 70 h 455"/>
                    <a:gd name="T16" fmla="*/ 545 w 1091"/>
                    <a:gd name="T17" fmla="*/ 134 h 455"/>
                    <a:gd name="T18" fmla="*/ 391 w 1091"/>
                    <a:gd name="T19" fmla="*/ 70 h 455"/>
                    <a:gd name="T20" fmla="*/ 227 w 1091"/>
                    <a:gd name="T21" fmla="*/ 0 h 455"/>
                    <a:gd name="T22" fmla="*/ 0 w 1091"/>
                    <a:gd name="T23" fmla="*/ 228 h 455"/>
                    <a:gd name="T24" fmla="*/ 227 w 1091"/>
                    <a:gd name="T25" fmla="*/ 455 h 4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91" h="455">
                      <a:moveTo>
                        <a:pt x="227" y="455"/>
                      </a:moveTo>
                      <a:cubicBezTo>
                        <a:pt x="291" y="455"/>
                        <a:pt x="349" y="429"/>
                        <a:pt x="390" y="386"/>
                      </a:cubicBezTo>
                      <a:cubicBezTo>
                        <a:pt x="430" y="346"/>
                        <a:pt x="485" y="322"/>
                        <a:pt x="545" y="322"/>
                      </a:cubicBezTo>
                      <a:cubicBezTo>
                        <a:pt x="606" y="322"/>
                        <a:pt x="660" y="346"/>
                        <a:pt x="699" y="386"/>
                      </a:cubicBezTo>
                      <a:cubicBezTo>
                        <a:pt x="741" y="429"/>
                        <a:pt x="799" y="455"/>
                        <a:pt x="864" y="455"/>
                      </a:cubicBezTo>
                      <a:cubicBezTo>
                        <a:pt x="989" y="455"/>
                        <a:pt x="1091" y="354"/>
                        <a:pt x="1091" y="228"/>
                      </a:cubicBezTo>
                      <a:cubicBezTo>
                        <a:pt x="1091" y="102"/>
                        <a:pt x="989" y="0"/>
                        <a:pt x="864" y="0"/>
                      </a:cubicBezTo>
                      <a:cubicBezTo>
                        <a:pt x="799" y="0"/>
                        <a:pt x="741" y="27"/>
                        <a:pt x="699" y="70"/>
                      </a:cubicBezTo>
                      <a:cubicBezTo>
                        <a:pt x="660" y="110"/>
                        <a:pt x="606" y="134"/>
                        <a:pt x="545" y="134"/>
                      </a:cubicBezTo>
                      <a:cubicBezTo>
                        <a:pt x="485" y="134"/>
                        <a:pt x="430" y="110"/>
                        <a:pt x="391" y="70"/>
                      </a:cubicBezTo>
                      <a:cubicBezTo>
                        <a:pt x="350" y="27"/>
                        <a:pt x="291" y="0"/>
                        <a:pt x="227" y="0"/>
                      </a:cubicBezTo>
                      <a:cubicBezTo>
                        <a:pt x="102" y="0"/>
                        <a:pt x="0" y="102"/>
                        <a:pt x="0" y="228"/>
                      </a:cubicBezTo>
                      <a:cubicBezTo>
                        <a:pt x="0" y="354"/>
                        <a:pt x="102" y="455"/>
                        <a:pt x="227" y="455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 cmpd="sng" algn="ctr">
                  <a:noFill/>
                  <a:prstDash val="solid"/>
                </a:ln>
                <a:effectLst/>
              </p:spPr>
              <p:txBody>
                <a:bodyPr bIns="274316" rtlCol="0" anchor="b"/>
                <a:lstStyle/>
                <a:p>
                  <a:pPr algn="ctr" defTabSz="1219048"/>
                  <a:endParaRPr lang="en-US" sz="2000" kern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2" name="Freeform 6">
                  <a:extLst>
                    <a:ext uri="{FF2B5EF4-FFF2-40B4-BE49-F238E27FC236}">
                      <a16:creationId xmlns:a16="http://schemas.microsoft.com/office/drawing/2014/main" id="{3E73F42A-4A9C-A6B5-79B1-1DB8CAAC8A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61185" y="2202332"/>
                  <a:ext cx="1426062" cy="3427856"/>
                </a:xfrm>
                <a:custGeom>
                  <a:avLst/>
                  <a:gdLst>
                    <a:gd name="T0" fmla="*/ 454 w 454"/>
                    <a:gd name="T1" fmla="*/ 864 h 1091"/>
                    <a:gd name="T2" fmla="*/ 384 w 454"/>
                    <a:gd name="T3" fmla="*/ 700 h 1091"/>
                    <a:gd name="T4" fmla="*/ 321 w 454"/>
                    <a:gd name="T5" fmla="*/ 546 h 1091"/>
                    <a:gd name="T6" fmla="*/ 384 w 454"/>
                    <a:gd name="T7" fmla="*/ 391 h 1091"/>
                    <a:gd name="T8" fmla="*/ 454 w 454"/>
                    <a:gd name="T9" fmla="*/ 228 h 1091"/>
                    <a:gd name="T10" fmla="*/ 227 w 454"/>
                    <a:gd name="T11" fmla="*/ 0 h 1091"/>
                    <a:gd name="T12" fmla="*/ 0 w 454"/>
                    <a:gd name="T13" fmla="*/ 228 h 1091"/>
                    <a:gd name="T14" fmla="*/ 69 w 454"/>
                    <a:gd name="T15" fmla="*/ 392 h 1091"/>
                    <a:gd name="T16" fmla="*/ 133 w 454"/>
                    <a:gd name="T17" fmla="*/ 546 h 1091"/>
                    <a:gd name="T18" fmla="*/ 69 w 454"/>
                    <a:gd name="T19" fmla="*/ 700 h 1091"/>
                    <a:gd name="T20" fmla="*/ 0 w 454"/>
                    <a:gd name="T21" fmla="*/ 864 h 1091"/>
                    <a:gd name="T22" fmla="*/ 227 w 454"/>
                    <a:gd name="T23" fmla="*/ 1091 h 1091"/>
                    <a:gd name="T24" fmla="*/ 454 w 454"/>
                    <a:gd name="T25" fmla="*/ 864 h 10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54" h="1091">
                      <a:moveTo>
                        <a:pt x="454" y="864"/>
                      </a:moveTo>
                      <a:cubicBezTo>
                        <a:pt x="454" y="799"/>
                        <a:pt x="427" y="742"/>
                        <a:pt x="384" y="700"/>
                      </a:cubicBezTo>
                      <a:cubicBezTo>
                        <a:pt x="345" y="661"/>
                        <a:pt x="321" y="606"/>
                        <a:pt x="321" y="546"/>
                      </a:cubicBezTo>
                      <a:cubicBezTo>
                        <a:pt x="321" y="486"/>
                        <a:pt x="345" y="431"/>
                        <a:pt x="384" y="391"/>
                      </a:cubicBezTo>
                      <a:cubicBezTo>
                        <a:pt x="427" y="350"/>
                        <a:pt x="454" y="292"/>
                        <a:pt x="454" y="228"/>
                      </a:cubicBezTo>
                      <a:cubicBezTo>
                        <a:pt x="454" y="102"/>
                        <a:pt x="352" y="0"/>
                        <a:pt x="227" y="0"/>
                      </a:cubicBezTo>
                      <a:cubicBezTo>
                        <a:pt x="102" y="0"/>
                        <a:pt x="0" y="102"/>
                        <a:pt x="0" y="228"/>
                      </a:cubicBezTo>
                      <a:cubicBezTo>
                        <a:pt x="0" y="292"/>
                        <a:pt x="26" y="350"/>
                        <a:pt x="69" y="392"/>
                      </a:cubicBezTo>
                      <a:cubicBezTo>
                        <a:pt x="109" y="431"/>
                        <a:pt x="133" y="486"/>
                        <a:pt x="133" y="546"/>
                      </a:cubicBezTo>
                      <a:cubicBezTo>
                        <a:pt x="133" y="606"/>
                        <a:pt x="109" y="661"/>
                        <a:pt x="69" y="700"/>
                      </a:cubicBezTo>
                      <a:cubicBezTo>
                        <a:pt x="26" y="742"/>
                        <a:pt x="0" y="799"/>
                        <a:pt x="0" y="864"/>
                      </a:cubicBezTo>
                      <a:cubicBezTo>
                        <a:pt x="0" y="990"/>
                        <a:pt x="102" y="1091"/>
                        <a:pt x="227" y="1091"/>
                      </a:cubicBezTo>
                      <a:cubicBezTo>
                        <a:pt x="352" y="1091"/>
                        <a:pt x="454" y="990"/>
                        <a:pt x="454" y="864"/>
                      </a:cubicBezTo>
                      <a:close/>
                    </a:path>
                  </a:pathLst>
                </a:custGeom>
                <a:solidFill>
                  <a:srgbClr val="056B4B"/>
                </a:solidFill>
                <a:ln w="12700" cap="flat" cmpd="sng" algn="ctr">
                  <a:noFill/>
                  <a:prstDash val="solid"/>
                </a:ln>
                <a:effectLst/>
              </p:spPr>
              <p:txBody>
                <a:bodyPr bIns="274316" rtlCol="0" anchor="b"/>
                <a:lstStyle/>
                <a:p>
                  <a:pPr algn="ctr" defTabSz="1219048"/>
                  <a:endParaRPr lang="en-US" sz="2000" kern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3" name="Freeform 7">
                  <a:extLst>
                    <a:ext uri="{FF2B5EF4-FFF2-40B4-BE49-F238E27FC236}">
                      <a16:creationId xmlns:a16="http://schemas.microsoft.com/office/drawing/2014/main" id="{F0CD5E64-2131-628D-DB96-3C7D5FCE56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61185" y="2202332"/>
                  <a:ext cx="3427856" cy="1428715"/>
                </a:xfrm>
                <a:custGeom>
                  <a:avLst/>
                  <a:gdLst>
                    <a:gd name="T0" fmla="*/ 864 w 1091"/>
                    <a:gd name="T1" fmla="*/ 0 h 455"/>
                    <a:gd name="T2" fmla="*/ 699 w 1091"/>
                    <a:gd name="T3" fmla="*/ 70 h 455"/>
                    <a:gd name="T4" fmla="*/ 545 w 1091"/>
                    <a:gd name="T5" fmla="*/ 134 h 455"/>
                    <a:gd name="T6" fmla="*/ 390 w 1091"/>
                    <a:gd name="T7" fmla="*/ 70 h 455"/>
                    <a:gd name="T8" fmla="*/ 227 w 1091"/>
                    <a:gd name="T9" fmla="*/ 0 h 455"/>
                    <a:gd name="T10" fmla="*/ 0 w 1091"/>
                    <a:gd name="T11" fmla="*/ 228 h 455"/>
                    <a:gd name="T12" fmla="*/ 227 w 1091"/>
                    <a:gd name="T13" fmla="*/ 455 h 455"/>
                    <a:gd name="T14" fmla="*/ 391 w 1091"/>
                    <a:gd name="T15" fmla="*/ 385 h 455"/>
                    <a:gd name="T16" fmla="*/ 545 w 1091"/>
                    <a:gd name="T17" fmla="*/ 322 h 455"/>
                    <a:gd name="T18" fmla="*/ 699 w 1091"/>
                    <a:gd name="T19" fmla="*/ 385 h 455"/>
                    <a:gd name="T20" fmla="*/ 864 w 1091"/>
                    <a:gd name="T21" fmla="*/ 455 h 455"/>
                    <a:gd name="T22" fmla="*/ 1091 w 1091"/>
                    <a:gd name="T23" fmla="*/ 228 h 455"/>
                    <a:gd name="T24" fmla="*/ 864 w 1091"/>
                    <a:gd name="T25" fmla="*/ 0 h 4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91" h="455">
                      <a:moveTo>
                        <a:pt x="864" y="0"/>
                      </a:moveTo>
                      <a:cubicBezTo>
                        <a:pt x="799" y="0"/>
                        <a:pt x="741" y="27"/>
                        <a:pt x="699" y="70"/>
                      </a:cubicBezTo>
                      <a:cubicBezTo>
                        <a:pt x="660" y="109"/>
                        <a:pt x="606" y="134"/>
                        <a:pt x="545" y="134"/>
                      </a:cubicBezTo>
                      <a:cubicBezTo>
                        <a:pt x="485" y="134"/>
                        <a:pt x="430" y="109"/>
                        <a:pt x="390" y="70"/>
                      </a:cubicBezTo>
                      <a:cubicBezTo>
                        <a:pt x="349" y="27"/>
                        <a:pt x="291" y="0"/>
                        <a:pt x="227" y="0"/>
                      </a:cubicBezTo>
                      <a:cubicBezTo>
                        <a:pt x="102" y="0"/>
                        <a:pt x="0" y="102"/>
                        <a:pt x="0" y="228"/>
                      </a:cubicBezTo>
                      <a:cubicBezTo>
                        <a:pt x="0" y="353"/>
                        <a:pt x="102" y="455"/>
                        <a:pt x="227" y="455"/>
                      </a:cubicBezTo>
                      <a:cubicBezTo>
                        <a:pt x="291" y="455"/>
                        <a:pt x="350" y="428"/>
                        <a:pt x="391" y="385"/>
                      </a:cubicBezTo>
                      <a:cubicBezTo>
                        <a:pt x="430" y="346"/>
                        <a:pt x="485" y="322"/>
                        <a:pt x="545" y="322"/>
                      </a:cubicBezTo>
                      <a:cubicBezTo>
                        <a:pt x="606" y="322"/>
                        <a:pt x="660" y="346"/>
                        <a:pt x="699" y="385"/>
                      </a:cubicBezTo>
                      <a:cubicBezTo>
                        <a:pt x="741" y="428"/>
                        <a:pt x="799" y="455"/>
                        <a:pt x="864" y="455"/>
                      </a:cubicBezTo>
                      <a:cubicBezTo>
                        <a:pt x="989" y="455"/>
                        <a:pt x="1091" y="353"/>
                        <a:pt x="1091" y="228"/>
                      </a:cubicBezTo>
                      <a:cubicBezTo>
                        <a:pt x="1091" y="102"/>
                        <a:pt x="989" y="0"/>
                        <a:pt x="864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2700" cap="flat" cmpd="sng" algn="ctr">
                  <a:noFill/>
                  <a:prstDash val="solid"/>
                </a:ln>
                <a:effectLst/>
              </p:spPr>
              <p:txBody>
                <a:bodyPr bIns="274316" rtlCol="0" anchor="b"/>
                <a:lstStyle/>
                <a:p>
                  <a:pPr algn="ctr" defTabSz="1219048"/>
                  <a:endParaRPr lang="en-US" sz="2000" kern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4" name="Oval 8">
                  <a:extLst>
                    <a:ext uri="{FF2B5EF4-FFF2-40B4-BE49-F238E27FC236}">
                      <a16:creationId xmlns:a16="http://schemas.microsoft.com/office/drawing/2014/main" id="{4415E623-B6D7-DC48-93C7-BB274C2B21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60014" y="2302488"/>
                  <a:ext cx="1228403" cy="122840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39" tIns="45720" rIns="91439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2800">
                    <a:solidFill>
                      <a:schemeClr val="bg1"/>
                    </a:solidFill>
                    <a:latin typeface="Questrial" pitchFamily="2" charset="0"/>
                  </a:endParaRPr>
                </a:p>
              </p:txBody>
            </p:sp>
            <p:sp>
              <p:nvSpPr>
                <p:cNvPr id="15" name="Oval 9">
                  <a:extLst>
                    <a:ext uri="{FF2B5EF4-FFF2-40B4-BE49-F238E27FC236}">
                      <a16:creationId xmlns:a16="http://schemas.microsoft.com/office/drawing/2014/main" id="{7BFB6814-CFCA-18D3-A92C-5E9ABD25DA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60014" y="4299639"/>
                  <a:ext cx="1228403" cy="1231056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39" tIns="45720" rIns="91439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28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Freeform 10">
                  <a:extLst>
                    <a:ext uri="{FF2B5EF4-FFF2-40B4-BE49-F238E27FC236}">
                      <a16:creationId xmlns:a16="http://schemas.microsoft.com/office/drawing/2014/main" id="{07DD7EB8-54B1-F74C-6FEF-6396FE1985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62979" y="2202331"/>
                  <a:ext cx="1428715" cy="2176901"/>
                </a:xfrm>
                <a:custGeom>
                  <a:avLst/>
                  <a:gdLst>
                    <a:gd name="T0" fmla="*/ 134 w 455"/>
                    <a:gd name="T1" fmla="*/ 546 h 693"/>
                    <a:gd name="T2" fmla="*/ 77 w 455"/>
                    <a:gd name="T3" fmla="*/ 692 h 693"/>
                    <a:gd name="T4" fmla="*/ 227 w 455"/>
                    <a:gd name="T5" fmla="*/ 636 h 693"/>
                    <a:gd name="T6" fmla="*/ 376 w 455"/>
                    <a:gd name="T7" fmla="*/ 693 h 693"/>
                    <a:gd name="T8" fmla="*/ 321 w 455"/>
                    <a:gd name="T9" fmla="*/ 546 h 693"/>
                    <a:gd name="T10" fmla="*/ 384 w 455"/>
                    <a:gd name="T11" fmla="*/ 392 h 693"/>
                    <a:gd name="T12" fmla="*/ 455 w 455"/>
                    <a:gd name="T13" fmla="*/ 228 h 693"/>
                    <a:gd name="T14" fmla="*/ 228 w 455"/>
                    <a:gd name="T15" fmla="*/ 0 h 693"/>
                    <a:gd name="T16" fmla="*/ 0 w 455"/>
                    <a:gd name="T17" fmla="*/ 228 h 693"/>
                    <a:gd name="T18" fmla="*/ 70 w 455"/>
                    <a:gd name="T19" fmla="*/ 391 h 693"/>
                    <a:gd name="T20" fmla="*/ 134 w 455"/>
                    <a:gd name="T21" fmla="*/ 546 h 6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55" h="693">
                      <a:moveTo>
                        <a:pt x="134" y="546"/>
                      </a:moveTo>
                      <a:cubicBezTo>
                        <a:pt x="134" y="603"/>
                        <a:pt x="112" y="654"/>
                        <a:pt x="77" y="692"/>
                      </a:cubicBezTo>
                      <a:cubicBezTo>
                        <a:pt x="117" y="657"/>
                        <a:pt x="170" y="636"/>
                        <a:pt x="227" y="636"/>
                      </a:cubicBezTo>
                      <a:cubicBezTo>
                        <a:pt x="284" y="636"/>
                        <a:pt x="336" y="658"/>
                        <a:pt x="376" y="693"/>
                      </a:cubicBezTo>
                      <a:cubicBezTo>
                        <a:pt x="341" y="654"/>
                        <a:pt x="321" y="602"/>
                        <a:pt x="321" y="546"/>
                      </a:cubicBezTo>
                      <a:cubicBezTo>
                        <a:pt x="321" y="486"/>
                        <a:pt x="345" y="431"/>
                        <a:pt x="384" y="392"/>
                      </a:cubicBezTo>
                      <a:cubicBezTo>
                        <a:pt x="428" y="350"/>
                        <a:pt x="455" y="292"/>
                        <a:pt x="455" y="228"/>
                      </a:cubicBezTo>
                      <a:cubicBezTo>
                        <a:pt x="455" y="102"/>
                        <a:pt x="353" y="0"/>
                        <a:pt x="228" y="0"/>
                      </a:cubicBezTo>
                      <a:cubicBezTo>
                        <a:pt x="102" y="0"/>
                        <a:pt x="0" y="102"/>
                        <a:pt x="0" y="228"/>
                      </a:cubicBezTo>
                      <a:cubicBezTo>
                        <a:pt x="0" y="292"/>
                        <a:pt x="27" y="350"/>
                        <a:pt x="70" y="391"/>
                      </a:cubicBezTo>
                      <a:cubicBezTo>
                        <a:pt x="110" y="431"/>
                        <a:pt x="134" y="486"/>
                        <a:pt x="134" y="546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2700" cap="flat" cmpd="sng" algn="ctr">
                  <a:noFill/>
                  <a:prstDash val="solid"/>
                </a:ln>
                <a:effectLst/>
              </p:spPr>
              <p:txBody>
                <a:bodyPr bIns="274316" rtlCol="0" anchor="b"/>
                <a:lstStyle/>
                <a:p>
                  <a:pPr algn="ctr" defTabSz="1219048"/>
                  <a:endParaRPr lang="en-US" sz="2000" kern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7" name="Oval 11">
                  <a:extLst>
                    <a:ext uri="{FF2B5EF4-FFF2-40B4-BE49-F238E27FC236}">
                      <a16:creationId xmlns:a16="http://schemas.microsoft.com/office/drawing/2014/main" id="{2A6938AD-ED16-5B36-92CD-C0056942BB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61145" y="4299639"/>
                  <a:ext cx="1232383" cy="1231056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39" tIns="45720" rIns="91439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28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Oval 12">
                  <a:extLst>
                    <a:ext uri="{FF2B5EF4-FFF2-40B4-BE49-F238E27FC236}">
                      <a16:creationId xmlns:a16="http://schemas.microsoft.com/office/drawing/2014/main" id="{759D11F1-F17D-4A62-6AB6-51A4F3DAD2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61145" y="2302488"/>
                  <a:ext cx="1232383" cy="122840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39" tIns="45720" rIns="91439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280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5A3170-07D7-0570-EE47-8DE912C1E1C4}"/>
                  </a:ext>
                </a:extLst>
              </p:cNvPr>
              <p:cNvSpPr txBox="1"/>
              <p:nvPr/>
            </p:nvSpPr>
            <p:spPr>
              <a:xfrm>
                <a:off x="6184922" y="2357915"/>
                <a:ext cx="2015609" cy="569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>
                    <a:solidFill>
                      <a:srgbClr val="002060"/>
                    </a:solidFill>
                  </a:rPr>
                  <a:t>Natural Language Interaction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1D5F112-0D28-922D-5D90-026CC2976990}"/>
                  </a:ext>
                </a:extLst>
              </p:cNvPr>
              <p:cNvSpPr txBox="1"/>
              <p:nvPr/>
            </p:nvSpPr>
            <p:spPr>
              <a:xfrm>
                <a:off x="728522" y="4426465"/>
                <a:ext cx="1735637" cy="569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b="1">
                    <a:solidFill>
                      <a:srgbClr val="002060"/>
                    </a:solidFill>
                  </a:rPr>
                  <a:t>Adaptive Learning &amp; Refinement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9AAFB38-9278-E378-AE3F-482A56A41CB3}"/>
                  </a:ext>
                </a:extLst>
              </p:cNvPr>
              <p:cNvSpPr txBox="1"/>
              <p:nvPr/>
            </p:nvSpPr>
            <p:spPr>
              <a:xfrm>
                <a:off x="619912" y="2410274"/>
                <a:ext cx="1898299" cy="569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b="1">
                    <a:solidFill>
                      <a:srgbClr val="002060"/>
                    </a:solidFill>
                  </a:rPr>
                  <a:t>AI-Powered Analysis &amp; Discovery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BC1EA11-7CE0-7428-D693-B2E88686C825}"/>
                  </a:ext>
                </a:extLst>
              </p:cNvPr>
              <p:cNvSpPr txBox="1"/>
              <p:nvPr/>
            </p:nvSpPr>
            <p:spPr>
              <a:xfrm>
                <a:off x="3575742" y="3765650"/>
                <a:ext cx="12323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/>
                  <a:t>Gen BI</a:t>
                </a:r>
              </a:p>
            </p:txBody>
          </p:sp>
          <p:pic>
            <p:nvPicPr>
              <p:cNvPr id="8" name="Picture 7" descr="A black and white image of a head and a microphone&#10;&#10;Description automatically generated">
                <a:extLst>
                  <a:ext uri="{FF2B5EF4-FFF2-40B4-BE49-F238E27FC236}">
                    <a16:creationId xmlns:a16="http://schemas.microsoft.com/office/drawing/2014/main" id="{8C98C050-9AFC-A417-6038-0B5268058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46406" y="2552544"/>
                <a:ext cx="1248715" cy="889921"/>
              </a:xfrm>
              <a:prstGeom prst="rect">
                <a:avLst/>
              </a:prstGeom>
            </p:spPr>
          </p:pic>
          <p:pic>
            <p:nvPicPr>
              <p:cNvPr id="20" name="Picture 19" descr="A black and white image of a head with a gear and arrows&#10;&#10;Description automatically generated">
                <a:extLst>
                  <a:ext uri="{FF2B5EF4-FFF2-40B4-BE49-F238E27FC236}">
                    <a16:creationId xmlns:a16="http://schemas.microsoft.com/office/drawing/2014/main" id="{56B57DAF-2341-F4BC-48A6-87B0F2EBB5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4194" y="4568958"/>
                <a:ext cx="1001732" cy="889921"/>
              </a:xfrm>
              <a:prstGeom prst="rect">
                <a:avLst/>
              </a:prstGeom>
            </p:spPr>
          </p:pic>
          <p:pic>
            <p:nvPicPr>
              <p:cNvPr id="22" name="Picture 21" descr="A black and white graphic of a graph and gear&#10;&#10;Description automatically generated">
                <a:extLst>
                  <a:ext uri="{FF2B5EF4-FFF2-40B4-BE49-F238E27FC236}">
                    <a16:creationId xmlns:a16="http://schemas.microsoft.com/office/drawing/2014/main" id="{DBD0DBE6-384B-3679-06CE-F13C120FE3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45849" y="4523746"/>
                <a:ext cx="1049828" cy="957821"/>
              </a:xfrm>
              <a:prstGeom prst="rect">
                <a:avLst/>
              </a:prstGeom>
            </p:spPr>
          </p:pic>
          <p:pic>
            <p:nvPicPr>
              <p:cNvPr id="31" name="Picture 30" descr="A black and white image of a face&#10;&#10;Description automatically generated">
                <a:extLst>
                  <a:ext uri="{FF2B5EF4-FFF2-40B4-BE49-F238E27FC236}">
                    <a16:creationId xmlns:a16="http://schemas.microsoft.com/office/drawing/2014/main" id="{4639F0C7-DAA0-3088-60E8-F65529AFB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84424" y="2557392"/>
                <a:ext cx="791318" cy="922839"/>
              </a:xfrm>
              <a:prstGeom prst="rect">
                <a:avLst/>
              </a:prstGeom>
            </p:spPr>
          </p:pic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ECBD6EB-BCDE-E995-BB60-DB6CA760D2A0}"/>
              </a:ext>
            </a:extLst>
          </p:cNvPr>
          <p:cNvSpPr txBox="1"/>
          <p:nvPr/>
        </p:nvSpPr>
        <p:spPr>
          <a:xfrm>
            <a:off x="-58578" y="4980316"/>
            <a:ext cx="24421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buFont typeface="Wingdings" panose="05000000000000000000" pitchFamily="2" charset="2"/>
              <a:buChar char="Ø"/>
            </a:pPr>
            <a:r>
              <a:rPr lang="en-US" sz="1400"/>
              <a:t>Interpret Live &amp; Historical Data</a:t>
            </a:r>
          </a:p>
          <a:p>
            <a:pPr marL="285750" indent="-285750" algn="r">
              <a:buFont typeface="Wingdings" panose="05000000000000000000" pitchFamily="2" charset="2"/>
              <a:buChar char="Ø"/>
            </a:pPr>
            <a:r>
              <a:rPr lang="en-US" sz="1400"/>
              <a:t>User Feedback driven Improvements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85641C-AEBE-C438-5A7B-BD81DAE3A048}"/>
              </a:ext>
            </a:extLst>
          </p:cNvPr>
          <p:cNvSpPr txBox="1"/>
          <p:nvPr/>
        </p:nvSpPr>
        <p:spPr>
          <a:xfrm>
            <a:off x="202517" y="2963049"/>
            <a:ext cx="20805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buFont typeface="Wingdings" panose="05000000000000000000" pitchFamily="2" charset="2"/>
              <a:buChar char="Ø"/>
            </a:pPr>
            <a:r>
              <a:rPr lang="en-US" sz="1400"/>
              <a:t>Query Generation &amp; Self Correction</a:t>
            </a:r>
          </a:p>
          <a:p>
            <a:pPr marL="285750" indent="-285750" algn="r">
              <a:buFont typeface="Wingdings" panose="05000000000000000000" pitchFamily="2" charset="2"/>
              <a:buChar char="Ø"/>
            </a:pPr>
            <a:r>
              <a:rPr lang="en-US" sz="1400"/>
              <a:t>Summarization of Response Data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1F9361-9897-DABA-80A4-8C425E7D5EB3}"/>
              </a:ext>
            </a:extLst>
          </p:cNvPr>
          <p:cNvSpPr txBox="1"/>
          <p:nvPr/>
        </p:nvSpPr>
        <p:spPr>
          <a:xfrm>
            <a:off x="5452461" y="2996897"/>
            <a:ext cx="22505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/>
              <a:t>Conversational Data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/>
              <a:t>Context Aware Responses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F816D0-938F-A4F0-1B6B-A2CDEB32B0D2}"/>
              </a:ext>
            </a:extLst>
          </p:cNvPr>
          <p:cNvSpPr txBox="1"/>
          <p:nvPr/>
        </p:nvSpPr>
        <p:spPr>
          <a:xfrm>
            <a:off x="5481775" y="4980316"/>
            <a:ext cx="20466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/>
              <a:t>Intelligent Visual Mapping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/>
              <a:t>Effortless Ad-hoc Analysis &amp; BI Tools Integration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75A12D07-CCBD-74B5-C122-FBC07460C55C}"/>
              </a:ext>
            </a:extLst>
          </p:cNvPr>
          <p:cNvGraphicFramePr>
            <a:graphicFrameLocks noGrp="1"/>
          </p:cNvGraphicFramePr>
          <p:nvPr/>
        </p:nvGraphicFramePr>
        <p:xfrm>
          <a:off x="8168674" y="2252172"/>
          <a:ext cx="3337082" cy="39256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498">
                  <a:extLst>
                    <a:ext uri="{9D8B030D-6E8A-4147-A177-3AD203B41FA5}">
                      <a16:colId xmlns:a16="http://schemas.microsoft.com/office/drawing/2014/main" val="905242153"/>
                    </a:ext>
                  </a:extLst>
                </a:gridCol>
                <a:gridCol w="2681584">
                  <a:extLst>
                    <a:ext uri="{9D8B030D-6E8A-4147-A177-3AD203B41FA5}">
                      <a16:colId xmlns:a16="http://schemas.microsoft.com/office/drawing/2014/main" val="2532075236"/>
                    </a:ext>
                  </a:extLst>
                </a:gridCol>
              </a:tblGrid>
              <a:tr h="4023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Users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Key Benefits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31683322"/>
                  </a:ext>
                </a:extLst>
              </a:tr>
              <a:tr h="49070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Business Users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vert="vert27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Natural Language Queries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63555255"/>
                  </a:ext>
                </a:extLst>
              </a:tr>
              <a:tr h="4907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True Self-service Analytics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31713066"/>
                  </a:ext>
                </a:extLst>
              </a:tr>
              <a:tr h="4907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Enhanced Decision making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6457573"/>
                  </a:ext>
                </a:extLst>
              </a:tr>
              <a:tr h="4907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User Friendly Interface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3704105"/>
                  </a:ext>
                </a:extLst>
              </a:tr>
              <a:tr h="52014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Technical Users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vert="vert27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SQL + Python Code Generation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7798634"/>
                  </a:ext>
                </a:extLst>
              </a:tr>
              <a:tr h="520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Generate Visualizations Quicker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45016581"/>
                  </a:ext>
                </a:extLst>
              </a:tr>
              <a:tr h="520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Optimized Querying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10174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449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78C88-BB9D-6E25-7628-0FAF275A8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DB474055-230A-8CC3-CA12-EEB1C3595B2B}"/>
              </a:ext>
            </a:extLst>
          </p:cNvPr>
          <p:cNvSpPr txBox="1">
            <a:spLocks/>
          </p:cNvSpPr>
          <p:nvPr/>
        </p:nvSpPr>
        <p:spPr>
          <a:xfrm>
            <a:off x="0" y="-1271"/>
            <a:ext cx="9144476" cy="4462781"/>
          </a:xfrm>
          <a:custGeom>
            <a:avLst/>
            <a:gdLst>
              <a:gd name="connsiteX0" fmla="*/ 0 w 9144000"/>
              <a:gd name="connsiteY0" fmla="*/ 0 h 4442826"/>
              <a:gd name="connsiteX1" fmla="*/ 9144000 w 9144000"/>
              <a:gd name="connsiteY1" fmla="*/ 0 h 4442826"/>
              <a:gd name="connsiteX2" fmla="*/ 9144000 w 9144000"/>
              <a:gd name="connsiteY2" fmla="*/ 4442826 h 4442826"/>
              <a:gd name="connsiteX3" fmla="*/ 0 w 9144000"/>
              <a:gd name="connsiteY3" fmla="*/ 4442826 h 4442826"/>
              <a:gd name="connsiteX4" fmla="*/ 0 w 9144000"/>
              <a:gd name="connsiteY4" fmla="*/ 0 h 444282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0 w 9151620"/>
              <a:gd name="connsiteY3" fmla="*/ 4442826 h 4458066"/>
              <a:gd name="connsiteX4" fmla="*/ 0 w 9151620"/>
              <a:gd name="connsiteY4" fmla="*/ 0 h 445806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8991600 w 9151620"/>
              <a:gd name="connsiteY3" fmla="*/ 4443731 h 4458066"/>
              <a:gd name="connsiteX4" fmla="*/ 0 w 9151620"/>
              <a:gd name="connsiteY4" fmla="*/ 4442826 h 4458066"/>
              <a:gd name="connsiteX5" fmla="*/ 0 w 9151620"/>
              <a:gd name="connsiteY5" fmla="*/ 0 h 445806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8991600 w 9151620"/>
              <a:gd name="connsiteY3" fmla="*/ 4443731 h 4458066"/>
              <a:gd name="connsiteX4" fmla="*/ 7551420 w 9151620"/>
              <a:gd name="connsiteY4" fmla="*/ 4436111 h 4458066"/>
              <a:gd name="connsiteX5" fmla="*/ 0 w 9151620"/>
              <a:gd name="connsiteY5" fmla="*/ 4442826 h 4458066"/>
              <a:gd name="connsiteX6" fmla="*/ 0 w 9151620"/>
              <a:gd name="connsiteY6" fmla="*/ 0 h 445806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8991600 w 9151620"/>
              <a:gd name="connsiteY3" fmla="*/ 4443731 h 4458066"/>
              <a:gd name="connsiteX4" fmla="*/ 8282940 w 9151620"/>
              <a:gd name="connsiteY4" fmla="*/ 4436111 h 4458066"/>
              <a:gd name="connsiteX5" fmla="*/ 7551420 w 9151620"/>
              <a:gd name="connsiteY5" fmla="*/ 4436111 h 4458066"/>
              <a:gd name="connsiteX6" fmla="*/ 0 w 9151620"/>
              <a:gd name="connsiteY6" fmla="*/ 4442826 h 4458066"/>
              <a:gd name="connsiteX7" fmla="*/ 0 w 9151620"/>
              <a:gd name="connsiteY7" fmla="*/ 0 h 445806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8991600 w 9151620"/>
              <a:gd name="connsiteY3" fmla="*/ 4443731 h 4458066"/>
              <a:gd name="connsiteX4" fmla="*/ 8260080 w 9151620"/>
              <a:gd name="connsiteY4" fmla="*/ 4306571 h 4458066"/>
              <a:gd name="connsiteX5" fmla="*/ 7551420 w 9151620"/>
              <a:gd name="connsiteY5" fmla="*/ 4436111 h 4458066"/>
              <a:gd name="connsiteX6" fmla="*/ 0 w 9151620"/>
              <a:gd name="connsiteY6" fmla="*/ 4442826 h 4458066"/>
              <a:gd name="connsiteX7" fmla="*/ 0 w 9151620"/>
              <a:gd name="connsiteY7" fmla="*/ 0 h 4458066"/>
              <a:gd name="connsiteX0" fmla="*/ 0 w 9151620"/>
              <a:gd name="connsiteY0" fmla="*/ 0 h 4462781"/>
              <a:gd name="connsiteX1" fmla="*/ 9144000 w 9151620"/>
              <a:gd name="connsiteY1" fmla="*/ 0 h 4462781"/>
              <a:gd name="connsiteX2" fmla="*/ 9151620 w 9151620"/>
              <a:gd name="connsiteY2" fmla="*/ 4458066 h 4462781"/>
              <a:gd name="connsiteX3" fmla="*/ 8941594 w 9151620"/>
              <a:gd name="connsiteY3" fmla="*/ 4462781 h 4462781"/>
              <a:gd name="connsiteX4" fmla="*/ 8260080 w 9151620"/>
              <a:gd name="connsiteY4" fmla="*/ 4306571 h 4462781"/>
              <a:gd name="connsiteX5" fmla="*/ 7551420 w 9151620"/>
              <a:gd name="connsiteY5" fmla="*/ 4436111 h 4462781"/>
              <a:gd name="connsiteX6" fmla="*/ 0 w 9151620"/>
              <a:gd name="connsiteY6" fmla="*/ 4442826 h 4462781"/>
              <a:gd name="connsiteX7" fmla="*/ 0 w 9151620"/>
              <a:gd name="connsiteY7" fmla="*/ 0 h 4462781"/>
              <a:gd name="connsiteX0" fmla="*/ 0 w 9151620"/>
              <a:gd name="connsiteY0" fmla="*/ 0 h 4462781"/>
              <a:gd name="connsiteX1" fmla="*/ 9144000 w 9151620"/>
              <a:gd name="connsiteY1" fmla="*/ 0 h 4462781"/>
              <a:gd name="connsiteX2" fmla="*/ 9151620 w 9151620"/>
              <a:gd name="connsiteY2" fmla="*/ 4458066 h 4462781"/>
              <a:gd name="connsiteX3" fmla="*/ 8941594 w 9151620"/>
              <a:gd name="connsiteY3" fmla="*/ 4462781 h 4462781"/>
              <a:gd name="connsiteX4" fmla="*/ 8260080 w 9151620"/>
              <a:gd name="connsiteY4" fmla="*/ 4306571 h 4462781"/>
              <a:gd name="connsiteX5" fmla="*/ 7556182 w 9151620"/>
              <a:gd name="connsiteY5" fmla="*/ 4462304 h 4462781"/>
              <a:gd name="connsiteX6" fmla="*/ 0 w 9151620"/>
              <a:gd name="connsiteY6" fmla="*/ 4442826 h 4462781"/>
              <a:gd name="connsiteX7" fmla="*/ 0 w 9151620"/>
              <a:gd name="connsiteY7" fmla="*/ 0 h 4462781"/>
              <a:gd name="connsiteX0" fmla="*/ 0 w 9144476"/>
              <a:gd name="connsiteY0" fmla="*/ 0 h 4462781"/>
              <a:gd name="connsiteX1" fmla="*/ 9144000 w 9144476"/>
              <a:gd name="connsiteY1" fmla="*/ 0 h 4462781"/>
              <a:gd name="connsiteX2" fmla="*/ 9144476 w 9144476"/>
              <a:gd name="connsiteY2" fmla="*/ 4458066 h 4462781"/>
              <a:gd name="connsiteX3" fmla="*/ 8941594 w 9144476"/>
              <a:gd name="connsiteY3" fmla="*/ 4462781 h 4462781"/>
              <a:gd name="connsiteX4" fmla="*/ 8260080 w 9144476"/>
              <a:gd name="connsiteY4" fmla="*/ 4306571 h 4462781"/>
              <a:gd name="connsiteX5" fmla="*/ 7556182 w 9144476"/>
              <a:gd name="connsiteY5" fmla="*/ 4462304 h 4462781"/>
              <a:gd name="connsiteX6" fmla="*/ 0 w 9144476"/>
              <a:gd name="connsiteY6" fmla="*/ 4442826 h 4462781"/>
              <a:gd name="connsiteX7" fmla="*/ 0 w 9144476"/>
              <a:gd name="connsiteY7" fmla="*/ 0 h 4462781"/>
              <a:gd name="connsiteX0" fmla="*/ 0 w 9144476"/>
              <a:gd name="connsiteY0" fmla="*/ 0 h 4462781"/>
              <a:gd name="connsiteX1" fmla="*/ 9144000 w 9144476"/>
              <a:gd name="connsiteY1" fmla="*/ 0 h 4462781"/>
              <a:gd name="connsiteX2" fmla="*/ 9144476 w 9144476"/>
              <a:gd name="connsiteY2" fmla="*/ 4458066 h 4462781"/>
              <a:gd name="connsiteX3" fmla="*/ 8941594 w 9144476"/>
              <a:gd name="connsiteY3" fmla="*/ 4462781 h 4462781"/>
              <a:gd name="connsiteX4" fmla="*/ 8260080 w 9144476"/>
              <a:gd name="connsiteY4" fmla="*/ 4306571 h 4462781"/>
              <a:gd name="connsiteX5" fmla="*/ 7541895 w 9144476"/>
              <a:gd name="connsiteY5" fmla="*/ 4452779 h 4462781"/>
              <a:gd name="connsiteX6" fmla="*/ 0 w 9144476"/>
              <a:gd name="connsiteY6" fmla="*/ 4442826 h 4462781"/>
              <a:gd name="connsiteX7" fmla="*/ 0 w 9144476"/>
              <a:gd name="connsiteY7" fmla="*/ 0 h 4462781"/>
              <a:gd name="connsiteX0" fmla="*/ 0 w 9144476"/>
              <a:gd name="connsiteY0" fmla="*/ 0 h 4462781"/>
              <a:gd name="connsiteX1" fmla="*/ 9144000 w 9144476"/>
              <a:gd name="connsiteY1" fmla="*/ 0 h 4462781"/>
              <a:gd name="connsiteX2" fmla="*/ 9144476 w 9144476"/>
              <a:gd name="connsiteY2" fmla="*/ 4458066 h 4462781"/>
              <a:gd name="connsiteX3" fmla="*/ 8953500 w 9144476"/>
              <a:gd name="connsiteY3" fmla="*/ 4462781 h 4462781"/>
              <a:gd name="connsiteX4" fmla="*/ 8260080 w 9144476"/>
              <a:gd name="connsiteY4" fmla="*/ 4306571 h 4462781"/>
              <a:gd name="connsiteX5" fmla="*/ 7541895 w 9144476"/>
              <a:gd name="connsiteY5" fmla="*/ 4452779 h 4462781"/>
              <a:gd name="connsiteX6" fmla="*/ 0 w 9144476"/>
              <a:gd name="connsiteY6" fmla="*/ 4442826 h 4462781"/>
              <a:gd name="connsiteX7" fmla="*/ 0 w 9144476"/>
              <a:gd name="connsiteY7" fmla="*/ 0 h 4462781"/>
              <a:gd name="connsiteX0" fmla="*/ 0 w 9144476"/>
              <a:gd name="connsiteY0" fmla="*/ 0 h 4462781"/>
              <a:gd name="connsiteX1" fmla="*/ 9144000 w 9144476"/>
              <a:gd name="connsiteY1" fmla="*/ 0 h 4462781"/>
              <a:gd name="connsiteX2" fmla="*/ 9144476 w 9144476"/>
              <a:gd name="connsiteY2" fmla="*/ 4458066 h 4462781"/>
              <a:gd name="connsiteX3" fmla="*/ 8953500 w 9144476"/>
              <a:gd name="connsiteY3" fmla="*/ 4462781 h 4462781"/>
              <a:gd name="connsiteX4" fmla="*/ 8260080 w 9144476"/>
              <a:gd name="connsiteY4" fmla="*/ 4306571 h 4462781"/>
              <a:gd name="connsiteX5" fmla="*/ 7551131 w 9144476"/>
              <a:gd name="connsiteY5" fmla="*/ 4462015 h 4462781"/>
              <a:gd name="connsiteX6" fmla="*/ 0 w 9144476"/>
              <a:gd name="connsiteY6" fmla="*/ 4442826 h 4462781"/>
              <a:gd name="connsiteX7" fmla="*/ 0 w 9144476"/>
              <a:gd name="connsiteY7" fmla="*/ 0 h 4462781"/>
              <a:gd name="connsiteX0" fmla="*/ 0 w 9144476"/>
              <a:gd name="connsiteY0" fmla="*/ 0 h 4462781"/>
              <a:gd name="connsiteX1" fmla="*/ 9144000 w 9144476"/>
              <a:gd name="connsiteY1" fmla="*/ 0 h 4462781"/>
              <a:gd name="connsiteX2" fmla="*/ 9144476 w 9144476"/>
              <a:gd name="connsiteY2" fmla="*/ 4458066 h 4462781"/>
              <a:gd name="connsiteX3" fmla="*/ 8953500 w 9144476"/>
              <a:gd name="connsiteY3" fmla="*/ 4462781 h 4462781"/>
              <a:gd name="connsiteX4" fmla="*/ 8260080 w 9144476"/>
              <a:gd name="connsiteY4" fmla="*/ 4306571 h 4462781"/>
              <a:gd name="connsiteX5" fmla="*/ 7551131 w 9144476"/>
              <a:gd name="connsiteY5" fmla="*/ 4462015 h 4462781"/>
              <a:gd name="connsiteX6" fmla="*/ 18473 w 9144476"/>
              <a:gd name="connsiteY6" fmla="*/ 4461299 h 4462781"/>
              <a:gd name="connsiteX7" fmla="*/ 0 w 9144476"/>
              <a:gd name="connsiteY7" fmla="*/ 0 h 4462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476" h="4462781">
                <a:moveTo>
                  <a:pt x="0" y="0"/>
                </a:moveTo>
                <a:lnTo>
                  <a:pt x="9144000" y="0"/>
                </a:lnTo>
                <a:cubicBezTo>
                  <a:pt x="9144159" y="1486022"/>
                  <a:pt x="9144317" y="2972044"/>
                  <a:pt x="9144476" y="4458066"/>
                </a:cubicBezTo>
                <a:lnTo>
                  <a:pt x="8953500" y="4462781"/>
                </a:lnTo>
                <a:lnTo>
                  <a:pt x="8260080" y="4306571"/>
                </a:lnTo>
                <a:lnTo>
                  <a:pt x="7551131" y="4462015"/>
                </a:lnTo>
                <a:lnTo>
                  <a:pt x="18473" y="4461299"/>
                </a:lnTo>
                <a:cubicBezTo>
                  <a:pt x="12315" y="2974199"/>
                  <a:pt x="6158" y="1487100"/>
                  <a:pt x="0" y="0"/>
                </a:cubicBezTo>
                <a:close/>
              </a:path>
            </a:pathLst>
          </a:custGeom>
          <a:noFill/>
        </p:spPr>
        <p:txBody>
          <a:bodyPr/>
          <a:lstStyle>
            <a:lvl1pPr marL="1143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 </a:t>
            </a:r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4F4955-AC23-58BE-C31F-AAEFFFD5EFD3}"/>
              </a:ext>
            </a:extLst>
          </p:cNvPr>
          <p:cNvGrpSpPr/>
          <p:nvPr/>
        </p:nvGrpSpPr>
        <p:grpSpPr>
          <a:xfrm>
            <a:off x="-10160" y="6350000"/>
            <a:ext cx="12202160" cy="508000"/>
            <a:chOff x="-10160" y="6350000"/>
            <a:chExt cx="12202160" cy="508000"/>
          </a:xfr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</a:gra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5972BDD-C655-B630-40FD-8B6F686DE89B}"/>
                </a:ext>
              </a:extLst>
            </p:cNvPr>
            <p:cNvGrpSpPr/>
            <p:nvPr/>
          </p:nvGrpSpPr>
          <p:grpSpPr>
            <a:xfrm>
              <a:off x="-10160" y="6350000"/>
              <a:ext cx="12202160" cy="508000"/>
              <a:chOff x="-10160" y="6299200"/>
              <a:chExt cx="12202160" cy="558800"/>
            </a:xfrm>
            <a:grpFill/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8DE0C1F7-8E47-5AF4-C313-73B009859D19}"/>
                  </a:ext>
                </a:extLst>
              </p:cNvPr>
              <p:cNvSpPr/>
              <p:nvPr/>
            </p:nvSpPr>
            <p:spPr>
              <a:xfrm>
                <a:off x="-10160" y="6299200"/>
                <a:ext cx="12202160" cy="558800"/>
              </a:xfrm>
              <a:custGeom>
                <a:avLst/>
                <a:gdLst>
                  <a:gd name="connsiteX0" fmla="*/ 0 w 9144000"/>
                  <a:gd name="connsiteY0" fmla="*/ 857250 h 857250"/>
                  <a:gd name="connsiteX1" fmla="*/ 0 w 9144000"/>
                  <a:gd name="connsiteY1" fmla="*/ 149828 h 857250"/>
                  <a:gd name="connsiteX2" fmla="*/ 7540609 w 9144000"/>
                  <a:gd name="connsiteY2" fmla="*/ 149828 h 857250"/>
                  <a:gd name="connsiteX3" fmla="*/ 8245698 w 9144000"/>
                  <a:gd name="connsiteY3" fmla="*/ 0 h 857250"/>
                  <a:gd name="connsiteX4" fmla="*/ 8933831 w 9144000"/>
                  <a:gd name="connsiteY4" fmla="*/ 149828 h 857250"/>
                  <a:gd name="connsiteX5" fmla="*/ 9144000 w 9144000"/>
                  <a:gd name="connsiteY5" fmla="*/ 149828 h 857250"/>
                  <a:gd name="connsiteX6" fmla="*/ 9144000 w 9144000"/>
                  <a:gd name="connsiteY6" fmla="*/ 857250 h 857250"/>
                  <a:gd name="connsiteX7" fmla="*/ 0 w 9144000"/>
                  <a:gd name="connsiteY7" fmla="*/ 857250 h 85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4000" h="857250">
                    <a:moveTo>
                      <a:pt x="0" y="857250"/>
                    </a:moveTo>
                    <a:lnTo>
                      <a:pt x="0" y="149828"/>
                    </a:lnTo>
                    <a:lnTo>
                      <a:pt x="7540609" y="149828"/>
                    </a:lnTo>
                    <a:lnTo>
                      <a:pt x="8245698" y="0"/>
                    </a:lnTo>
                    <a:lnTo>
                      <a:pt x="8933831" y="149828"/>
                    </a:lnTo>
                    <a:lnTo>
                      <a:pt x="9144000" y="149828"/>
                    </a:lnTo>
                    <a:lnTo>
                      <a:pt x="9144000" y="857250"/>
                    </a:lnTo>
                    <a:lnTo>
                      <a:pt x="0" y="857250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0" defTabSz="914400" eaLnBrk="1" latinLnBrk="0" hangingPunct="1"/>
                <a:endParaRPr lang="en-AU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1CA043EC-030D-914D-2DC4-F65FDF9FBBDF}"/>
                  </a:ext>
                </a:extLst>
              </p:cNvPr>
              <p:cNvSpPr/>
              <p:nvPr/>
            </p:nvSpPr>
            <p:spPr>
              <a:xfrm>
                <a:off x="10281920" y="6418580"/>
                <a:ext cx="1350024" cy="339967"/>
              </a:xfrm>
              <a:custGeom>
                <a:avLst/>
                <a:gdLst>
                  <a:gd name="connsiteX0" fmla="*/ 718995 w 1246536"/>
                  <a:gd name="connsiteY0" fmla="*/ 0 h 285083"/>
                  <a:gd name="connsiteX1" fmla="*/ 769239 w 1246536"/>
                  <a:gd name="connsiteY1" fmla="*/ 10668 h 285083"/>
                  <a:gd name="connsiteX2" fmla="*/ 842391 w 1246536"/>
                  <a:gd name="connsiteY2" fmla="*/ 94726 h 285083"/>
                  <a:gd name="connsiteX3" fmla="*/ 769239 w 1246536"/>
                  <a:gd name="connsiteY3" fmla="*/ 147876 h 285083"/>
                  <a:gd name="connsiteX4" fmla="*/ 718995 w 1246536"/>
                  <a:gd name="connsiteY4" fmla="*/ 137208 h 285083"/>
                  <a:gd name="connsiteX5" fmla="*/ 718995 w 1246536"/>
                  <a:gd name="connsiteY5" fmla="*/ 48 h 285083"/>
                  <a:gd name="connsiteX6" fmla="*/ 769239 w 1246536"/>
                  <a:gd name="connsiteY6" fmla="*/ 116729 h 285083"/>
                  <a:gd name="connsiteX7" fmla="*/ 808530 w 1246536"/>
                  <a:gd name="connsiteY7" fmla="*/ 87535 h 285083"/>
                  <a:gd name="connsiteX8" fmla="*/ 769239 w 1246536"/>
                  <a:gd name="connsiteY8" fmla="*/ 41624 h 285083"/>
                  <a:gd name="connsiteX9" fmla="*/ 752856 w 1246536"/>
                  <a:gd name="connsiteY9" fmla="*/ 38148 h 285083"/>
                  <a:gd name="connsiteX10" fmla="*/ 752856 w 1246536"/>
                  <a:gd name="connsiteY10" fmla="*/ 113252 h 285083"/>
                  <a:gd name="connsiteX11" fmla="*/ 769239 w 1246536"/>
                  <a:gd name="connsiteY11" fmla="*/ 116729 h 285083"/>
                  <a:gd name="connsiteX12" fmla="*/ 947024 w 1246536"/>
                  <a:gd name="connsiteY12" fmla="*/ 48482 h 285083"/>
                  <a:gd name="connsiteX13" fmla="*/ 947024 w 1246536"/>
                  <a:gd name="connsiteY13" fmla="*/ 79391 h 285083"/>
                  <a:gd name="connsiteX14" fmla="*/ 917067 w 1246536"/>
                  <a:gd name="connsiteY14" fmla="*/ 73009 h 285083"/>
                  <a:gd name="connsiteX15" fmla="*/ 917067 w 1246536"/>
                  <a:gd name="connsiteY15" fmla="*/ 148114 h 285083"/>
                  <a:gd name="connsiteX16" fmla="*/ 947024 w 1246536"/>
                  <a:gd name="connsiteY16" fmla="*/ 154496 h 285083"/>
                  <a:gd name="connsiteX17" fmla="*/ 947024 w 1246536"/>
                  <a:gd name="connsiteY17" fmla="*/ 185642 h 285083"/>
                  <a:gd name="connsiteX18" fmla="*/ 853393 w 1246536"/>
                  <a:gd name="connsiteY18" fmla="*/ 165735 h 285083"/>
                  <a:gd name="connsiteX19" fmla="*/ 853393 w 1246536"/>
                  <a:gd name="connsiteY19" fmla="*/ 134588 h 285083"/>
                  <a:gd name="connsiteX20" fmla="*/ 883349 w 1246536"/>
                  <a:gd name="connsiteY20" fmla="*/ 140970 h 285083"/>
                  <a:gd name="connsiteX21" fmla="*/ 883349 w 1246536"/>
                  <a:gd name="connsiteY21" fmla="*/ 65865 h 285083"/>
                  <a:gd name="connsiteX22" fmla="*/ 853393 w 1246536"/>
                  <a:gd name="connsiteY22" fmla="*/ 59484 h 285083"/>
                  <a:gd name="connsiteX23" fmla="*/ 853393 w 1246536"/>
                  <a:gd name="connsiteY23" fmla="*/ 28575 h 285083"/>
                  <a:gd name="connsiteX24" fmla="*/ 947024 w 1246536"/>
                  <a:gd name="connsiteY24" fmla="*/ 48482 h 285083"/>
                  <a:gd name="connsiteX25" fmla="*/ 1026319 w 1246536"/>
                  <a:gd name="connsiteY25" fmla="*/ 62627 h 285083"/>
                  <a:gd name="connsiteX26" fmla="*/ 1094994 w 1246536"/>
                  <a:gd name="connsiteY26" fmla="*/ 148447 h 285083"/>
                  <a:gd name="connsiteX27" fmla="*/ 1026319 w 1246536"/>
                  <a:gd name="connsiteY27" fmla="*/ 205264 h 285083"/>
                  <a:gd name="connsiteX28" fmla="*/ 957263 w 1246536"/>
                  <a:gd name="connsiteY28" fmla="*/ 119205 h 285083"/>
                  <a:gd name="connsiteX29" fmla="*/ 1026319 w 1246536"/>
                  <a:gd name="connsiteY29" fmla="*/ 62675 h 285083"/>
                  <a:gd name="connsiteX30" fmla="*/ 1026319 w 1246536"/>
                  <a:gd name="connsiteY30" fmla="*/ 173117 h 285083"/>
                  <a:gd name="connsiteX31" fmla="*/ 1060180 w 1246536"/>
                  <a:gd name="connsiteY31" fmla="*/ 141018 h 285083"/>
                  <a:gd name="connsiteX32" fmla="*/ 1026319 w 1246536"/>
                  <a:gd name="connsiteY32" fmla="*/ 94726 h 285083"/>
                  <a:gd name="connsiteX33" fmla="*/ 992267 w 1246536"/>
                  <a:gd name="connsiteY33" fmla="*/ 126587 h 285083"/>
                  <a:gd name="connsiteX34" fmla="*/ 1026319 w 1246536"/>
                  <a:gd name="connsiteY34" fmla="*/ 173117 h 285083"/>
                  <a:gd name="connsiteX35" fmla="*/ 1111949 w 1246536"/>
                  <a:gd name="connsiteY35" fmla="*/ 83534 h 285083"/>
                  <a:gd name="connsiteX36" fmla="*/ 1175814 w 1246536"/>
                  <a:gd name="connsiteY36" fmla="*/ 97107 h 285083"/>
                  <a:gd name="connsiteX37" fmla="*/ 1212675 w 1246536"/>
                  <a:gd name="connsiteY37" fmla="*/ 230791 h 285083"/>
                  <a:gd name="connsiteX38" fmla="*/ 1212675 w 1246536"/>
                  <a:gd name="connsiteY38" fmla="*/ 104918 h 285083"/>
                  <a:gd name="connsiteX39" fmla="*/ 1246537 w 1246536"/>
                  <a:gd name="connsiteY39" fmla="*/ 112109 h 285083"/>
                  <a:gd name="connsiteX40" fmla="*/ 1246537 w 1246536"/>
                  <a:gd name="connsiteY40" fmla="*/ 249269 h 285083"/>
                  <a:gd name="connsiteX41" fmla="*/ 1182672 w 1246536"/>
                  <a:gd name="connsiteY41" fmla="*/ 235696 h 285083"/>
                  <a:gd name="connsiteX42" fmla="*/ 1145810 w 1246536"/>
                  <a:gd name="connsiteY42" fmla="*/ 102013 h 285083"/>
                  <a:gd name="connsiteX43" fmla="*/ 1145810 w 1246536"/>
                  <a:gd name="connsiteY43" fmla="*/ 227886 h 285083"/>
                  <a:gd name="connsiteX44" fmla="*/ 1111949 w 1246536"/>
                  <a:gd name="connsiteY44" fmla="*/ 220694 h 285083"/>
                  <a:gd name="connsiteX45" fmla="*/ 1111949 w 1246536"/>
                  <a:gd name="connsiteY45" fmla="*/ 83534 h 285083"/>
                  <a:gd name="connsiteX46" fmla="*/ 42101 w 1246536"/>
                  <a:gd name="connsiteY46" fmla="*/ 138970 h 285083"/>
                  <a:gd name="connsiteX47" fmla="*/ 104108 w 1246536"/>
                  <a:gd name="connsiteY47" fmla="*/ 125778 h 285083"/>
                  <a:gd name="connsiteX48" fmla="*/ 145971 w 1246536"/>
                  <a:gd name="connsiteY48" fmla="*/ 254032 h 285083"/>
                  <a:gd name="connsiteX49" fmla="*/ 110061 w 1246536"/>
                  <a:gd name="connsiteY49" fmla="*/ 261652 h 285083"/>
                  <a:gd name="connsiteX50" fmla="*/ 97774 w 1246536"/>
                  <a:gd name="connsiteY50" fmla="*/ 222837 h 285083"/>
                  <a:gd name="connsiteX51" fmla="*/ 47863 w 1246536"/>
                  <a:gd name="connsiteY51" fmla="*/ 233458 h 285083"/>
                  <a:gd name="connsiteX52" fmla="*/ 35576 w 1246536"/>
                  <a:gd name="connsiteY52" fmla="*/ 277511 h 285083"/>
                  <a:gd name="connsiteX53" fmla="*/ 0 w 1246536"/>
                  <a:gd name="connsiteY53" fmla="*/ 285083 h 285083"/>
                  <a:gd name="connsiteX54" fmla="*/ 42053 w 1246536"/>
                  <a:gd name="connsiteY54" fmla="*/ 138970 h 285083"/>
                  <a:gd name="connsiteX55" fmla="*/ 88440 w 1246536"/>
                  <a:gd name="connsiteY55" fmla="*/ 193929 h 285083"/>
                  <a:gd name="connsiteX56" fmla="*/ 72819 w 1246536"/>
                  <a:gd name="connsiteY56" fmla="*/ 144923 h 285083"/>
                  <a:gd name="connsiteX57" fmla="*/ 57198 w 1246536"/>
                  <a:gd name="connsiteY57" fmla="*/ 200597 h 285083"/>
                  <a:gd name="connsiteX58" fmla="*/ 88488 w 1246536"/>
                  <a:gd name="connsiteY58" fmla="*/ 193929 h 285083"/>
                  <a:gd name="connsiteX59" fmla="*/ 214646 w 1246536"/>
                  <a:gd name="connsiteY59" fmla="*/ 242173 h 285083"/>
                  <a:gd name="connsiteX60" fmla="*/ 148733 w 1246536"/>
                  <a:gd name="connsiteY60" fmla="*/ 199930 h 285083"/>
                  <a:gd name="connsiteX61" fmla="*/ 183738 w 1246536"/>
                  <a:gd name="connsiteY61" fmla="*/ 192500 h 285083"/>
                  <a:gd name="connsiteX62" fmla="*/ 215408 w 1246536"/>
                  <a:gd name="connsiteY62" fmla="*/ 212408 h 285083"/>
                  <a:gd name="connsiteX63" fmla="*/ 239030 w 1246536"/>
                  <a:gd name="connsiteY63" fmla="*/ 195310 h 285083"/>
                  <a:gd name="connsiteX64" fmla="*/ 227886 w 1246536"/>
                  <a:gd name="connsiteY64" fmla="*/ 187166 h 285083"/>
                  <a:gd name="connsiteX65" fmla="*/ 183975 w 1246536"/>
                  <a:gd name="connsiteY65" fmla="*/ 184452 h 285083"/>
                  <a:gd name="connsiteX66" fmla="*/ 154210 w 1246536"/>
                  <a:gd name="connsiteY66" fmla="*/ 153210 h 285083"/>
                  <a:gd name="connsiteX67" fmla="*/ 207645 w 1246536"/>
                  <a:gd name="connsiteY67" fmla="*/ 101013 h 285083"/>
                  <a:gd name="connsiteX68" fmla="*/ 268891 w 1246536"/>
                  <a:gd name="connsiteY68" fmla="*/ 138017 h 285083"/>
                  <a:gd name="connsiteX69" fmla="*/ 234077 w 1246536"/>
                  <a:gd name="connsiteY69" fmla="*/ 145399 h 285083"/>
                  <a:gd name="connsiteX70" fmla="*/ 208217 w 1246536"/>
                  <a:gd name="connsiteY70" fmla="*/ 129873 h 285083"/>
                  <a:gd name="connsiteX71" fmla="*/ 189215 w 1246536"/>
                  <a:gd name="connsiteY71" fmla="*/ 145018 h 285083"/>
                  <a:gd name="connsiteX72" fmla="*/ 199454 w 1246536"/>
                  <a:gd name="connsiteY72" fmla="*/ 152352 h 285083"/>
                  <a:gd name="connsiteX73" fmla="*/ 242078 w 1246536"/>
                  <a:gd name="connsiteY73" fmla="*/ 154400 h 285083"/>
                  <a:gd name="connsiteX74" fmla="*/ 273891 w 1246536"/>
                  <a:gd name="connsiteY74" fmla="*/ 186357 h 285083"/>
                  <a:gd name="connsiteX75" fmla="*/ 214694 w 1246536"/>
                  <a:gd name="connsiteY75" fmla="*/ 242125 h 285083"/>
                  <a:gd name="connsiteX76" fmla="*/ 283702 w 1246536"/>
                  <a:gd name="connsiteY76" fmla="*/ 156115 h 285083"/>
                  <a:gd name="connsiteX77" fmla="*/ 353330 w 1246536"/>
                  <a:gd name="connsiteY77" fmla="*/ 70104 h 285083"/>
                  <a:gd name="connsiteX78" fmla="*/ 419767 w 1246536"/>
                  <a:gd name="connsiteY78" fmla="*/ 111633 h 285083"/>
                  <a:gd name="connsiteX79" fmla="*/ 384953 w 1246536"/>
                  <a:gd name="connsiteY79" fmla="*/ 119015 h 285083"/>
                  <a:gd name="connsiteX80" fmla="*/ 353473 w 1246536"/>
                  <a:gd name="connsiteY80" fmla="*/ 102156 h 285083"/>
                  <a:gd name="connsiteX81" fmla="*/ 318659 w 1246536"/>
                  <a:gd name="connsiteY81" fmla="*/ 148638 h 285083"/>
                  <a:gd name="connsiteX82" fmla="*/ 353473 w 1246536"/>
                  <a:gd name="connsiteY82" fmla="*/ 180546 h 285083"/>
                  <a:gd name="connsiteX83" fmla="*/ 384953 w 1246536"/>
                  <a:gd name="connsiteY83" fmla="*/ 150114 h 285083"/>
                  <a:gd name="connsiteX84" fmla="*/ 419767 w 1246536"/>
                  <a:gd name="connsiteY84" fmla="*/ 142732 h 285083"/>
                  <a:gd name="connsiteX85" fmla="*/ 353330 w 1246536"/>
                  <a:gd name="connsiteY85" fmla="*/ 212693 h 285083"/>
                  <a:gd name="connsiteX86" fmla="*/ 283702 w 1246536"/>
                  <a:gd name="connsiteY86" fmla="*/ 156115 h 285083"/>
                  <a:gd name="connsiteX87" fmla="*/ 436340 w 1246536"/>
                  <a:gd name="connsiteY87" fmla="*/ 55150 h 285083"/>
                  <a:gd name="connsiteX88" fmla="*/ 540782 w 1246536"/>
                  <a:gd name="connsiteY88" fmla="*/ 32956 h 285083"/>
                  <a:gd name="connsiteX89" fmla="*/ 540782 w 1246536"/>
                  <a:gd name="connsiteY89" fmla="*/ 63865 h 285083"/>
                  <a:gd name="connsiteX90" fmla="*/ 470440 w 1246536"/>
                  <a:gd name="connsiteY90" fmla="*/ 78819 h 285083"/>
                  <a:gd name="connsiteX91" fmla="*/ 470440 w 1246536"/>
                  <a:gd name="connsiteY91" fmla="*/ 101775 h 285083"/>
                  <a:gd name="connsiteX92" fmla="*/ 531495 w 1246536"/>
                  <a:gd name="connsiteY92" fmla="*/ 88821 h 285083"/>
                  <a:gd name="connsiteX93" fmla="*/ 531495 w 1246536"/>
                  <a:gd name="connsiteY93" fmla="*/ 118015 h 285083"/>
                  <a:gd name="connsiteX94" fmla="*/ 470440 w 1246536"/>
                  <a:gd name="connsiteY94" fmla="*/ 131016 h 285083"/>
                  <a:gd name="connsiteX95" fmla="*/ 470440 w 1246536"/>
                  <a:gd name="connsiteY95" fmla="*/ 154162 h 285083"/>
                  <a:gd name="connsiteX96" fmla="*/ 540782 w 1246536"/>
                  <a:gd name="connsiteY96" fmla="*/ 139208 h 285083"/>
                  <a:gd name="connsiteX97" fmla="*/ 540782 w 1246536"/>
                  <a:gd name="connsiteY97" fmla="*/ 170117 h 285083"/>
                  <a:gd name="connsiteX98" fmla="*/ 436340 w 1246536"/>
                  <a:gd name="connsiteY98" fmla="*/ 192310 h 285083"/>
                  <a:gd name="connsiteX99" fmla="*/ 436340 w 1246536"/>
                  <a:gd name="connsiteY99" fmla="*/ 55150 h 285083"/>
                  <a:gd name="connsiteX100" fmla="*/ 561308 w 1246536"/>
                  <a:gd name="connsiteY100" fmla="*/ 28623 h 285083"/>
                  <a:gd name="connsiteX101" fmla="*/ 625173 w 1246536"/>
                  <a:gd name="connsiteY101" fmla="*/ 15049 h 285083"/>
                  <a:gd name="connsiteX102" fmla="*/ 662035 w 1246536"/>
                  <a:gd name="connsiteY102" fmla="*/ 133112 h 285083"/>
                  <a:gd name="connsiteX103" fmla="*/ 662035 w 1246536"/>
                  <a:gd name="connsiteY103" fmla="*/ 7239 h 285083"/>
                  <a:gd name="connsiteX104" fmla="*/ 695897 w 1246536"/>
                  <a:gd name="connsiteY104" fmla="*/ 48 h 285083"/>
                  <a:gd name="connsiteX105" fmla="*/ 695897 w 1246536"/>
                  <a:gd name="connsiteY105" fmla="*/ 137208 h 285083"/>
                  <a:gd name="connsiteX106" fmla="*/ 632032 w 1246536"/>
                  <a:gd name="connsiteY106" fmla="*/ 150781 h 285083"/>
                  <a:gd name="connsiteX107" fmla="*/ 595170 w 1246536"/>
                  <a:gd name="connsiteY107" fmla="*/ 32718 h 285083"/>
                  <a:gd name="connsiteX108" fmla="*/ 595170 w 1246536"/>
                  <a:gd name="connsiteY108" fmla="*/ 158591 h 285083"/>
                  <a:gd name="connsiteX109" fmla="*/ 561308 w 1246536"/>
                  <a:gd name="connsiteY109" fmla="*/ 165783 h 285083"/>
                  <a:gd name="connsiteX110" fmla="*/ 561308 w 1246536"/>
                  <a:gd name="connsiteY110" fmla="*/ 28623 h 28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</a:cxnLst>
                <a:rect l="l" t="t" r="r" b="b"/>
                <a:pathLst>
                  <a:path w="1246536" h="285083">
                    <a:moveTo>
                      <a:pt x="718995" y="0"/>
                    </a:moveTo>
                    <a:lnTo>
                      <a:pt x="769239" y="10668"/>
                    </a:lnTo>
                    <a:cubicBezTo>
                      <a:pt x="805149" y="18288"/>
                      <a:pt x="842391" y="35766"/>
                      <a:pt x="842391" y="94726"/>
                    </a:cubicBezTo>
                    <a:cubicBezTo>
                      <a:pt x="842391" y="153876"/>
                      <a:pt x="805149" y="155496"/>
                      <a:pt x="769239" y="147876"/>
                    </a:cubicBezTo>
                    <a:lnTo>
                      <a:pt x="718995" y="137208"/>
                    </a:lnTo>
                    <a:lnTo>
                      <a:pt x="718995" y="48"/>
                    </a:lnTo>
                    <a:close/>
                    <a:moveTo>
                      <a:pt x="769239" y="116729"/>
                    </a:moveTo>
                    <a:cubicBezTo>
                      <a:pt x="791766" y="121539"/>
                      <a:pt x="808530" y="124301"/>
                      <a:pt x="808530" y="87535"/>
                    </a:cubicBezTo>
                    <a:cubicBezTo>
                      <a:pt x="808530" y="50768"/>
                      <a:pt x="791623" y="46387"/>
                      <a:pt x="769239" y="41624"/>
                    </a:cubicBezTo>
                    <a:lnTo>
                      <a:pt x="752856" y="38148"/>
                    </a:lnTo>
                    <a:lnTo>
                      <a:pt x="752856" y="113252"/>
                    </a:lnTo>
                    <a:cubicBezTo>
                      <a:pt x="752856" y="113252"/>
                      <a:pt x="769239" y="116729"/>
                      <a:pt x="769239" y="116729"/>
                    </a:cubicBezTo>
                    <a:close/>
                    <a:moveTo>
                      <a:pt x="947024" y="48482"/>
                    </a:moveTo>
                    <a:lnTo>
                      <a:pt x="947024" y="79391"/>
                    </a:lnTo>
                    <a:cubicBezTo>
                      <a:pt x="947024" y="79391"/>
                      <a:pt x="917067" y="73009"/>
                      <a:pt x="917067" y="73009"/>
                    </a:cubicBezTo>
                    <a:lnTo>
                      <a:pt x="917067" y="148114"/>
                    </a:lnTo>
                    <a:cubicBezTo>
                      <a:pt x="917067" y="148114"/>
                      <a:pt x="947024" y="154496"/>
                      <a:pt x="947024" y="154496"/>
                    </a:cubicBezTo>
                    <a:lnTo>
                      <a:pt x="947024" y="185642"/>
                    </a:lnTo>
                    <a:cubicBezTo>
                      <a:pt x="947024" y="185642"/>
                      <a:pt x="853393" y="165735"/>
                      <a:pt x="853393" y="165735"/>
                    </a:cubicBezTo>
                    <a:lnTo>
                      <a:pt x="853393" y="134588"/>
                    </a:lnTo>
                    <a:cubicBezTo>
                      <a:pt x="853393" y="134588"/>
                      <a:pt x="883349" y="140970"/>
                      <a:pt x="883349" y="140970"/>
                    </a:cubicBezTo>
                    <a:lnTo>
                      <a:pt x="883349" y="65865"/>
                    </a:lnTo>
                    <a:cubicBezTo>
                      <a:pt x="883349" y="65865"/>
                      <a:pt x="853393" y="59484"/>
                      <a:pt x="853393" y="59484"/>
                    </a:cubicBezTo>
                    <a:lnTo>
                      <a:pt x="853393" y="28575"/>
                    </a:lnTo>
                    <a:cubicBezTo>
                      <a:pt x="853393" y="28575"/>
                      <a:pt x="947024" y="48482"/>
                      <a:pt x="947024" y="48482"/>
                    </a:cubicBezTo>
                    <a:close/>
                    <a:moveTo>
                      <a:pt x="1026319" y="62627"/>
                    </a:moveTo>
                    <a:cubicBezTo>
                      <a:pt x="1068944" y="71676"/>
                      <a:pt x="1094994" y="107966"/>
                      <a:pt x="1094994" y="148447"/>
                    </a:cubicBezTo>
                    <a:cubicBezTo>
                      <a:pt x="1094994" y="189119"/>
                      <a:pt x="1068944" y="214313"/>
                      <a:pt x="1026319" y="205264"/>
                    </a:cubicBezTo>
                    <a:cubicBezTo>
                      <a:pt x="983504" y="196167"/>
                      <a:pt x="957263" y="159829"/>
                      <a:pt x="957263" y="119205"/>
                    </a:cubicBezTo>
                    <a:cubicBezTo>
                      <a:pt x="957263" y="78724"/>
                      <a:pt x="983504" y="53578"/>
                      <a:pt x="1026319" y="62675"/>
                    </a:cubicBezTo>
                    <a:moveTo>
                      <a:pt x="1026319" y="173117"/>
                    </a:moveTo>
                    <a:cubicBezTo>
                      <a:pt x="1049036" y="177927"/>
                      <a:pt x="1060180" y="165926"/>
                      <a:pt x="1060180" y="141018"/>
                    </a:cubicBezTo>
                    <a:cubicBezTo>
                      <a:pt x="1060180" y="116110"/>
                      <a:pt x="1048846" y="99489"/>
                      <a:pt x="1026319" y="94726"/>
                    </a:cubicBezTo>
                    <a:cubicBezTo>
                      <a:pt x="1003602" y="89916"/>
                      <a:pt x="992267" y="101870"/>
                      <a:pt x="992267" y="126587"/>
                    </a:cubicBezTo>
                    <a:cubicBezTo>
                      <a:pt x="992267" y="151495"/>
                      <a:pt x="1003649" y="168307"/>
                      <a:pt x="1026319" y="173117"/>
                    </a:cubicBezTo>
                    <a:moveTo>
                      <a:pt x="1111949" y="83534"/>
                    </a:moveTo>
                    <a:lnTo>
                      <a:pt x="1175814" y="97107"/>
                    </a:lnTo>
                    <a:lnTo>
                      <a:pt x="1212675" y="230791"/>
                    </a:lnTo>
                    <a:lnTo>
                      <a:pt x="1212675" y="104918"/>
                    </a:lnTo>
                    <a:cubicBezTo>
                      <a:pt x="1212675" y="104918"/>
                      <a:pt x="1246537" y="112109"/>
                      <a:pt x="1246537" y="112109"/>
                    </a:cubicBezTo>
                    <a:lnTo>
                      <a:pt x="1246537" y="249269"/>
                    </a:lnTo>
                    <a:cubicBezTo>
                      <a:pt x="1246537" y="249269"/>
                      <a:pt x="1182672" y="235696"/>
                      <a:pt x="1182672" y="235696"/>
                    </a:cubicBezTo>
                    <a:lnTo>
                      <a:pt x="1145810" y="102013"/>
                    </a:lnTo>
                    <a:lnTo>
                      <a:pt x="1145810" y="227886"/>
                    </a:lnTo>
                    <a:cubicBezTo>
                      <a:pt x="1145810" y="227886"/>
                      <a:pt x="1111949" y="220694"/>
                      <a:pt x="1111949" y="220694"/>
                    </a:cubicBezTo>
                    <a:lnTo>
                      <a:pt x="1111949" y="83534"/>
                    </a:lnTo>
                    <a:close/>
                    <a:moveTo>
                      <a:pt x="42101" y="138970"/>
                    </a:moveTo>
                    <a:lnTo>
                      <a:pt x="104108" y="125778"/>
                    </a:lnTo>
                    <a:lnTo>
                      <a:pt x="145971" y="254032"/>
                    </a:lnTo>
                    <a:lnTo>
                      <a:pt x="110061" y="261652"/>
                    </a:lnTo>
                    <a:lnTo>
                      <a:pt x="97774" y="222837"/>
                    </a:lnTo>
                    <a:lnTo>
                      <a:pt x="47863" y="233458"/>
                    </a:lnTo>
                    <a:lnTo>
                      <a:pt x="35576" y="277511"/>
                    </a:lnTo>
                    <a:lnTo>
                      <a:pt x="0" y="285083"/>
                    </a:lnTo>
                    <a:lnTo>
                      <a:pt x="42053" y="138970"/>
                    </a:lnTo>
                    <a:close/>
                    <a:moveTo>
                      <a:pt x="88440" y="193929"/>
                    </a:moveTo>
                    <a:lnTo>
                      <a:pt x="72819" y="144923"/>
                    </a:lnTo>
                    <a:lnTo>
                      <a:pt x="57198" y="200597"/>
                    </a:lnTo>
                    <a:lnTo>
                      <a:pt x="88488" y="193929"/>
                    </a:lnTo>
                    <a:close/>
                    <a:moveTo>
                      <a:pt x="214646" y="242173"/>
                    </a:moveTo>
                    <a:cubicBezTo>
                      <a:pt x="168307" y="252031"/>
                      <a:pt x="148733" y="235553"/>
                      <a:pt x="148733" y="199930"/>
                    </a:cubicBezTo>
                    <a:lnTo>
                      <a:pt x="183738" y="192500"/>
                    </a:lnTo>
                    <a:cubicBezTo>
                      <a:pt x="183738" y="211979"/>
                      <a:pt x="190977" y="217599"/>
                      <a:pt x="215408" y="212408"/>
                    </a:cubicBezTo>
                    <a:cubicBezTo>
                      <a:pt x="231982" y="208883"/>
                      <a:pt x="239030" y="203883"/>
                      <a:pt x="239030" y="195310"/>
                    </a:cubicBezTo>
                    <a:cubicBezTo>
                      <a:pt x="239030" y="190452"/>
                      <a:pt x="235315" y="187547"/>
                      <a:pt x="227886" y="187166"/>
                    </a:cubicBezTo>
                    <a:lnTo>
                      <a:pt x="183975" y="184452"/>
                    </a:lnTo>
                    <a:cubicBezTo>
                      <a:pt x="161258" y="182880"/>
                      <a:pt x="154210" y="170545"/>
                      <a:pt x="154210" y="153210"/>
                    </a:cubicBezTo>
                    <a:cubicBezTo>
                      <a:pt x="154210" y="126540"/>
                      <a:pt x="173212" y="108299"/>
                      <a:pt x="207645" y="101013"/>
                    </a:cubicBezTo>
                    <a:cubicBezTo>
                      <a:pt x="248603" y="92297"/>
                      <a:pt x="268891" y="108252"/>
                      <a:pt x="268891" y="138017"/>
                    </a:cubicBezTo>
                    <a:lnTo>
                      <a:pt x="234077" y="145399"/>
                    </a:lnTo>
                    <a:cubicBezTo>
                      <a:pt x="234077" y="130635"/>
                      <a:pt x="226076" y="126111"/>
                      <a:pt x="208217" y="129873"/>
                    </a:cubicBezTo>
                    <a:cubicBezTo>
                      <a:pt x="195739" y="132540"/>
                      <a:pt x="189215" y="137208"/>
                      <a:pt x="189215" y="145018"/>
                    </a:cubicBezTo>
                    <a:cubicBezTo>
                      <a:pt x="189215" y="148923"/>
                      <a:pt x="191262" y="151781"/>
                      <a:pt x="199454" y="152352"/>
                    </a:cubicBezTo>
                    <a:lnTo>
                      <a:pt x="242078" y="154400"/>
                    </a:lnTo>
                    <a:cubicBezTo>
                      <a:pt x="263843" y="155400"/>
                      <a:pt x="273891" y="166306"/>
                      <a:pt x="273891" y="186357"/>
                    </a:cubicBezTo>
                    <a:cubicBezTo>
                      <a:pt x="273891" y="212408"/>
                      <a:pt x="256747" y="233172"/>
                      <a:pt x="214694" y="242125"/>
                    </a:cubicBezTo>
                    <a:moveTo>
                      <a:pt x="283702" y="156115"/>
                    </a:moveTo>
                    <a:cubicBezTo>
                      <a:pt x="283702" y="115633"/>
                      <a:pt x="310325" y="79248"/>
                      <a:pt x="353330" y="70104"/>
                    </a:cubicBezTo>
                    <a:cubicBezTo>
                      <a:pt x="390906" y="62103"/>
                      <a:pt x="415862" y="78010"/>
                      <a:pt x="419767" y="111633"/>
                    </a:cubicBezTo>
                    <a:lnTo>
                      <a:pt x="384953" y="119015"/>
                    </a:lnTo>
                    <a:cubicBezTo>
                      <a:pt x="382143" y="104823"/>
                      <a:pt x="370047" y="98631"/>
                      <a:pt x="353473" y="102156"/>
                    </a:cubicBezTo>
                    <a:cubicBezTo>
                      <a:pt x="333185" y="106490"/>
                      <a:pt x="318659" y="121634"/>
                      <a:pt x="318659" y="148638"/>
                    </a:cubicBezTo>
                    <a:cubicBezTo>
                      <a:pt x="318659" y="175879"/>
                      <a:pt x="333185" y="184833"/>
                      <a:pt x="353473" y="180546"/>
                    </a:cubicBezTo>
                    <a:cubicBezTo>
                      <a:pt x="370047" y="177022"/>
                      <a:pt x="382143" y="165497"/>
                      <a:pt x="384953" y="150114"/>
                    </a:cubicBezTo>
                    <a:lnTo>
                      <a:pt x="419767" y="142732"/>
                    </a:lnTo>
                    <a:cubicBezTo>
                      <a:pt x="415862" y="178213"/>
                      <a:pt x="390906" y="204692"/>
                      <a:pt x="353330" y="212693"/>
                    </a:cubicBezTo>
                    <a:cubicBezTo>
                      <a:pt x="310325" y="221837"/>
                      <a:pt x="283702" y="196739"/>
                      <a:pt x="283702" y="156115"/>
                    </a:cubicBezTo>
                    <a:moveTo>
                      <a:pt x="436340" y="55150"/>
                    </a:moveTo>
                    <a:lnTo>
                      <a:pt x="540782" y="32956"/>
                    </a:lnTo>
                    <a:lnTo>
                      <a:pt x="540782" y="63865"/>
                    </a:lnTo>
                    <a:cubicBezTo>
                      <a:pt x="540782" y="63865"/>
                      <a:pt x="470440" y="78819"/>
                      <a:pt x="470440" y="78819"/>
                    </a:cubicBezTo>
                    <a:lnTo>
                      <a:pt x="470440" y="101775"/>
                    </a:lnTo>
                    <a:cubicBezTo>
                      <a:pt x="470440" y="101775"/>
                      <a:pt x="531495" y="88821"/>
                      <a:pt x="531495" y="88821"/>
                    </a:cubicBezTo>
                    <a:lnTo>
                      <a:pt x="531495" y="118015"/>
                    </a:lnTo>
                    <a:cubicBezTo>
                      <a:pt x="531495" y="118015"/>
                      <a:pt x="470440" y="131016"/>
                      <a:pt x="470440" y="131016"/>
                    </a:cubicBezTo>
                    <a:lnTo>
                      <a:pt x="470440" y="154162"/>
                    </a:lnTo>
                    <a:cubicBezTo>
                      <a:pt x="470440" y="154162"/>
                      <a:pt x="540782" y="139208"/>
                      <a:pt x="540782" y="139208"/>
                    </a:cubicBezTo>
                    <a:lnTo>
                      <a:pt x="540782" y="170117"/>
                    </a:lnTo>
                    <a:cubicBezTo>
                      <a:pt x="540782" y="170117"/>
                      <a:pt x="436340" y="192310"/>
                      <a:pt x="436340" y="192310"/>
                    </a:cubicBezTo>
                    <a:lnTo>
                      <a:pt x="436340" y="55150"/>
                    </a:lnTo>
                    <a:close/>
                    <a:moveTo>
                      <a:pt x="561308" y="28623"/>
                    </a:moveTo>
                    <a:lnTo>
                      <a:pt x="625173" y="15049"/>
                    </a:lnTo>
                    <a:lnTo>
                      <a:pt x="662035" y="133112"/>
                    </a:lnTo>
                    <a:lnTo>
                      <a:pt x="662035" y="7239"/>
                    </a:lnTo>
                    <a:cubicBezTo>
                      <a:pt x="662035" y="7239"/>
                      <a:pt x="695897" y="48"/>
                      <a:pt x="695897" y="48"/>
                    </a:cubicBezTo>
                    <a:lnTo>
                      <a:pt x="695897" y="137208"/>
                    </a:lnTo>
                    <a:cubicBezTo>
                      <a:pt x="695897" y="137208"/>
                      <a:pt x="632032" y="150781"/>
                      <a:pt x="632032" y="150781"/>
                    </a:cubicBezTo>
                    <a:lnTo>
                      <a:pt x="595170" y="32718"/>
                    </a:lnTo>
                    <a:lnTo>
                      <a:pt x="595170" y="158591"/>
                    </a:lnTo>
                    <a:cubicBezTo>
                      <a:pt x="595170" y="158591"/>
                      <a:pt x="561308" y="165783"/>
                      <a:pt x="561308" y="165783"/>
                    </a:cubicBezTo>
                    <a:lnTo>
                      <a:pt x="561308" y="28623"/>
                    </a:lnTo>
                    <a:close/>
                  </a:path>
                </a:pathLst>
              </a:custGeom>
              <a:grpFill/>
              <a:ln w="4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AU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FA2783-A77C-02F5-C264-455689448DFE}"/>
                </a:ext>
              </a:extLst>
            </p:cNvPr>
            <p:cNvSpPr txBox="1"/>
            <p:nvPr/>
          </p:nvSpPr>
          <p:spPr>
            <a:xfrm>
              <a:off x="30480" y="6523176"/>
              <a:ext cx="3144375" cy="24622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defRPr sz="700">
                  <a:solidFill>
                    <a:schemeClr val="bg1"/>
                  </a:solidFill>
                  <a:effectLst/>
                  <a:latin typeface="Verdana" panose="020B0604030504040204" pitchFamily="34" charset="0"/>
                  <a:ea typeface="Verdana" panose="020B0604030504040204" pitchFamily="34" charset="0"/>
                </a:defRPr>
              </a:lvl1pPr>
            </a:lstStyle>
            <a:p>
              <a:pPr lvl="0"/>
              <a:r>
                <a:rPr lang="en-US" sz="1000"/>
                <a:t>Ascendion Confidential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FC8B84-05DA-F7A0-76D2-7133E9FB81B9}"/>
              </a:ext>
            </a:extLst>
          </p:cNvPr>
          <p:cNvSpPr/>
          <p:nvPr/>
        </p:nvSpPr>
        <p:spPr>
          <a:xfrm>
            <a:off x="10698956" y="90412"/>
            <a:ext cx="1350024" cy="309061"/>
          </a:xfrm>
          <a:custGeom>
            <a:avLst/>
            <a:gdLst>
              <a:gd name="connsiteX0" fmla="*/ 718995 w 1246536"/>
              <a:gd name="connsiteY0" fmla="*/ 0 h 285083"/>
              <a:gd name="connsiteX1" fmla="*/ 769239 w 1246536"/>
              <a:gd name="connsiteY1" fmla="*/ 10668 h 285083"/>
              <a:gd name="connsiteX2" fmla="*/ 842391 w 1246536"/>
              <a:gd name="connsiteY2" fmla="*/ 94726 h 285083"/>
              <a:gd name="connsiteX3" fmla="*/ 769239 w 1246536"/>
              <a:gd name="connsiteY3" fmla="*/ 147876 h 285083"/>
              <a:gd name="connsiteX4" fmla="*/ 718995 w 1246536"/>
              <a:gd name="connsiteY4" fmla="*/ 137208 h 285083"/>
              <a:gd name="connsiteX5" fmla="*/ 718995 w 1246536"/>
              <a:gd name="connsiteY5" fmla="*/ 48 h 285083"/>
              <a:gd name="connsiteX6" fmla="*/ 769239 w 1246536"/>
              <a:gd name="connsiteY6" fmla="*/ 116729 h 285083"/>
              <a:gd name="connsiteX7" fmla="*/ 808530 w 1246536"/>
              <a:gd name="connsiteY7" fmla="*/ 87535 h 285083"/>
              <a:gd name="connsiteX8" fmla="*/ 769239 w 1246536"/>
              <a:gd name="connsiteY8" fmla="*/ 41624 h 285083"/>
              <a:gd name="connsiteX9" fmla="*/ 752856 w 1246536"/>
              <a:gd name="connsiteY9" fmla="*/ 38148 h 285083"/>
              <a:gd name="connsiteX10" fmla="*/ 752856 w 1246536"/>
              <a:gd name="connsiteY10" fmla="*/ 113252 h 285083"/>
              <a:gd name="connsiteX11" fmla="*/ 769239 w 1246536"/>
              <a:gd name="connsiteY11" fmla="*/ 116729 h 285083"/>
              <a:gd name="connsiteX12" fmla="*/ 947024 w 1246536"/>
              <a:gd name="connsiteY12" fmla="*/ 48482 h 285083"/>
              <a:gd name="connsiteX13" fmla="*/ 947024 w 1246536"/>
              <a:gd name="connsiteY13" fmla="*/ 79391 h 285083"/>
              <a:gd name="connsiteX14" fmla="*/ 917067 w 1246536"/>
              <a:gd name="connsiteY14" fmla="*/ 73009 h 285083"/>
              <a:gd name="connsiteX15" fmla="*/ 917067 w 1246536"/>
              <a:gd name="connsiteY15" fmla="*/ 148114 h 285083"/>
              <a:gd name="connsiteX16" fmla="*/ 947024 w 1246536"/>
              <a:gd name="connsiteY16" fmla="*/ 154496 h 285083"/>
              <a:gd name="connsiteX17" fmla="*/ 947024 w 1246536"/>
              <a:gd name="connsiteY17" fmla="*/ 185642 h 285083"/>
              <a:gd name="connsiteX18" fmla="*/ 853393 w 1246536"/>
              <a:gd name="connsiteY18" fmla="*/ 165735 h 285083"/>
              <a:gd name="connsiteX19" fmla="*/ 853393 w 1246536"/>
              <a:gd name="connsiteY19" fmla="*/ 134588 h 285083"/>
              <a:gd name="connsiteX20" fmla="*/ 883349 w 1246536"/>
              <a:gd name="connsiteY20" fmla="*/ 140970 h 285083"/>
              <a:gd name="connsiteX21" fmla="*/ 883349 w 1246536"/>
              <a:gd name="connsiteY21" fmla="*/ 65865 h 285083"/>
              <a:gd name="connsiteX22" fmla="*/ 853393 w 1246536"/>
              <a:gd name="connsiteY22" fmla="*/ 59484 h 285083"/>
              <a:gd name="connsiteX23" fmla="*/ 853393 w 1246536"/>
              <a:gd name="connsiteY23" fmla="*/ 28575 h 285083"/>
              <a:gd name="connsiteX24" fmla="*/ 947024 w 1246536"/>
              <a:gd name="connsiteY24" fmla="*/ 48482 h 285083"/>
              <a:gd name="connsiteX25" fmla="*/ 1026319 w 1246536"/>
              <a:gd name="connsiteY25" fmla="*/ 62627 h 285083"/>
              <a:gd name="connsiteX26" fmla="*/ 1094994 w 1246536"/>
              <a:gd name="connsiteY26" fmla="*/ 148447 h 285083"/>
              <a:gd name="connsiteX27" fmla="*/ 1026319 w 1246536"/>
              <a:gd name="connsiteY27" fmla="*/ 205264 h 285083"/>
              <a:gd name="connsiteX28" fmla="*/ 957263 w 1246536"/>
              <a:gd name="connsiteY28" fmla="*/ 119205 h 285083"/>
              <a:gd name="connsiteX29" fmla="*/ 1026319 w 1246536"/>
              <a:gd name="connsiteY29" fmla="*/ 62675 h 285083"/>
              <a:gd name="connsiteX30" fmla="*/ 1026319 w 1246536"/>
              <a:gd name="connsiteY30" fmla="*/ 173117 h 285083"/>
              <a:gd name="connsiteX31" fmla="*/ 1060180 w 1246536"/>
              <a:gd name="connsiteY31" fmla="*/ 141018 h 285083"/>
              <a:gd name="connsiteX32" fmla="*/ 1026319 w 1246536"/>
              <a:gd name="connsiteY32" fmla="*/ 94726 h 285083"/>
              <a:gd name="connsiteX33" fmla="*/ 992267 w 1246536"/>
              <a:gd name="connsiteY33" fmla="*/ 126587 h 285083"/>
              <a:gd name="connsiteX34" fmla="*/ 1026319 w 1246536"/>
              <a:gd name="connsiteY34" fmla="*/ 173117 h 285083"/>
              <a:gd name="connsiteX35" fmla="*/ 1111949 w 1246536"/>
              <a:gd name="connsiteY35" fmla="*/ 83534 h 285083"/>
              <a:gd name="connsiteX36" fmla="*/ 1175814 w 1246536"/>
              <a:gd name="connsiteY36" fmla="*/ 97107 h 285083"/>
              <a:gd name="connsiteX37" fmla="*/ 1212675 w 1246536"/>
              <a:gd name="connsiteY37" fmla="*/ 230791 h 285083"/>
              <a:gd name="connsiteX38" fmla="*/ 1212675 w 1246536"/>
              <a:gd name="connsiteY38" fmla="*/ 104918 h 285083"/>
              <a:gd name="connsiteX39" fmla="*/ 1246537 w 1246536"/>
              <a:gd name="connsiteY39" fmla="*/ 112109 h 285083"/>
              <a:gd name="connsiteX40" fmla="*/ 1246537 w 1246536"/>
              <a:gd name="connsiteY40" fmla="*/ 249269 h 285083"/>
              <a:gd name="connsiteX41" fmla="*/ 1182672 w 1246536"/>
              <a:gd name="connsiteY41" fmla="*/ 235696 h 285083"/>
              <a:gd name="connsiteX42" fmla="*/ 1145810 w 1246536"/>
              <a:gd name="connsiteY42" fmla="*/ 102013 h 285083"/>
              <a:gd name="connsiteX43" fmla="*/ 1145810 w 1246536"/>
              <a:gd name="connsiteY43" fmla="*/ 227886 h 285083"/>
              <a:gd name="connsiteX44" fmla="*/ 1111949 w 1246536"/>
              <a:gd name="connsiteY44" fmla="*/ 220694 h 285083"/>
              <a:gd name="connsiteX45" fmla="*/ 1111949 w 1246536"/>
              <a:gd name="connsiteY45" fmla="*/ 83534 h 285083"/>
              <a:gd name="connsiteX46" fmla="*/ 42101 w 1246536"/>
              <a:gd name="connsiteY46" fmla="*/ 138970 h 285083"/>
              <a:gd name="connsiteX47" fmla="*/ 104108 w 1246536"/>
              <a:gd name="connsiteY47" fmla="*/ 125778 h 285083"/>
              <a:gd name="connsiteX48" fmla="*/ 145971 w 1246536"/>
              <a:gd name="connsiteY48" fmla="*/ 254032 h 285083"/>
              <a:gd name="connsiteX49" fmla="*/ 110061 w 1246536"/>
              <a:gd name="connsiteY49" fmla="*/ 261652 h 285083"/>
              <a:gd name="connsiteX50" fmla="*/ 97774 w 1246536"/>
              <a:gd name="connsiteY50" fmla="*/ 222837 h 285083"/>
              <a:gd name="connsiteX51" fmla="*/ 47863 w 1246536"/>
              <a:gd name="connsiteY51" fmla="*/ 233458 h 285083"/>
              <a:gd name="connsiteX52" fmla="*/ 35576 w 1246536"/>
              <a:gd name="connsiteY52" fmla="*/ 277511 h 285083"/>
              <a:gd name="connsiteX53" fmla="*/ 0 w 1246536"/>
              <a:gd name="connsiteY53" fmla="*/ 285083 h 285083"/>
              <a:gd name="connsiteX54" fmla="*/ 42053 w 1246536"/>
              <a:gd name="connsiteY54" fmla="*/ 138970 h 285083"/>
              <a:gd name="connsiteX55" fmla="*/ 88440 w 1246536"/>
              <a:gd name="connsiteY55" fmla="*/ 193929 h 285083"/>
              <a:gd name="connsiteX56" fmla="*/ 72819 w 1246536"/>
              <a:gd name="connsiteY56" fmla="*/ 144923 h 285083"/>
              <a:gd name="connsiteX57" fmla="*/ 57198 w 1246536"/>
              <a:gd name="connsiteY57" fmla="*/ 200597 h 285083"/>
              <a:gd name="connsiteX58" fmla="*/ 88488 w 1246536"/>
              <a:gd name="connsiteY58" fmla="*/ 193929 h 285083"/>
              <a:gd name="connsiteX59" fmla="*/ 214646 w 1246536"/>
              <a:gd name="connsiteY59" fmla="*/ 242173 h 285083"/>
              <a:gd name="connsiteX60" fmla="*/ 148733 w 1246536"/>
              <a:gd name="connsiteY60" fmla="*/ 199930 h 285083"/>
              <a:gd name="connsiteX61" fmla="*/ 183738 w 1246536"/>
              <a:gd name="connsiteY61" fmla="*/ 192500 h 285083"/>
              <a:gd name="connsiteX62" fmla="*/ 215408 w 1246536"/>
              <a:gd name="connsiteY62" fmla="*/ 212408 h 285083"/>
              <a:gd name="connsiteX63" fmla="*/ 239030 w 1246536"/>
              <a:gd name="connsiteY63" fmla="*/ 195310 h 285083"/>
              <a:gd name="connsiteX64" fmla="*/ 227886 w 1246536"/>
              <a:gd name="connsiteY64" fmla="*/ 187166 h 285083"/>
              <a:gd name="connsiteX65" fmla="*/ 183975 w 1246536"/>
              <a:gd name="connsiteY65" fmla="*/ 184452 h 285083"/>
              <a:gd name="connsiteX66" fmla="*/ 154210 w 1246536"/>
              <a:gd name="connsiteY66" fmla="*/ 153210 h 285083"/>
              <a:gd name="connsiteX67" fmla="*/ 207645 w 1246536"/>
              <a:gd name="connsiteY67" fmla="*/ 101013 h 285083"/>
              <a:gd name="connsiteX68" fmla="*/ 268891 w 1246536"/>
              <a:gd name="connsiteY68" fmla="*/ 138017 h 285083"/>
              <a:gd name="connsiteX69" fmla="*/ 234077 w 1246536"/>
              <a:gd name="connsiteY69" fmla="*/ 145399 h 285083"/>
              <a:gd name="connsiteX70" fmla="*/ 208217 w 1246536"/>
              <a:gd name="connsiteY70" fmla="*/ 129873 h 285083"/>
              <a:gd name="connsiteX71" fmla="*/ 189215 w 1246536"/>
              <a:gd name="connsiteY71" fmla="*/ 145018 h 285083"/>
              <a:gd name="connsiteX72" fmla="*/ 199454 w 1246536"/>
              <a:gd name="connsiteY72" fmla="*/ 152352 h 285083"/>
              <a:gd name="connsiteX73" fmla="*/ 242078 w 1246536"/>
              <a:gd name="connsiteY73" fmla="*/ 154400 h 285083"/>
              <a:gd name="connsiteX74" fmla="*/ 273891 w 1246536"/>
              <a:gd name="connsiteY74" fmla="*/ 186357 h 285083"/>
              <a:gd name="connsiteX75" fmla="*/ 214694 w 1246536"/>
              <a:gd name="connsiteY75" fmla="*/ 242125 h 285083"/>
              <a:gd name="connsiteX76" fmla="*/ 283702 w 1246536"/>
              <a:gd name="connsiteY76" fmla="*/ 156115 h 285083"/>
              <a:gd name="connsiteX77" fmla="*/ 353330 w 1246536"/>
              <a:gd name="connsiteY77" fmla="*/ 70104 h 285083"/>
              <a:gd name="connsiteX78" fmla="*/ 419767 w 1246536"/>
              <a:gd name="connsiteY78" fmla="*/ 111633 h 285083"/>
              <a:gd name="connsiteX79" fmla="*/ 384953 w 1246536"/>
              <a:gd name="connsiteY79" fmla="*/ 119015 h 285083"/>
              <a:gd name="connsiteX80" fmla="*/ 353473 w 1246536"/>
              <a:gd name="connsiteY80" fmla="*/ 102156 h 285083"/>
              <a:gd name="connsiteX81" fmla="*/ 318659 w 1246536"/>
              <a:gd name="connsiteY81" fmla="*/ 148638 h 285083"/>
              <a:gd name="connsiteX82" fmla="*/ 353473 w 1246536"/>
              <a:gd name="connsiteY82" fmla="*/ 180546 h 285083"/>
              <a:gd name="connsiteX83" fmla="*/ 384953 w 1246536"/>
              <a:gd name="connsiteY83" fmla="*/ 150114 h 285083"/>
              <a:gd name="connsiteX84" fmla="*/ 419767 w 1246536"/>
              <a:gd name="connsiteY84" fmla="*/ 142732 h 285083"/>
              <a:gd name="connsiteX85" fmla="*/ 353330 w 1246536"/>
              <a:gd name="connsiteY85" fmla="*/ 212693 h 285083"/>
              <a:gd name="connsiteX86" fmla="*/ 283702 w 1246536"/>
              <a:gd name="connsiteY86" fmla="*/ 156115 h 285083"/>
              <a:gd name="connsiteX87" fmla="*/ 436340 w 1246536"/>
              <a:gd name="connsiteY87" fmla="*/ 55150 h 285083"/>
              <a:gd name="connsiteX88" fmla="*/ 540782 w 1246536"/>
              <a:gd name="connsiteY88" fmla="*/ 32956 h 285083"/>
              <a:gd name="connsiteX89" fmla="*/ 540782 w 1246536"/>
              <a:gd name="connsiteY89" fmla="*/ 63865 h 285083"/>
              <a:gd name="connsiteX90" fmla="*/ 470440 w 1246536"/>
              <a:gd name="connsiteY90" fmla="*/ 78819 h 285083"/>
              <a:gd name="connsiteX91" fmla="*/ 470440 w 1246536"/>
              <a:gd name="connsiteY91" fmla="*/ 101775 h 285083"/>
              <a:gd name="connsiteX92" fmla="*/ 531495 w 1246536"/>
              <a:gd name="connsiteY92" fmla="*/ 88821 h 285083"/>
              <a:gd name="connsiteX93" fmla="*/ 531495 w 1246536"/>
              <a:gd name="connsiteY93" fmla="*/ 118015 h 285083"/>
              <a:gd name="connsiteX94" fmla="*/ 470440 w 1246536"/>
              <a:gd name="connsiteY94" fmla="*/ 131016 h 285083"/>
              <a:gd name="connsiteX95" fmla="*/ 470440 w 1246536"/>
              <a:gd name="connsiteY95" fmla="*/ 154162 h 285083"/>
              <a:gd name="connsiteX96" fmla="*/ 540782 w 1246536"/>
              <a:gd name="connsiteY96" fmla="*/ 139208 h 285083"/>
              <a:gd name="connsiteX97" fmla="*/ 540782 w 1246536"/>
              <a:gd name="connsiteY97" fmla="*/ 170117 h 285083"/>
              <a:gd name="connsiteX98" fmla="*/ 436340 w 1246536"/>
              <a:gd name="connsiteY98" fmla="*/ 192310 h 285083"/>
              <a:gd name="connsiteX99" fmla="*/ 436340 w 1246536"/>
              <a:gd name="connsiteY99" fmla="*/ 55150 h 285083"/>
              <a:gd name="connsiteX100" fmla="*/ 561308 w 1246536"/>
              <a:gd name="connsiteY100" fmla="*/ 28623 h 285083"/>
              <a:gd name="connsiteX101" fmla="*/ 625173 w 1246536"/>
              <a:gd name="connsiteY101" fmla="*/ 15049 h 285083"/>
              <a:gd name="connsiteX102" fmla="*/ 662035 w 1246536"/>
              <a:gd name="connsiteY102" fmla="*/ 133112 h 285083"/>
              <a:gd name="connsiteX103" fmla="*/ 662035 w 1246536"/>
              <a:gd name="connsiteY103" fmla="*/ 7239 h 285083"/>
              <a:gd name="connsiteX104" fmla="*/ 695897 w 1246536"/>
              <a:gd name="connsiteY104" fmla="*/ 48 h 285083"/>
              <a:gd name="connsiteX105" fmla="*/ 695897 w 1246536"/>
              <a:gd name="connsiteY105" fmla="*/ 137208 h 285083"/>
              <a:gd name="connsiteX106" fmla="*/ 632032 w 1246536"/>
              <a:gd name="connsiteY106" fmla="*/ 150781 h 285083"/>
              <a:gd name="connsiteX107" fmla="*/ 595170 w 1246536"/>
              <a:gd name="connsiteY107" fmla="*/ 32718 h 285083"/>
              <a:gd name="connsiteX108" fmla="*/ 595170 w 1246536"/>
              <a:gd name="connsiteY108" fmla="*/ 158591 h 285083"/>
              <a:gd name="connsiteX109" fmla="*/ 561308 w 1246536"/>
              <a:gd name="connsiteY109" fmla="*/ 165783 h 285083"/>
              <a:gd name="connsiteX110" fmla="*/ 561308 w 1246536"/>
              <a:gd name="connsiteY110" fmla="*/ 28623 h 28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246536" h="285083">
                <a:moveTo>
                  <a:pt x="718995" y="0"/>
                </a:moveTo>
                <a:lnTo>
                  <a:pt x="769239" y="10668"/>
                </a:lnTo>
                <a:cubicBezTo>
                  <a:pt x="805149" y="18288"/>
                  <a:pt x="842391" y="35766"/>
                  <a:pt x="842391" y="94726"/>
                </a:cubicBezTo>
                <a:cubicBezTo>
                  <a:pt x="842391" y="153876"/>
                  <a:pt x="805149" y="155496"/>
                  <a:pt x="769239" y="147876"/>
                </a:cubicBezTo>
                <a:lnTo>
                  <a:pt x="718995" y="137208"/>
                </a:lnTo>
                <a:lnTo>
                  <a:pt x="718995" y="48"/>
                </a:lnTo>
                <a:close/>
                <a:moveTo>
                  <a:pt x="769239" y="116729"/>
                </a:moveTo>
                <a:cubicBezTo>
                  <a:pt x="791766" y="121539"/>
                  <a:pt x="808530" y="124301"/>
                  <a:pt x="808530" y="87535"/>
                </a:cubicBezTo>
                <a:cubicBezTo>
                  <a:pt x="808530" y="50768"/>
                  <a:pt x="791623" y="46387"/>
                  <a:pt x="769239" y="41624"/>
                </a:cubicBezTo>
                <a:lnTo>
                  <a:pt x="752856" y="38148"/>
                </a:lnTo>
                <a:lnTo>
                  <a:pt x="752856" y="113252"/>
                </a:lnTo>
                <a:cubicBezTo>
                  <a:pt x="752856" y="113252"/>
                  <a:pt x="769239" y="116729"/>
                  <a:pt x="769239" y="116729"/>
                </a:cubicBezTo>
                <a:close/>
                <a:moveTo>
                  <a:pt x="947024" y="48482"/>
                </a:moveTo>
                <a:lnTo>
                  <a:pt x="947024" y="79391"/>
                </a:lnTo>
                <a:cubicBezTo>
                  <a:pt x="947024" y="79391"/>
                  <a:pt x="917067" y="73009"/>
                  <a:pt x="917067" y="73009"/>
                </a:cubicBezTo>
                <a:lnTo>
                  <a:pt x="917067" y="148114"/>
                </a:lnTo>
                <a:cubicBezTo>
                  <a:pt x="917067" y="148114"/>
                  <a:pt x="947024" y="154496"/>
                  <a:pt x="947024" y="154496"/>
                </a:cubicBezTo>
                <a:lnTo>
                  <a:pt x="947024" y="185642"/>
                </a:lnTo>
                <a:cubicBezTo>
                  <a:pt x="947024" y="185642"/>
                  <a:pt x="853393" y="165735"/>
                  <a:pt x="853393" y="165735"/>
                </a:cubicBezTo>
                <a:lnTo>
                  <a:pt x="853393" y="134588"/>
                </a:lnTo>
                <a:cubicBezTo>
                  <a:pt x="853393" y="134588"/>
                  <a:pt x="883349" y="140970"/>
                  <a:pt x="883349" y="140970"/>
                </a:cubicBezTo>
                <a:lnTo>
                  <a:pt x="883349" y="65865"/>
                </a:lnTo>
                <a:cubicBezTo>
                  <a:pt x="883349" y="65865"/>
                  <a:pt x="853393" y="59484"/>
                  <a:pt x="853393" y="59484"/>
                </a:cubicBezTo>
                <a:lnTo>
                  <a:pt x="853393" y="28575"/>
                </a:lnTo>
                <a:cubicBezTo>
                  <a:pt x="853393" y="28575"/>
                  <a:pt x="947024" y="48482"/>
                  <a:pt x="947024" y="48482"/>
                </a:cubicBezTo>
                <a:close/>
                <a:moveTo>
                  <a:pt x="1026319" y="62627"/>
                </a:moveTo>
                <a:cubicBezTo>
                  <a:pt x="1068944" y="71676"/>
                  <a:pt x="1094994" y="107966"/>
                  <a:pt x="1094994" y="148447"/>
                </a:cubicBezTo>
                <a:cubicBezTo>
                  <a:pt x="1094994" y="189119"/>
                  <a:pt x="1068944" y="214313"/>
                  <a:pt x="1026319" y="205264"/>
                </a:cubicBezTo>
                <a:cubicBezTo>
                  <a:pt x="983504" y="196167"/>
                  <a:pt x="957263" y="159829"/>
                  <a:pt x="957263" y="119205"/>
                </a:cubicBezTo>
                <a:cubicBezTo>
                  <a:pt x="957263" y="78724"/>
                  <a:pt x="983504" y="53578"/>
                  <a:pt x="1026319" y="62675"/>
                </a:cubicBezTo>
                <a:moveTo>
                  <a:pt x="1026319" y="173117"/>
                </a:moveTo>
                <a:cubicBezTo>
                  <a:pt x="1049036" y="177927"/>
                  <a:pt x="1060180" y="165926"/>
                  <a:pt x="1060180" y="141018"/>
                </a:cubicBezTo>
                <a:cubicBezTo>
                  <a:pt x="1060180" y="116110"/>
                  <a:pt x="1048846" y="99489"/>
                  <a:pt x="1026319" y="94726"/>
                </a:cubicBezTo>
                <a:cubicBezTo>
                  <a:pt x="1003602" y="89916"/>
                  <a:pt x="992267" y="101870"/>
                  <a:pt x="992267" y="126587"/>
                </a:cubicBezTo>
                <a:cubicBezTo>
                  <a:pt x="992267" y="151495"/>
                  <a:pt x="1003649" y="168307"/>
                  <a:pt x="1026319" y="173117"/>
                </a:cubicBezTo>
                <a:moveTo>
                  <a:pt x="1111949" y="83534"/>
                </a:moveTo>
                <a:lnTo>
                  <a:pt x="1175814" y="97107"/>
                </a:lnTo>
                <a:lnTo>
                  <a:pt x="1212675" y="230791"/>
                </a:lnTo>
                <a:lnTo>
                  <a:pt x="1212675" y="104918"/>
                </a:lnTo>
                <a:cubicBezTo>
                  <a:pt x="1212675" y="104918"/>
                  <a:pt x="1246537" y="112109"/>
                  <a:pt x="1246537" y="112109"/>
                </a:cubicBezTo>
                <a:lnTo>
                  <a:pt x="1246537" y="249269"/>
                </a:lnTo>
                <a:cubicBezTo>
                  <a:pt x="1246537" y="249269"/>
                  <a:pt x="1182672" y="235696"/>
                  <a:pt x="1182672" y="235696"/>
                </a:cubicBezTo>
                <a:lnTo>
                  <a:pt x="1145810" y="102013"/>
                </a:lnTo>
                <a:lnTo>
                  <a:pt x="1145810" y="227886"/>
                </a:lnTo>
                <a:cubicBezTo>
                  <a:pt x="1145810" y="227886"/>
                  <a:pt x="1111949" y="220694"/>
                  <a:pt x="1111949" y="220694"/>
                </a:cubicBezTo>
                <a:lnTo>
                  <a:pt x="1111949" y="83534"/>
                </a:lnTo>
                <a:close/>
                <a:moveTo>
                  <a:pt x="42101" y="138970"/>
                </a:moveTo>
                <a:lnTo>
                  <a:pt x="104108" y="125778"/>
                </a:lnTo>
                <a:lnTo>
                  <a:pt x="145971" y="254032"/>
                </a:lnTo>
                <a:lnTo>
                  <a:pt x="110061" y="261652"/>
                </a:lnTo>
                <a:lnTo>
                  <a:pt x="97774" y="222837"/>
                </a:lnTo>
                <a:lnTo>
                  <a:pt x="47863" y="233458"/>
                </a:lnTo>
                <a:lnTo>
                  <a:pt x="35576" y="277511"/>
                </a:lnTo>
                <a:lnTo>
                  <a:pt x="0" y="285083"/>
                </a:lnTo>
                <a:lnTo>
                  <a:pt x="42053" y="138970"/>
                </a:lnTo>
                <a:close/>
                <a:moveTo>
                  <a:pt x="88440" y="193929"/>
                </a:moveTo>
                <a:lnTo>
                  <a:pt x="72819" y="144923"/>
                </a:lnTo>
                <a:lnTo>
                  <a:pt x="57198" y="200597"/>
                </a:lnTo>
                <a:lnTo>
                  <a:pt x="88488" y="193929"/>
                </a:lnTo>
                <a:close/>
                <a:moveTo>
                  <a:pt x="214646" y="242173"/>
                </a:moveTo>
                <a:cubicBezTo>
                  <a:pt x="168307" y="252031"/>
                  <a:pt x="148733" y="235553"/>
                  <a:pt x="148733" y="199930"/>
                </a:cubicBezTo>
                <a:lnTo>
                  <a:pt x="183738" y="192500"/>
                </a:lnTo>
                <a:cubicBezTo>
                  <a:pt x="183738" y="211979"/>
                  <a:pt x="190977" y="217599"/>
                  <a:pt x="215408" y="212408"/>
                </a:cubicBezTo>
                <a:cubicBezTo>
                  <a:pt x="231982" y="208883"/>
                  <a:pt x="239030" y="203883"/>
                  <a:pt x="239030" y="195310"/>
                </a:cubicBezTo>
                <a:cubicBezTo>
                  <a:pt x="239030" y="190452"/>
                  <a:pt x="235315" y="187547"/>
                  <a:pt x="227886" y="187166"/>
                </a:cubicBezTo>
                <a:lnTo>
                  <a:pt x="183975" y="184452"/>
                </a:lnTo>
                <a:cubicBezTo>
                  <a:pt x="161258" y="182880"/>
                  <a:pt x="154210" y="170545"/>
                  <a:pt x="154210" y="153210"/>
                </a:cubicBezTo>
                <a:cubicBezTo>
                  <a:pt x="154210" y="126540"/>
                  <a:pt x="173212" y="108299"/>
                  <a:pt x="207645" y="101013"/>
                </a:cubicBezTo>
                <a:cubicBezTo>
                  <a:pt x="248603" y="92297"/>
                  <a:pt x="268891" y="108252"/>
                  <a:pt x="268891" y="138017"/>
                </a:cubicBezTo>
                <a:lnTo>
                  <a:pt x="234077" y="145399"/>
                </a:lnTo>
                <a:cubicBezTo>
                  <a:pt x="234077" y="130635"/>
                  <a:pt x="226076" y="126111"/>
                  <a:pt x="208217" y="129873"/>
                </a:cubicBezTo>
                <a:cubicBezTo>
                  <a:pt x="195739" y="132540"/>
                  <a:pt x="189215" y="137208"/>
                  <a:pt x="189215" y="145018"/>
                </a:cubicBezTo>
                <a:cubicBezTo>
                  <a:pt x="189215" y="148923"/>
                  <a:pt x="191262" y="151781"/>
                  <a:pt x="199454" y="152352"/>
                </a:cubicBezTo>
                <a:lnTo>
                  <a:pt x="242078" y="154400"/>
                </a:lnTo>
                <a:cubicBezTo>
                  <a:pt x="263843" y="155400"/>
                  <a:pt x="273891" y="166306"/>
                  <a:pt x="273891" y="186357"/>
                </a:cubicBezTo>
                <a:cubicBezTo>
                  <a:pt x="273891" y="212408"/>
                  <a:pt x="256747" y="233172"/>
                  <a:pt x="214694" y="242125"/>
                </a:cubicBezTo>
                <a:moveTo>
                  <a:pt x="283702" y="156115"/>
                </a:moveTo>
                <a:cubicBezTo>
                  <a:pt x="283702" y="115633"/>
                  <a:pt x="310325" y="79248"/>
                  <a:pt x="353330" y="70104"/>
                </a:cubicBezTo>
                <a:cubicBezTo>
                  <a:pt x="390906" y="62103"/>
                  <a:pt x="415862" y="78010"/>
                  <a:pt x="419767" y="111633"/>
                </a:cubicBezTo>
                <a:lnTo>
                  <a:pt x="384953" y="119015"/>
                </a:lnTo>
                <a:cubicBezTo>
                  <a:pt x="382143" y="104823"/>
                  <a:pt x="370047" y="98631"/>
                  <a:pt x="353473" y="102156"/>
                </a:cubicBezTo>
                <a:cubicBezTo>
                  <a:pt x="333185" y="106490"/>
                  <a:pt x="318659" y="121634"/>
                  <a:pt x="318659" y="148638"/>
                </a:cubicBezTo>
                <a:cubicBezTo>
                  <a:pt x="318659" y="175879"/>
                  <a:pt x="333185" y="184833"/>
                  <a:pt x="353473" y="180546"/>
                </a:cubicBezTo>
                <a:cubicBezTo>
                  <a:pt x="370047" y="177022"/>
                  <a:pt x="382143" y="165497"/>
                  <a:pt x="384953" y="150114"/>
                </a:cubicBezTo>
                <a:lnTo>
                  <a:pt x="419767" y="142732"/>
                </a:lnTo>
                <a:cubicBezTo>
                  <a:pt x="415862" y="178213"/>
                  <a:pt x="390906" y="204692"/>
                  <a:pt x="353330" y="212693"/>
                </a:cubicBezTo>
                <a:cubicBezTo>
                  <a:pt x="310325" y="221837"/>
                  <a:pt x="283702" y="196739"/>
                  <a:pt x="283702" y="156115"/>
                </a:cubicBezTo>
                <a:moveTo>
                  <a:pt x="436340" y="55150"/>
                </a:moveTo>
                <a:lnTo>
                  <a:pt x="540782" y="32956"/>
                </a:lnTo>
                <a:lnTo>
                  <a:pt x="540782" y="63865"/>
                </a:lnTo>
                <a:cubicBezTo>
                  <a:pt x="540782" y="63865"/>
                  <a:pt x="470440" y="78819"/>
                  <a:pt x="470440" y="78819"/>
                </a:cubicBezTo>
                <a:lnTo>
                  <a:pt x="470440" y="101775"/>
                </a:lnTo>
                <a:cubicBezTo>
                  <a:pt x="470440" y="101775"/>
                  <a:pt x="531495" y="88821"/>
                  <a:pt x="531495" y="88821"/>
                </a:cubicBezTo>
                <a:lnTo>
                  <a:pt x="531495" y="118015"/>
                </a:lnTo>
                <a:cubicBezTo>
                  <a:pt x="531495" y="118015"/>
                  <a:pt x="470440" y="131016"/>
                  <a:pt x="470440" y="131016"/>
                </a:cubicBezTo>
                <a:lnTo>
                  <a:pt x="470440" y="154162"/>
                </a:lnTo>
                <a:cubicBezTo>
                  <a:pt x="470440" y="154162"/>
                  <a:pt x="540782" y="139208"/>
                  <a:pt x="540782" y="139208"/>
                </a:cubicBezTo>
                <a:lnTo>
                  <a:pt x="540782" y="170117"/>
                </a:lnTo>
                <a:cubicBezTo>
                  <a:pt x="540782" y="170117"/>
                  <a:pt x="436340" y="192310"/>
                  <a:pt x="436340" y="192310"/>
                </a:cubicBezTo>
                <a:lnTo>
                  <a:pt x="436340" y="55150"/>
                </a:lnTo>
                <a:close/>
                <a:moveTo>
                  <a:pt x="561308" y="28623"/>
                </a:moveTo>
                <a:lnTo>
                  <a:pt x="625173" y="15049"/>
                </a:lnTo>
                <a:lnTo>
                  <a:pt x="662035" y="133112"/>
                </a:lnTo>
                <a:lnTo>
                  <a:pt x="662035" y="7239"/>
                </a:lnTo>
                <a:cubicBezTo>
                  <a:pt x="662035" y="7239"/>
                  <a:pt x="695897" y="48"/>
                  <a:pt x="695897" y="48"/>
                </a:cubicBezTo>
                <a:lnTo>
                  <a:pt x="695897" y="137208"/>
                </a:lnTo>
                <a:cubicBezTo>
                  <a:pt x="695897" y="137208"/>
                  <a:pt x="632032" y="150781"/>
                  <a:pt x="632032" y="150781"/>
                </a:cubicBezTo>
                <a:lnTo>
                  <a:pt x="595170" y="32718"/>
                </a:lnTo>
                <a:lnTo>
                  <a:pt x="595170" y="158591"/>
                </a:lnTo>
                <a:cubicBezTo>
                  <a:pt x="595170" y="158591"/>
                  <a:pt x="561308" y="165783"/>
                  <a:pt x="561308" y="165783"/>
                </a:cubicBezTo>
                <a:lnTo>
                  <a:pt x="561308" y="28623"/>
                </a:lnTo>
                <a:close/>
              </a:path>
            </a:pathLst>
          </a:custGeom>
          <a:solidFill>
            <a:schemeClr val="tx1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  <p:grpSp>
        <p:nvGrpSpPr>
          <p:cNvPr id="13" name="Google Shape;6;p1">
            <a:extLst>
              <a:ext uri="{FF2B5EF4-FFF2-40B4-BE49-F238E27FC236}">
                <a16:creationId xmlns:a16="http://schemas.microsoft.com/office/drawing/2014/main" id="{742752B4-DF97-E90C-09C0-58E5B51F6A3D}"/>
              </a:ext>
            </a:extLst>
          </p:cNvPr>
          <p:cNvGrpSpPr/>
          <p:nvPr/>
        </p:nvGrpSpPr>
        <p:grpSpPr>
          <a:xfrm>
            <a:off x="-30854" y="2091831"/>
            <a:ext cx="12192374" cy="4137065"/>
            <a:chOff x="4435" y="7748593"/>
            <a:chExt cx="12182563" cy="5161009"/>
          </a:xfrm>
        </p:grpSpPr>
        <p:sp>
          <p:nvSpPr>
            <p:cNvPr id="14" name="Google Shape;7;p1">
              <a:extLst>
                <a:ext uri="{FF2B5EF4-FFF2-40B4-BE49-F238E27FC236}">
                  <a16:creationId xmlns:a16="http://schemas.microsoft.com/office/drawing/2014/main" id="{1559BF5D-B7A1-6DFF-4DDA-05AA71490958}"/>
                </a:ext>
              </a:extLst>
            </p:cNvPr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8;p1">
              <a:extLst>
                <a:ext uri="{FF2B5EF4-FFF2-40B4-BE49-F238E27FC236}">
                  <a16:creationId xmlns:a16="http://schemas.microsoft.com/office/drawing/2014/main" id="{1E97FD04-AADE-68EF-D4F3-00935B0FF86F}"/>
                </a:ext>
              </a:extLst>
            </p:cNvPr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;p1">
              <a:extLst>
                <a:ext uri="{FF2B5EF4-FFF2-40B4-BE49-F238E27FC236}">
                  <a16:creationId xmlns:a16="http://schemas.microsoft.com/office/drawing/2014/main" id="{1042F5C2-551E-95F6-A92A-3D5708F150ED}"/>
                </a:ext>
              </a:extLst>
            </p:cNvPr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0;p1">
              <a:extLst>
                <a:ext uri="{FF2B5EF4-FFF2-40B4-BE49-F238E27FC236}">
                  <a16:creationId xmlns:a16="http://schemas.microsoft.com/office/drawing/2014/main" id="{D2C7BF19-11E0-0BD6-BD7F-FFEBF57DC4E1}"/>
                </a:ext>
              </a:extLst>
            </p:cNvPr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;p1">
              <a:extLst>
                <a:ext uri="{FF2B5EF4-FFF2-40B4-BE49-F238E27FC236}">
                  <a16:creationId xmlns:a16="http://schemas.microsoft.com/office/drawing/2014/main" id="{40F77AA1-3F55-3230-1CB5-0D768A9B4391}"/>
                </a:ext>
              </a:extLst>
            </p:cNvPr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;p1">
              <a:extLst>
                <a:ext uri="{FF2B5EF4-FFF2-40B4-BE49-F238E27FC236}">
                  <a16:creationId xmlns:a16="http://schemas.microsoft.com/office/drawing/2014/main" id="{8B53BA06-3199-8094-542E-600C7CDC2C31}"/>
                </a:ext>
              </a:extLst>
            </p:cNvPr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3;p1">
              <a:extLst>
                <a:ext uri="{FF2B5EF4-FFF2-40B4-BE49-F238E27FC236}">
                  <a16:creationId xmlns:a16="http://schemas.microsoft.com/office/drawing/2014/main" id="{57CB0A07-1BEA-1371-D4BB-56C3280A6542}"/>
                </a:ext>
              </a:extLst>
            </p:cNvPr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4;p1">
              <a:extLst>
                <a:ext uri="{FF2B5EF4-FFF2-40B4-BE49-F238E27FC236}">
                  <a16:creationId xmlns:a16="http://schemas.microsoft.com/office/drawing/2014/main" id="{4786EC4B-B5AE-D3B5-C924-BC6DDEBBCFEB}"/>
                </a:ext>
              </a:extLst>
            </p:cNvPr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5;p1">
              <a:extLst>
                <a:ext uri="{FF2B5EF4-FFF2-40B4-BE49-F238E27FC236}">
                  <a16:creationId xmlns:a16="http://schemas.microsoft.com/office/drawing/2014/main" id="{9E43234E-B106-07CF-D32A-78479F405FC1}"/>
                </a:ext>
              </a:extLst>
            </p:cNvPr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6;p1">
              <a:extLst>
                <a:ext uri="{FF2B5EF4-FFF2-40B4-BE49-F238E27FC236}">
                  <a16:creationId xmlns:a16="http://schemas.microsoft.com/office/drawing/2014/main" id="{A06009DE-AD9E-5157-750D-25FA1A66C272}"/>
                </a:ext>
              </a:extLst>
            </p:cNvPr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7;p1">
              <a:extLst>
                <a:ext uri="{FF2B5EF4-FFF2-40B4-BE49-F238E27FC236}">
                  <a16:creationId xmlns:a16="http://schemas.microsoft.com/office/drawing/2014/main" id="{1BB6750C-CF94-14E5-EFA8-4357AA7492F6}"/>
                </a:ext>
              </a:extLst>
            </p:cNvPr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8;p1">
              <a:extLst>
                <a:ext uri="{FF2B5EF4-FFF2-40B4-BE49-F238E27FC236}">
                  <a16:creationId xmlns:a16="http://schemas.microsoft.com/office/drawing/2014/main" id="{D468B811-46FB-8298-8DD9-99EFE35B48C9}"/>
                </a:ext>
              </a:extLst>
            </p:cNvPr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9;p1">
              <a:extLst>
                <a:ext uri="{FF2B5EF4-FFF2-40B4-BE49-F238E27FC236}">
                  <a16:creationId xmlns:a16="http://schemas.microsoft.com/office/drawing/2014/main" id="{F051AE32-3E79-1F30-4640-0DDFB4E35C19}"/>
                </a:ext>
              </a:extLst>
            </p:cNvPr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0;p1">
              <a:extLst>
                <a:ext uri="{FF2B5EF4-FFF2-40B4-BE49-F238E27FC236}">
                  <a16:creationId xmlns:a16="http://schemas.microsoft.com/office/drawing/2014/main" id="{E67A0229-E463-2A12-0410-FAF4C8CB97AF}"/>
                </a:ext>
              </a:extLst>
            </p:cNvPr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1;p1">
              <a:extLst>
                <a:ext uri="{FF2B5EF4-FFF2-40B4-BE49-F238E27FC236}">
                  <a16:creationId xmlns:a16="http://schemas.microsoft.com/office/drawing/2014/main" id="{4685FACB-D489-DBB0-3B17-ED741B9B96D6}"/>
                </a:ext>
              </a:extLst>
            </p:cNvPr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2;p1">
              <a:extLst>
                <a:ext uri="{FF2B5EF4-FFF2-40B4-BE49-F238E27FC236}">
                  <a16:creationId xmlns:a16="http://schemas.microsoft.com/office/drawing/2014/main" id="{ECC44C75-53F9-7AC3-B2D2-D42371DB496E}"/>
                </a:ext>
              </a:extLst>
            </p:cNvPr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3;p1">
              <a:extLst>
                <a:ext uri="{FF2B5EF4-FFF2-40B4-BE49-F238E27FC236}">
                  <a16:creationId xmlns:a16="http://schemas.microsoft.com/office/drawing/2014/main" id="{50319850-71BB-61E8-D6F5-B7777414DB6C}"/>
                </a:ext>
              </a:extLst>
            </p:cNvPr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4;p1">
              <a:extLst>
                <a:ext uri="{FF2B5EF4-FFF2-40B4-BE49-F238E27FC236}">
                  <a16:creationId xmlns:a16="http://schemas.microsoft.com/office/drawing/2014/main" id="{0549ABA1-DAB0-9DF8-D28F-D5C619AB8B38}"/>
                </a:ext>
              </a:extLst>
            </p:cNvPr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5;p1">
              <a:extLst>
                <a:ext uri="{FF2B5EF4-FFF2-40B4-BE49-F238E27FC236}">
                  <a16:creationId xmlns:a16="http://schemas.microsoft.com/office/drawing/2014/main" id="{1D84AD12-DDA3-4E39-5E4B-344416AF33E6}"/>
                </a:ext>
              </a:extLst>
            </p:cNvPr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6;p1">
              <a:extLst>
                <a:ext uri="{FF2B5EF4-FFF2-40B4-BE49-F238E27FC236}">
                  <a16:creationId xmlns:a16="http://schemas.microsoft.com/office/drawing/2014/main" id="{6EB258AC-2B78-4D37-4BD6-52A36851A2E9}"/>
                </a:ext>
              </a:extLst>
            </p:cNvPr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7;p1">
              <a:extLst>
                <a:ext uri="{FF2B5EF4-FFF2-40B4-BE49-F238E27FC236}">
                  <a16:creationId xmlns:a16="http://schemas.microsoft.com/office/drawing/2014/main" id="{FC672820-DEE1-07CC-6EEA-021ABE567B88}"/>
                </a:ext>
              </a:extLst>
            </p:cNvPr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8;p1">
              <a:extLst>
                <a:ext uri="{FF2B5EF4-FFF2-40B4-BE49-F238E27FC236}">
                  <a16:creationId xmlns:a16="http://schemas.microsoft.com/office/drawing/2014/main" id="{E8095A91-8737-25A4-334F-396C0E3B1679}"/>
                </a:ext>
              </a:extLst>
            </p:cNvPr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9;p1">
              <a:extLst>
                <a:ext uri="{FF2B5EF4-FFF2-40B4-BE49-F238E27FC236}">
                  <a16:creationId xmlns:a16="http://schemas.microsoft.com/office/drawing/2014/main" id="{B5339BBA-1F22-E1F5-09AC-2BBA8CAC6D67}"/>
                </a:ext>
              </a:extLst>
            </p:cNvPr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0;p1">
              <a:extLst>
                <a:ext uri="{FF2B5EF4-FFF2-40B4-BE49-F238E27FC236}">
                  <a16:creationId xmlns:a16="http://schemas.microsoft.com/office/drawing/2014/main" id="{61B21D28-CBA5-610D-638C-07ABC282718E}"/>
                </a:ext>
              </a:extLst>
            </p:cNvPr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1;p1">
              <a:extLst>
                <a:ext uri="{FF2B5EF4-FFF2-40B4-BE49-F238E27FC236}">
                  <a16:creationId xmlns:a16="http://schemas.microsoft.com/office/drawing/2014/main" id="{E76E55FC-68CE-C996-0870-AF4564218305}"/>
                </a:ext>
              </a:extLst>
            </p:cNvPr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2;p1">
              <a:extLst>
                <a:ext uri="{FF2B5EF4-FFF2-40B4-BE49-F238E27FC236}">
                  <a16:creationId xmlns:a16="http://schemas.microsoft.com/office/drawing/2014/main" id="{26E752CE-5E77-9C5B-2C23-3C74A3757E69}"/>
                </a:ext>
              </a:extLst>
            </p:cNvPr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33;p1">
              <a:extLst>
                <a:ext uri="{FF2B5EF4-FFF2-40B4-BE49-F238E27FC236}">
                  <a16:creationId xmlns:a16="http://schemas.microsoft.com/office/drawing/2014/main" id="{C904A1C9-7B30-6F61-A5FB-53092DD142CC}"/>
                </a:ext>
              </a:extLst>
            </p:cNvPr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34;p1">
              <a:extLst>
                <a:ext uri="{FF2B5EF4-FFF2-40B4-BE49-F238E27FC236}">
                  <a16:creationId xmlns:a16="http://schemas.microsoft.com/office/drawing/2014/main" id="{8B1BDF00-C36B-90E7-4671-9A19C07BEB23}"/>
                </a:ext>
              </a:extLst>
            </p:cNvPr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35;p1">
              <a:extLst>
                <a:ext uri="{FF2B5EF4-FFF2-40B4-BE49-F238E27FC236}">
                  <a16:creationId xmlns:a16="http://schemas.microsoft.com/office/drawing/2014/main" id="{B3409586-BDDB-4EC9-0117-EF26F1A505FC}"/>
                </a:ext>
              </a:extLst>
            </p:cNvPr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36;p1">
              <a:extLst>
                <a:ext uri="{FF2B5EF4-FFF2-40B4-BE49-F238E27FC236}">
                  <a16:creationId xmlns:a16="http://schemas.microsoft.com/office/drawing/2014/main" id="{D3EC1A8D-2EE5-3FBE-3BAF-33123B353342}"/>
                </a:ext>
              </a:extLst>
            </p:cNvPr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37;p1">
              <a:extLst>
                <a:ext uri="{FF2B5EF4-FFF2-40B4-BE49-F238E27FC236}">
                  <a16:creationId xmlns:a16="http://schemas.microsoft.com/office/drawing/2014/main" id="{51565130-5C44-2B1E-C6D9-89E26E4561F1}"/>
                </a:ext>
              </a:extLst>
            </p:cNvPr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38;p1">
              <a:extLst>
                <a:ext uri="{FF2B5EF4-FFF2-40B4-BE49-F238E27FC236}">
                  <a16:creationId xmlns:a16="http://schemas.microsoft.com/office/drawing/2014/main" id="{AFCBA0B7-3C83-536B-C411-06E3861C5209}"/>
                </a:ext>
              </a:extLst>
            </p:cNvPr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6" name="Picture 45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213DC55A-B0B1-823C-5366-8A0F1681F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597" y="6403397"/>
            <a:ext cx="453720" cy="46015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842799-E424-E262-BF70-7608A723A3AC}"/>
              </a:ext>
            </a:extLst>
          </p:cNvPr>
          <p:cNvSpPr txBox="1">
            <a:spLocks/>
          </p:cNvSpPr>
          <p:nvPr/>
        </p:nvSpPr>
        <p:spPr>
          <a:xfrm>
            <a:off x="122034" y="-66906"/>
            <a:ext cx="9948264" cy="763600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rgbClr val="2859C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Aptos Display" panose="02110004020202020204"/>
                <a:ea typeface="+mj-ea"/>
                <a:cs typeface="Helvetica" panose="020B0604020202020204" pitchFamily="34" charset="0"/>
              </a:rPr>
              <a:t>Intelligent Portfolio/Risk Tracker</a:t>
            </a: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15A1DDD-3ED4-C37A-78B2-6E5CF23552CC}"/>
              </a:ext>
            </a:extLst>
          </p:cNvPr>
          <p:cNvGrpSpPr/>
          <p:nvPr/>
        </p:nvGrpSpPr>
        <p:grpSpPr>
          <a:xfrm>
            <a:off x="8928054" y="1692093"/>
            <a:ext cx="3002491" cy="2623109"/>
            <a:chOff x="8660595" y="997827"/>
            <a:chExt cx="2946761" cy="2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52D496-1A8C-1C82-FEE8-08E836A91DBE}"/>
                </a:ext>
              </a:extLst>
            </p:cNvPr>
            <p:cNvSpPr/>
            <p:nvPr/>
          </p:nvSpPr>
          <p:spPr>
            <a:xfrm>
              <a:off x="8660595" y="997827"/>
              <a:ext cx="2946761" cy="2431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A47D31-DE87-2570-228B-372E5B5B7B1B}"/>
                </a:ext>
              </a:extLst>
            </p:cNvPr>
            <p:cNvSpPr txBox="1"/>
            <p:nvPr/>
          </p:nvSpPr>
          <p:spPr>
            <a:xfrm>
              <a:off x="8789235" y="1944042"/>
              <a:ext cx="2689479" cy="1039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>
                <a:spcAft>
                  <a:spcPts val="1200"/>
                </a:spcAft>
                <a:buFont typeface="Arial" panose="020B0604020202020204" pitchFamily="34" charset="0"/>
                <a:buChar char="•"/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Efficient Risk Monitoring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Customizable insights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Enhanced Decision-Making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91D11AB-F078-8FDC-A25F-7159652C9AFF}"/>
                </a:ext>
              </a:extLst>
            </p:cNvPr>
            <p:cNvSpPr txBox="1"/>
            <p:nvPr/>
          </p:nvSpPr>
          <p:spPr>
            <a:xfrm>
              <a:off x="8917877" y="1132388"/>
              <a:ext cx="237659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Benefits</a:t>
              </a:r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FE81EBE9-01F8-4C1D-C952-873B0D0DE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77" y="1540107"/>
            <a:ext cx="2673487" cy="2800855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DBA2D23B-502F-E3C0-B62F-22DA29B5BBAE}"/>
              </a:ext>
            </a:extLst>
          </p:cNvPr>
          <p:cNvGrpSpPr/>
          <p:nvPr/>
        </p:nvGrpSpPr>
        <p:grpSpPr>
          <a:xfrm>
            <a:off x="2009142" y="4719235"/>
            <a:ext cx="1647555" cy="1751782"/>
            <a:chOff x="2515045" y="4752688"/>
            <a:chExt cx="1647555" cy="175178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D902D45-88B9-44EE-9190-81ACB22A9065}"/>
                </a:ext>
              </a:extLst>
            </p:cNvPr>
            <p:cNvSpPr txBox="1"/>
            <p:nvPr/>
          </p:nvSpPr>
          <p:spPr>
            <a:xfrm>
              <a:off x="2515045" y="5919695"/>
              <a:ext cx="1647555" cy="584775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Custom NoSQL Data Model</a:t>
              </a:r>
            </a:p>
          </p:txBody>
        </p:sp>
        <p:pic>
          <p:nvPicPr>
            <p:cNvPr id="52" name="Picture 10" descr="Database Icon PNG, Vector, PSD, and Clipart With Transparent Background for  Free Download | Pngtree">
              <a:extLst>
                <a:ext uri="{FF2B5EF4-FFF2-40B4-BE49-F238E27FC236}">
                  <a16:creationId xmlns:a16="http://schemas.microsoft.com/office/drawing/2014/main" id="{8C048438-DCD0-EC0A-AAB0-9DD2422B7B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1871" y="4752688"/>
              <a:ext cx="990401" cy="1427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DFCF89E-EEED-9ABD-7752-C17A9B80BCEA}"/>
              </a:ext>
            </a:extLst>
          </p:cNvPr>
          <p:cNvCxnSpPr>
            <a:cxnSpLocks/>
          </p:cNvCxnSpPr>
          <p:nvPr/>
        </p:nvCxnSpPr>
        <p:spPr>
          <a:xfrm>
            <a:off x="1820736" y="5503038"/>
            <a:ext cx="5006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8438A99-6B43-C1AE-5233-2202AD29A0D8}"/>
              </a:ext>
            </a:extLst>
          </p:cNvPr>
          <p:cNvGrpSpPr/>
          <p:nvPr/>
        </p:nvGrpSpPr>
        <p:grpSpPr>
          <a:xfrm>
            <a:off x="6448491" y="4957761"/>
            <a:ext cx="1658073" cy="1422186"/>
            <a:chOff x="6939394" y="4957761"/>
            <a:chExt cx="1658073" cy="142218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22B9E16-C65D-9C65-87FF-61098DD944A9}"/>
                </a:ext>
              </a:extLst>
            </p:cNvPr>
            <p:cNvSpPr txBox="1"/>
            <p:nvPr/>
          </p:nvSpPr>
          <p:spPr>
            <a:xfrm>
              <a:off x="7110562" y="6041393"/>
              <a:ext cx="1326248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Dashboard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96E7AC2-0C77-D3BC-BBBD-0995B8D81F3A}"/>
                </a:ext>
              </a:extLst>
            </p:cNvPr>
            <p:cNvGrpSpPr/>
            <p:nvPr/>
          </p:nvGrpSpPr>
          <p:grpSpPr>
            <a:xfrm>
              <a:off x="6939394" y="4957761"/>
              <a:ext cx="1658073" cy="1069898"/>
              <a:chOff x="6939394" y="4957761"/>
              <a:chExt cx="1658073" cy="1069898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F002B541-0684-C13B-1A03-E4794F5C6C3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949908" y="4957761"/>
                <a:ext cx="1647559" cy="1069898"/>
                <a:chOff x="5485857" y="3416207"/>
                <a:chExt cx="1215926" cy="812054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AA4FF6EE-1CCC-6375-D2F0-1D03C6113329}"/>
                    </a:ext>
                  </a:extLst>
                </p:cNvPr>
                <p:cNvSpPr/>
                <p:nvPr/>
              </p:nvSpPr>
              <p:spPr>
                <a:xfrm>
                  <a:off x="5485859" y="3451626"/>
                  <a:ext cx="1215924" cy="536263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endParaRPr>
                </a:p>
              </p:txBody>
            </p: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2332FB0B-AC36-D917-540F-425EEC69CFFA}"/>
                    </a:ext>
                  </a:extLst>
                </p:cNvPr>
                <p:cNvGrpSpPr/>
                <p:nvPr/>
              </p:nvGrpSpPr>
              <p:grpSpPr>
                <a:xfrm>
                  <a:off x="5485857" y="3416207"/>
                  <a:ext cx="1215924" cy="812054"/>
                  <a:chOff x="3238515" y="3277773"/>
                  <a:chExt cx="8439741" cy="6718698"/>
                </a:xfrm>
              </p:grpSpPr>
              <p:sp>
                <p:nvSpPr>
                  <p:cNvPr id="61" name="Freeform 5">
                    <a:extLst>
                      <a:ext uri="{FF2B5EF4-FFF2-40B4-BE49-F238E27FC236}">
                        <a16:creationId xmlns:a16="http://schemas.microsoft.com/office/drawing/2014/main" id="{5B3B8AAD-274E-D99D-A4FE-D9D0CDED57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5897314" y="9055966"/>
                    <a:ext cx="3055958" cy="940505"/>
                  </a:xfrm>
                  <a:custGeom>
                    <a:avLst/>
                    <a:gdLst>
                      <a:gd name="T0" fmla="*/ 395 w 468"/>
                      <a:gd name="T1" fmla="*/ 91 h 144"/>
                      <a:gd name="T2" fmla="*/ 366 w 468"/>
                      <a:gd name="T3" fmla="*/ 0 h 144"/>
                      <a:gd name="T4" fmla="*/ 239 w 468"/>
                      <a:gd name="T5" fmla="*/ 0 h 144"/>
                      <a:gd name="T6" fmla="*/ 229 w 468"/>
                      <a:gd name="T7" fmla="*/ 0 h 144"/>
                      <a:gd name="T8" fmla="*/ 102 w 468"/>
                      <a:gd name="T9" fmla="*/ 0 h 144"/>
                      <a:gd name="T10" fmla="*/ 72 w 468"/>
                      <a:gd name="T11" fmla="*/ 91 h 144"/>
                      <a:gd name="T12" fmla="*/ 77 w 468"/>
                      <a:gd name="T13" fmla="*/ 144 h 144"/>
                      <a:gd name="T14" fmla="*/ 229 w 468"/>
                      <a:gd name="T15" fmla="*/ 144 h 144"/>
                      <a:gd name="T16" fmla="*/ 239 w 468"/>
                      <a:gd name="T17" fmla="*/ 144 h 144"/>
                      <a:gd name="T18" fmla="*/ 391 w 468"/>
                      <a:gd name="T19" fmla="*/ 144 h 144"/>
                      <a:gd name="T20" fmla="*/ 395 w 468"/>
                      <a:gd name="T21" fmla="*/ 91 h 1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468" h="144">
                        <a:moveTo>
                          <a:pt x="395" y="91"/>
                        </a:moveTo>
                        <a:cubicBezTo>
                          <a:pt x="367" y="62"/>
                          <a:pt x="366" y="0"/>
                          <a:pt x="366" y="0"/>
                        </a:cubicBezTo>
                        <a:cubicBezTo>
                          <a:pt x="239" y="0"/>
                          <a:pt x="239" y="0"/>
                          <a:pt x="239" y="0"/>
                        </a:cubicBezTo>
                        <a:cubicBezTo>
                          <a:pt x="229" y="0"/>
                          <a:pt x="229" y="0"/>
                          <a:pt x="229" y="0"/>
                        </a:cubicBezTo>
                        <a:cubicBezTo>
                          <a:pt x="102" y="0"/>
                          <a:pt x="102" y="0"/>
                          <a:pt x="102" y="0"/>
                        </a:cubicBezTo>
                        <a:cubicBezTo>
                          <a:pt x="102" y="0"/>
                          <a:pt x="101" y="62"/>
                          <a:pt x="72" y="91"/>
                        </a:cubicBezTo>
                        <a:cubicBezTo>
                          <a:pt x="44" y="120"/>
                          <a:pt x="0" y="144"/>
                          <a:pt x="77" y="144"/>
                        </a:cubicBezTo>
                        <a:cubicBezTo>
                          <a:pt x="138" y="144"/>
                          <a:pt x="205" y="144"/>
                          <a:pt x="229" y="144"/>
                        </a:cubicBezTo>
                        <a:cubicBezTo>
                          <a:pt x="235" y="144"/>
                          <a:pt x="239" y="144"/>
                          <a:pt x="239" y="144"/>
                        </a:cubicBezTo>
                        <a:cubicBezTo>
                          <a:pt x="263" y="144"/>
                          <a:pt x="329" y="144"/>
                          <a:pt x="391" y="144"/>
                        </a:cubicBezTo>
                        <a:cubicBezTo>
                          <a:pt x="468" y="144"/>
                          <a:pt x="423" y="120"/>
                          <a:pt x="395" y="9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63000">
                        <a:srgbClr val="6D6F73"/>
                      </a:gs>
                      <a:gs pos="38000">
                        <a:srgbClr val="A7A9AC"/>
                      </a:gs>
                      <a:gs pos="19000">
                        <a:srgbClr val="E0E1E2"/>
                      </a:gs>
                      <a:gs pos="0">
                        <a:srgbClr val="6D6F73"/>
                      </a:gs>
                      <a:gs pos="100000">
                        <a:srgbClr val="A7A9AC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  <a:effectLst/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Freeform 7">
                    <a:extLst>
                      <a:ext uri="{FF2B5EF4-FFF2-40B4-BE49-F238E27FC236}">
                        <a16:creationId xmlns:a16="http://schemas.microsoft.com/office/drawing/2014/main" id="{905F7833-B3F1-3760-91CE-521CF6694FF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 flipH="1">
                    <a:off x="3238515" y="3277773"/>
                    <a:ext cx="8439741" cy="5047297"/>
                  </a:xfrm>
                  <a:custGeom>
                    <a:avLst/>
                    <a:gdLst>
                      <a:gd name="T0" fmla="*/ 1254 w 1292"/>
                      <a:gd name="T1" fmla="*/ 0 h 772"/>
                      <a:gd name="T2" fmla="*/ 658 w 1292"/>
                      <a:gd name="T3" fmla="*/ 0 h 772"/>
                      <a:gd name="T4" fmla="*/ 637 w 1292"/>
                      <a:gd name="T5" fmla="*/ 0 h 772"/>
                      <a:gd name="T6" fmla="*/ 41 w 1292"/>
                      <a:gd name="T7" fmla="*/ 0 h 772"/>
                      <a:gd name="T8" fmla="*/ 0 w 1292"/>
                      <a:gd name="T9" fmla="*/ 36 h 772"/>
                      <a:gd name="T10" fmla="*/ 0 w 1292"/>
                      <a:gd name="T11" fmla="*/ 772 h 772"/>
                      <a:gd name="T12" fmla="*/ 1292 w 1292"/>
                      <a:gd name="T13" fmla="*/ 772 h 772"/>
                      <a:gd name="T14" fmla="*/ 1292 w 1292"/>
                      <a:gd name="T15" fmla="*/ 36 h 772"/>
                      <a:gd name="T16" fmla="*/ 1254 w 1292"/>
                      <a:gd name="T17" fmla="*/ 0 h 772"/>
                      <a:gd name="T18" fmla="*/ 1236 w 1292"/>
                      <a:gd name="T19" fmla="*/ 716 h 772"/>
                      <a:gd name="T20" fmla="*/ 56 w 1292"/>
                      <a:gd name="T21" fmla="*/ 716 h 772"/>
                      <a:gd name="T22" fmla="*/ 56 w 1292"/>
                      <a:gd name="T23" fmla="*/ 48 h 772"/>
                      <a:gd name="T24" fmla="*/ 1236 w 1292"/>
                      <a:gd name="T25" fmla="*/ 48 h 772"/>
                      <a:gd name="T26" fmla="*/ 1236 w 1292"/>
                      <a:gd name="T27" fmla="*/ 716 h 7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292" h="772">
                        <a:moveTo>
                          <a:pt x="1254" y="0"/>
                        </a:moveTo>
                        <a:cubicBezTo>
                          <a:pt x="658" y="0"/>
                          <a:pt x="658" y="0"/>
                          <a:pt x="658" y="0"/>
                        </a:cubicBezTo>
                        <a:cubicBezTo>
                          <a:pt x="637" y="0"/>
                          <a:pt x="637" y="0"/>
                          <a:pt x="637" y="0"/>
                        </a:cubicBezTo>
                        <a:cubicBezTo>
                          <a:pt x="41" y="0"/>
                          <a:pt x="41" y="0"/>
                          <a:pt x="41" y="0"/>
                        </a:cubicBezTo>
                        <a:cubicBezTo>
                          <a:pt x="20" y="0"/>
                          <a:pt x="0" y="15"/>
                          <a:pt x="0" y="36"/>
                        </a:cubicBezTo>
                        <a:cubicBezTo>
                          <a:pt x="0" y="772"/>
                          <a:pt x="0" y="772"/>
                          <a:pt x="0" y="772"/>
                        </a:cubicBezTo>
                        <a:cubicBezTo>
                          <a:pt x="1292" y="772"/>
                          <a:pt x="1292" y="772"/>
                          <a:pt x="1292" y="772"/>
                        </a:cubicBezTo>
                        <a:cubicBezTo>
                          <a:pt x="1292" y="36"/>
                          <a:pt x="1292" y="36"/>
                          <a:pt x="1292" y="36"/>
                        </a:cubicBezTo>
                        <a:cubicBezTo>
                          <a:pt x="1292" y="15"/>
                          <a:pt x="1275" y="0"/>
                          <a:pt x="1254" y="0"/>
                        </a:cubicBezTo>
                        <a:close/>
                        <a:moveTo>
                          <a:pt x="1236" y="716"/>
                        </a:moveTo>
                        <a:cubicBezTo>
                          <a:pt x="56" y="716"/>
                          <a:pt x="56" y="716"/>
                          <a:pt x="56" y="716"/>
                        </a:cubicBezTo>
                        <a:cubicBezTo>
                          <a:pt x="56" y="48"/>
                          <a:pt x="56" y="48"/>
                          <a:pt x="56" y="48"/>
                        </a:cubicBezTo>
                        <a:cubicBezTo>
                          <a:pt x="1236" y="48"/>
                          <a:pt x="1236" y="48"/>
                          <a:pt x="1236" y="48"/>
                        </a:cubicBezTo>
                        <a:lnTo>
                          <a:pt x="1236" y="716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Freeform 8">
                    <a:extLst>
                      <a:ext uri="{FF2B5EF4-FFF2-40B4-BE49-F238E27FC236}">
                        <a16:creationId xmlns:a16="http://schemas.microsoft.com/office/drawing/2014/main" id="{B583880A-F6F1-E006-F8B9-12F628061DA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238520" y="8325085"/>
                    <a:ext cx="8439736" cy="730894"/>
                  </a:xfrm>
                  <a:custGeom>
                    <a:avLst/>
                    <a:gdLst>
                      <a:gd name="T0" fmla="*/ 0 w 1292"/>
                      <a:gd name="T1" fmla="*/ 70 h 112"/>
                      <a:gd name="T2" fmla="*/ 41 w 1292"/>
                      <a:gd name="T3" fmla="*/ 112 h 112"/>
                      <a:gd name="T4" fmla="*/ 637 w 1292"/>
                      <a:gd name="T5" fmla="*/ 112 h 112"/>
                      <a:gd name="T6" fmla="*/ 658 w 1292"/>
                      <a:gd name="T7" fmla="*/ 112 h 112"/>
                      <a:gd name="T8" fmla="*/ 1254 w 1292"/>
                      <a:gd name="T9" fmla="*/ 112 h 112"/>
                      <a:gd name="T10" fmla="*/ 1292 w 1292"/>
                      <a:gd name="T11" fmla="*/ 70 h 112"/>
                      <a:gd name="T12" fmla="*/ 1292 w 1292"/>
                      <a:gd name="T13" fmla="*/ 0 h 112"/>
                      <a:gd name="T14" fmla="*/ 0 w 1292"/>
                      <a:gd name="T15" fmla="*/ 0 h 112"/>
                      <a:gd name="T16" fmla="*/ 0 w 1292"/>
                      <a:gd name="T17" fmla="*/ 70 h 1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292" h="112">
                        <a:moveTo>
                          <a:pt x="0" y="70"/>
                        </a:moveTo>
                        <a:cubicBezTo>
                          <a:pt x="0" y="91"/>
                          <a:pt x="20" y="112"/>
                          <a:pt x="41" y="112"/>
                        </a:cubicBezTo>
                        <a:cubicBezTo>
                          <a:pt x="637" y="112"/>
                          <a:pt x="637" y="112"/>
                          <a:pt x="637" y="112"/>
                        </a:cubicBezTo>
                        <a:cubicBezTo>
                          <a:pt x="658" y="112"/>
                          <a:pt x="658" y="112"/>
                          <a:pt x="658" y="112"/>
                        </a:cubicBezTo>
                        <a:cubicBezTo>
                          <a:pt x="1254" y="112"/>
                          <a:pt x="1254" y="112"/>
                          <a:pt x="1254" y="112"/>
                        </a:cubicBezTo>
                        <a:cubicBezTo>
                          <a:pt x="1275" y="112"/>
                          <a:pt x="1292" y="91"/>
                          <a:pt x="1292" y="70"/>
                        </a:cubicBezTo>
                        <a:cubicBezTo>
                          <a:pt x="1292" y="0"/>
                          <a:pt x="1292" y="0"/>
                          <a:pt x="129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lnTo>
                          <a:pt x="0" y="7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898A8F"/>
                      </a:gs>
                      <a:gs pos="100000">
                        <a:srgbClr val="DBDDE0"/>
                      </a:gs>
                    </a:gsLst>
                    <a:lin ang="0" scaled="1"/>
                    <a:tileRect/>
                  </a:gradFill>
                  <a:ln>
                    <a:noFill/>
                  </a:ln>
                  <a:effectLst/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A0D5017B-B911-22CE-670A-D16EDED381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39394" y="4983405"/>
                <a:ext cx="1647555" cy="766859"/>
              </a:xfrm>
              <a:prstGeom prst="rect">
                <a:avLst/>
              </a:prstGeom>
            </p:spPr>
          </p:pic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7EAA6C4-991D-131E-0102-1CB9BE135F41}"/>
              </a:ext>
            </a:extLst>
          </p:cNvPr>
          <p:cNvGrpSpPr/>
          <p:nvPr/>
        </p:nvGrpSpPr>
        <p:grpSpPr>
          <a:xfrm>
            <a:off x="43977" y="4752689"/>
            <a:ext cx="1677272" cy="1627258"/>
            <a:chOff x="300708" y="4752689"/>
            <a:chExt cx="1677272" cy="1627258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5FED074-C985-CF7A-26C3-271D4D94118A}"/>
                </a:ext>
              </a:extLst>
            </p:cNvPr>
            <p:cNvSpPr txBox="1"/>
            <p:nvPr/>
          </p:nvSpPr>
          <p:spPr>
            <a:xfrm>
              <a:off x="300708" y="6041393"/>
              <a:ext cx="1647555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News Sources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DE8DAEF9-B2AF-1077-F148-982215CAE6D2}"/>
                </a:ext>
              </a:extLst>
            </p:cNvPr>
            <p:cNvSpPr/>
            <p:nvPr/>
          </p:nvSpPr>
          <p:spPr>
            <a:xfrm>
              <a:off x="350266" y="4752689"/>
              <a:ext cx="1627714" cy="126567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CF3908C9-4225-13AF-08F8-6A6899B3C86C}"/>
              </a:ext>
            </a:extLst>
          </p:cNvPr>
          <p:cNvSpPr txBox="1"/>
          <p:nvPr/>
        </p:nvSpPr>
        <p:spPr>
          <a:xfrm>
            <a:off x="8792957" y="4508018"/>
            <a:ext cx="35580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Top news snippets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Competitors &amp; Regulatory updates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AI-generated consolidated summary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rgbClr val="002060"/>
                </a:solidFill>
              </a:rPr>
              <a:t>AI-based recommendations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Experts’ Opinions summarized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E248721-B55E-022B-0B4F-4FF3BC6E9098}"/>
              </a:ext>
            </a:extLst>
          </p:cNvPr>
          <p:cNvGrpSpPr/>
          <p:nvPr/>
        </p:nvGrpSpPr>
        <p:grpSpPr>
          <a:xfrm>
            <a:off x="3997404" y="5036271"/>
            <a:ext cx="1779936" cy="1256656"/>
            <a:chOff x="4264585" y="5031818"/>
            <a:chExt cx="1779936" cy="1256656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F72E0AE0-A823-51D5-E514-460FCE5896C1}"/>
                </a:ext>
              </a:extLst>
            </p:cNvPr>
            <p:cNvGrpSpPr/>
            <p:nvPr/>
          </p:nvGrpSpPr>
          <p:grpSpPr>
            <a:xfrm>
              <a:off x="4264585" y="5031818"/>
              <a:ext cx="1672875" cy="1256656"/>
              <a:chOff x="4986765" y="5054262"/>
              <a:chExt cx="1672875" cy="1256656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F326B14-FD4B-329E-13FD-4B98B0E4BCE0}"/>
                  </a:ext>
                </a:extLst>
              </p:cNvPr>
              <p:cNvSpPr txBox="1"/>
              <p:nvPr/>
            </p:nvSpPr>
            <p:spPr>
              <a:xfrm>
                <a:off x="4988583" y="5972364"/>
                <a:ext cx="1671057" cy="338554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Gen AI Agents</a:t>
                </a:r>
              </a:p>
            </p:txBody>
          </p:sp>
          <p:pic>
            <p:nvPicPr>
              <p:cNvPr id="76" name="Picture 75" descr="A black background with white text&#10;&#10;Description automatically generated">
                <a:extLst>
                  <a:ext uri="{FF2B5EF4-FFF2-40B4-BE49-F238E27FC236}">
                    <a16:creationId xmlns:a16="http://schemas.microsoft.com/office/drawing/2014/main" id="{6671AF06-AF47-482A-3791-4A5BCF30D8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86765" y="5054262"/>
                <a:ext cx="852743" cy="881407"/>
              </a:xfrm>
              <a:prstGeom prst="rect">
                <a:avLst/>
              </a:prstGeom>
            </p:spPr>
          </p:pic>
        </p:grpSp>
        <p:pic>
          <p:nvPicPr>
            <p:cNvPr id="74" name="Picture 73" descr="A black background with a black background&#10;&#10;Description automatically generated">
              <a:extLst>
                <a:ext uri="{FF2B5EF4-FFF2-40B4-BE49-F238E27FC236}">
                  <a16:creationId xmlns:a16="http://schemas.microsoft.com/office/drawing/2014/main" id="{C5917EF4-3404-4638-94B7-FDF8FA81C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6974" y="5035879"/>
              <a:ext cx="957547" cy="877346"/>
            </a:xfrm>
            <a:prstGeom prst="rect">
              <a:avLst/>
            </a:prstGeom>
          </p:spPr>
        </p:pic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18A070F-3729-7203-7C60-F07C7BA7DED4}"/>
              </a:ext>
            </a:extLst>
          </p:cNvPr>
          <p:cNvCxnSpPr>
            <a:cxnSpLocks/>
          </p:cNvCxnSpPr>
          <p:nvPr/>
        </p:nvCxnSpPr>
        <p:spPr>
          <a:xfrm>
            <a:off x="3344735" y="5510475"/>
            <a:ext cx="5006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8BC627B-E7B5-D297-D697-915927712775}"/>
              </a:ext>
            </a:extLst>
          </p:cNvPr>
          <p:cNvCxnSpPr>
            <a:cxnSpLocks/>
          </p:cNvCxnSpPr>
          <p:nvPr/>
        </p:nvCxnSpPr>
        <p:spPr>
          <a:xfrm>
            <a:off x="5805443" y="5494337"/>
            <a:ext cx="5006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D5C6693-D1A4-80C1-5601-0D94E584FA66}"/>
              </a:ext>
            </a:extLst>
          </p:cNvPr>
          <p:cNvGrpSpPr/>
          <p:nvPr/>
        </p:nvGrpSpPr>
        <p:grpSpPr>
          <a:xfrm>
            <a:off x="228909" y="4368581"/>
            <a:ext cx="1343421" cy="1549097"/>
            <a:chOff x="336288" y="3264982"/>
            <a:chExt cx="949649" cy="1549097"/>
          </a:xfrm>
        </p:grpSpPr>
        <p:pic>
          <p:nvPicPr>
            <p:cNvPr id="80" name="Picture 4" descr="In The News | DA MedSuites">
              <a:extLst>
                <a:ext uri="{FF2B5EF4-FFF2-40B4-BE49-F238E27FC236}">
                  <a16:creationId xmlns:a16="http://schemas.microsoft.com/office/drawing/2014/main" id="{E9F202ED-5ECF-AE0A-C2EE-632B1776F6B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39"/>
            <a:stretch/>
          </p:blipFill>
          <p:spPr bwMode="auto">
            <a:xfrm>
              <a:off x="381136" y="3264982"/>
              <a:ext cx="880458" cy="1215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Picture 6" descr="Philstar.com">
              <a:extLst>
                <a:ext uri="{FF2B5EF4-FFF2-40B4-BE49-F238E27FC236}">
                  <a16:creationId xmlns:a16="http://schemas.microsoft.com/office/drawing/2014/main" id="{C6D98CF4-0C68-5376-2763-0D818F4C25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007" y="4003186"/>
              <a:ext cx="534706" cy="534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Picture 8">
              <a:extLst>
                <a:ext uri="{FF2B5EF4-FFF2-40B4-BE49-F238E27FC236}">
                  <a16:creationId xmlns:a16="http://schemas.microsoft.com/office/drawing/2014/main" id="{7BF085A9-0398-56AA-1C0C-7D474B3B0C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288" y="4576667"/>
              <a:ext cx="949649" cy="237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58F3245-CA80-C821-5071-F064CBDE27F1}"/>
              </a:ext>
            </a:extLst>
          </p:cNvPr>
          <p:cNvCxnSpPr>
            <a:cxnSpLocks/>
          </p:cNvCxnSpPr>
          <p:nvPr/>
        </p:nvCxnSpPr>
        <p:spPr>
          <a:xfrm flipV="1">
            <a:off x="10584063" y="49882"/>
            <a:ext cx="0" cy="5744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5E754DC-FEBF-F6E1-C3CC-937E40D96FFB}"/>
              </a:ext>
            </a:extLst>
          </p:cNvPr>
          <p:cNvGrpSpPr/>
          <p:nvPr/>
        </p:nvGrpSpPr>
        <p:grpSpPr>
          <a:xfrm>
            <a:off x="3171800" y="1503197"/>
            <a:ext cx="5540602" cy="2829055"/>
            <a:chOff x="6513283" y="2448848"/>
            <a:chExt cx="5114288" cy="4295835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5AF0CA95-CDF8-E43D-959A-5ED5FA8FCDC2}"/>
                </a:ext>
              </a:extLst>
            </p:cNvPr>
            <p:cNvGrpSpPr/>
            <p:nvPr/>
          </p:nvGrpSpPr>
          <p:grpSpPr>
            <a:xfrm>
              <a:off x="6513283" y="2644059"/>
              <a:ext cx="5114288" cy="4100624"/>
              <a:chOff x="6557012" y="2310803"/>
              <a:chExt cx="5114288" cy="4100624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8450A2A6-9E75-D1F6-3FDA-4A68967DA8F4}"/>
                  </a:ext>
                </a:extLst>
              </p:cNvPr>
              <p:cNvSpPr/>
              <p:nvPr/>
            </p:nvSpPr>
            <p:spPr>
              <a:xfrm>
                <a:off x="6557012" y="2480729"/>
                <a:ext cx="5114288" cy="3930698"/>
              </a:xfrm>
              <a:prstGeom prst="rect">
                <a:avLst/>
              </a:prstGeom>
              <a:noFill/>
              <a:ln>
                <a:solidFill>
                  <a:srgbClr val="014C9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EC622CF-511C-CD4B-0DAC-8829B94D0686}"/>
                  </a:ext>
                </a:extLst>
              </p:cNvPr>
              <p:cNvSpPr txBox="1"/>
              <p:nvPr/>
            </p:nvSpPr>
            <p:spPr>
              <a:xfrm>
                <a:off x="6670213" y="3048297"/>
                <a:ext cx="4837463" cy="32247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marR="0" lvl="0" indent="-28575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400"/>
                  <a:t>Tracking of portfolio news, extracting key regulatory updates, competitive threats, and emerging risks by conversing with chatbot for informed decision-making</a:t>
                </a:r>
              </a:p>
              <a:p>
                <a:pPr marL="285750" marR="0" lvl="0" indent="-28575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400"/>
                  <a:t>AI-driven recommendations based on sentiment analysis/experts’ opinions, guiding executives on risk mitigation and strategic opportunities.</a:t>
                </a:r>
              </a:p>
              <a:p>
                <a:pPr marL="285750" marR="0" lvl="0" indent="-28575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400"/>
                  <a:t>Identify potential points of exposure by mapping current portfolio details, market data and recent news/updates. </a:t>
                </a:r>
                <a:endParaRPr kumimoji="0" lang="en-US" altLang="en-US" sz="1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695539B-F3AB-BAD6-D4B7-C1D31909135A}"/>
                  </a:ext>
                </a:extLst>
              </p:cNvPr>
              <p:cNvSpPr txBox="1"/>
              <p:nvPr/>
            </p:nvSpPr>
            <p:spPr>
              <a:xfrm>
                <a:off x="6738622" y="2310803"/>
                <a:ext cx="4310082" cy="467350"/>
              </a:xfrm>
              <a:prstGeom prst="rect">
                <a:avLst/>
              </a:prstGeom>
              <a:solidFill>
                <a:srgbClr val="014C92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            Use case</a:t>
                </a:r>
              </a:p>
            </p:txBody>
          </p:sp>
        </p:grp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59E1C2BA-B87B-852E-F4EB-669B19616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668198" y="2448848"/>
              <a:ext cx="607164" cy="765864"/>
            </a:xfrm>
            <a:prstGeom prst="rect">
              <a:avLst/>
            </a:prstGeom>
          </p:spPr>
        </p:pic>
      </p:grpSp>
      <p:sp>
        <p:nvSpPr>
          <p:cNvPr id="92" name="object 8">
            <a:extLst>
              <a:ext uri="{FF2B5EF4-FFF2-40B4-BE49-F238E27FC236}">
                <a16:creationId xmlns:a16="http://schemas.microsoft.com/office/drawing/2014/main" id="{6ED94C97-5A2D-1254-AECE-9185110E897F}"/>
              </a:ext>
            </a:extLst>
          </p:cNvPr>
          <p:cNvSpPr txBox="1"/>
          <p:nvPr/>
        </p:nvSpPr>
        <p:spPr>
          <a:xfrm>
            <a:off x="644055" y="909207"/>
            <a:ext cx="10915650" cy="273152"/>
          </a:xfrm>
          <a:prstGeom prst="rect">
            <a:avLst/>
          </a:prstGeom>
          <a:solidFill>
            <a:srgbClr val="F1F1F1"/>
          </a:solidFill>
          <a:ln w="9525">
            <a:solidFill>
              <a:srgbClr val="D9D9D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83820" algn="ctr">
              <a:lnSpc>
                <a:spcPct val="100000"/>
              </a:lnSpc>
              <a:spcBef>
                <a:spcPts val="270"/>
              </a:spcBef>
            </a:pPr>
            <a:r>
              <a:rPr lang="en-US" sz="1550" spc="10">
                <a:latin typeface="Calibri"/>
                <a:cs typeface="Calibri"/>
              </a:rPr>
              <a:t>The solution </a:t>
            </a:r>
            <a:r>
              <a:rPr sz="1550" spc="15">
                <a:latin typeface="Calibri"/>
                <a:cs typeface="Calibri"/>
              </a:rPr>
              <a:t>enable</a:t>
            </a:r>
            <a:r>
              <a:rPr lang="en-US" sz="1550" spc="15">
                <a:latin typeface="Calibri"/>
                <a:cs typeface="Calibri"/>
              </a:rPr>
              <a:t>s</a:t>
            </a:r>
            <a:r>
              <a:rPr sz="1550" spc="7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senior</a:t>
            </a:r>
            <a:r>
              <a:rPr sz="1550" spc="5">
                <a:latin typeface="Calibri"/>
                <a:cs typeface="Calibri"/>
              </a:rPr>
              <a:t> </a:t>
            </a:r>
            <a:r>
              <a:rPr sz="1550" spc="20">
                <a:latin typeface="Calibri"/>
                <a:cs typeface="Calibri"/>
              </a:rPr>
              <a:t>management</a:t>
            </a:r>
            <a:r>
              <a:rPr sz="1550" spc="25">
                <a:latin typeface="Calibri"/>
                <a:cs typeface="Calibri"/>
              </a:rPr>
              <a:t> </a:t>
            </a:r>
            <a:r>
              <a:rPr lang="en-US" sz="1550" spc="15">
                <a:latin typeface="Calibri"/>
                <a:cs typeface="Calibri"/>
              </a:rPr>
              <a:t>to</a:t>
            </a:r>
            <a:r>
              <a:rPr sz="1550" spc="25">
                <a:latin typeface="Calibri"/>
                <a:cs typeface="Calibri"/>
              </a:rPr>
              <a:t> </a:t>
            </a:r>
            <a:r>
              <a:rPr lang="en-US" sz="1550">
                <a:latin typeface="Calibri"/>
                <a:cs typeface="Calibri"/>
              </a:rPr>
              <a:t>make</a:t>
            </a:r>
            <a:r>
              <a:rPr sz="1550" spc="40">
                <a:latin typeface="Calibri"/>
                <a:cs typeface="Calibri"/>
              </a:rPr>
              <a:t> </a:t>
            </a:r>
            <a:r>
              <a:rPr sz="1550" spc="20">
                <a:latin typeface="Calibri"/>
                <a:cs typeface="Calibri"/>
              </a:rPr>
              <a:t>decisions</a:t>
            </a:r>
            <a:r>
              <a:rPr sz="1550" spc="1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based</a:t>
            </a:r>
            <a:r>
              <a:rPr sz="1550" spc="2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on</a:t>
            </a:r>
            <a:r>
              <a:rPr sz="1550" spc="25">
                <a:latin typeface="Calibri"/>
                <a:cs typeface="Calibri"/>
              </a:rPr>
              <a:t> </a:t>
            </a:r>
            <a:r>
              <a:rPr sz="1550" spc="15">
                <a:latin typeface="Calibri"/>
                <a:cs typeface="Calibri"/>
              </a:rPr>
              <a:t>proactive</a:t>
            </a:r>
            <a:r>
              <a:rPr sz="1550" spc="-5">
                <a:latin typeface="Calibri"/>
                <a:cs typeface="Calibri"/>
              </a:rPr>
              <a:t> </a:t>
            </a:r>
            <a:r>
              <a:rPr sz="1550" spc="15">
                <a:latin typeface="Calibri"/>
                <a:cs typeface="Calibri"/>
              </a:rPr>
              <a:t>risk</a:t>
            </a:r>
            <a:r>
              <a:rPr sz="1550" spc="-20">
                <a:latin typeface="Calibri"/>
                <a:cs typeface="Calibri"/>
              </a:rPr>
              <a:t> </a:t>
            </a:r>
            <a:r>
              <a:rPr sz="1550" spc="20">
                <a:latin typeface="Calibri"/>
                <a:cs typeface="Calibri"/>
              </a:rPr>
              <a:t>monitoring</a:t>
            </a:r>
            <a:r>
              <a:rPr sz="1550" spc="-40">
                <a:latin typeface="Calibri"/>
                <a:cs typeface="Calibri"/>
              </a:rPr>
              <a:t> </a:t>
            </a:r>
            <a:r>
              <a:rPr sz="1550" spc="40">
                <a:latin typeface="Calibri"/>
                <a:cs typeface="Calibri"/>
              </a:rPr>
              <a:t>of</a:t>
            </a:r>
            <a:r>
              <a:rPr sz="155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external</a:t>
            </a:r>
            <a:r>
              <a:rPr sz="1550" spc="4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developments.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2622BA2-5A47-D57D-8508-BF9BB46A9455}"/>
              </a:ext>
            </a:extLst>
          </p:cNvPr>
          <p:cNvGrpSpPr/>
          <p:nvPr/>
        </p:nvGrpSpPr>
        <p:grpSpPr>
          <a:xfrm>
            <a:off x="8120413" y="4690891"/>
            <a:ext cx="649834" cy="1439211"/>
            <a:chOff x="8120413" y="4690891"/>
            <a:chExt cx="649834" cy="1439211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196C453-F3E8-A3ED-443E-8C996B58D757}"/>
                </a:ext>
              </a:extLst>
            </p:cNvPr>
            <p:cNvGrpSpPr/>
            <p:nvPr/>
          </p:nvGrpSpPr>
          <p:grpSpPr>
            <a:xfrm>
              <a:off x="8120413" y="5003686"/>
              <a:ext cx="633665" cy="779366"/>
              <a:chOff x="8820169" y="4905409"/>
              <a:chExt cx="633665" cy="779366"/>
            </a:xfrm>
          </p:grpSpPr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AD2EDE84-7117-C73C-9A56-0DD374FF90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20172" y="4905409"/>
                <a:ext cx="613399" cy="4455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16F747D0-9CD2-3D8D-484A-EECB843259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20169" y="5342051"/>
                <a:ext cx="633665" cy="89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6AAEBC9D-D7A4-D935-8FFD-DCEA61A840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4581" y="5360536"/>
                <a:ext cx="609253" cy="3242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CE60FADC-47CD-228F-9107-939DAC99AFB2}"/>
                </a:ext>
              </a:extLst>
            </p:cNvPr>
            <p:cNvCxnSpPr>
              <a:cxnSpLocks/>
            </p:cNvCxnSpPr>
            <p:nvPr/>
          </p:nvCxnSpPr>
          <p:spPr>
            <a:xfrm>
              <a:off x="8132633" y="5453260"/>
              <a:ext cx="637614" cy="6768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854D4690-4AD7-0B79-B18E-1A06177DBD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1405" y="4690891"/>
              <a:ext cx="570997" cy="7361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Picture 48" descr="A black background with green text&#10;&#10;Description automatically generated">
            <a:extLst>
              <a:ext uri="{FF2B5EF4-FFF2-40B4-BE49-F238E27FC236}">
                <a16:creationId xmlns:a16="http://schemas.microsoft.com/office/drawing/2014/main" id="{2D404A32-1883-89B8-06A7-1D29C5FFDE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78016" y="41946"/>
            <a:ext cx="1791155" cy="48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00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F878733-F804-505B-69BF-70C6008B8F5A}"/>
              </a:ext>
            </a:extLst>
          </p:cNvPr>
          <p:cNvSpPr txBox="1">
            <a:spLocks/>
          </p:cNvSpPr>
          <p:nvPr/>
        </p:nvSpPr>
        <p:spPr>
          <a:xfrm>
            <a:off x="11464925" y="6490661"/>
            <a:ext cx="727075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A227D-D6B4-481D-8178-2242024024DE}" type="slidenum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059E2E1-2785-2D03-28C7-867D1CE540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170" y="78525"/>
            <a:ext cx="1593677" cy="32176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E20251A-BB54-844B-C5DA-DA160CF9195A}"/>
              </a:ext>
            </a:extLst>
          </p:cNvPr>
          <p:cNvSpPr txBox="1">
            <a:spLocks/>
          </p:cNvSpPr>
          <p:nvPr/>
        </p:nvSpPr>
        <p:spPr>
          <a:xfrm>
            <a:off x="300708" y="-66906"/>
            <a:ext cx="7861985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rgbClr val="2859C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859C3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The basics of P</a:t>
            </a: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srgbClr val="2859C3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rompt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859C3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E</a:t>
            </a: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srgbClr val="2859C3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ngineering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2859C3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F3C12C5-6459-8D8A-D1CA-1AB611406E8D}"/>
              </a:ext>
            </a:extLst>
          </p:cNvPr>
          <p:cNvGrpSpPr/>
          <p:nvPr/>
        </p:nvGrpSpPr>
        <p:grpSpPr>
          <a:xfrm>
            <a:off x="3498425" y="1242949"/>
            <a:ext cx="5195149" cy="5646553"/>
            <a:chOff x="3930868" y="1132662"/>
            <a:chExt cx="5195149" cy="5646553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C746366-8E6E-EC93-B5F3-296547F7B7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9383" y="3268387"/>
              <a:ext cx="1820056" cy="2975372"/>
            </a:xfrm>
            <a:custGeom>
              <a:avLst/>
              <a:gdLst>
                <a:gd name="T0" fmla="*/ 61 w 912"/>
                <a:gd name="T1" fmla="*/ 146 h 1520"/>
                <a:gd name="T2" fmla="*/ 147 w 912"/>
                <a:gd name="T3" fmla="*/ 60 h 1520"/>
                <a:gd name="T4" fmla="*/ 233 w 912"/>
                <a:gd name="T5" fmla="*/ 146 h 1520"/>
                <a:gd name="T6" fmla="*/ 147 w 912"/>
                <a:gd name="T7" fmla="*/ 232 h 1520"/>
                <a:gd name="T8" fmla="*/ 61 w 912"/>
                <a:gd name="T9" fmla="*/ 146 h 1520"/>
                <a:gd name="T10" fmla="*/ 0 w 912"/>
                <a:gd name="T11" fmla="*/ 146 h 1520"/>
                <a:gd name="T12" fmla="*/ 147 w 912"/>
                <a:gd name="T13" fmla="*/ 292 h 1520"/>
                <a:gd name="T14" fmla="*/ 290 w 912"/>
                <a:gd name="T15" fmla="*/ 174 h 1520"/>
                <a:gd name="T16" fmla="*/ 673 w 912"/>
                <a:gd name="T17" fmla="*/ 174 h 1520"/>
                <a:gd name="T18" fmla="*/ 862 w 912"/>
                <a:gd name="T19" fmla="*/ 317 h 1520"/>
                <a:gd name="T20" fmla="*/ 862 w 912"/>
                <a:gd name="T21" fmla="*/ 1520 h 1520"/>
                <a:gd name="T22" fmla="*/ 912 w 912"/>
                <a:gd name="T23" fmla="*/ 1520 h 1520"/>
                <a:gd name="T24" fmla="*/ 912 w 912"/>
                <a:gd name="T25" fmla="*/ 317 h 1520"/>
                <a:gd name="T26" fmla="*/ 673 w 912"/>
                <a:gd name="T27" fmla="*/ 125 h 1520"/>
                <a:gd name="T28" fmla="*/ 292 w 912"/>
                <a:gd name="T29" fmla="*/ 125 h 1520"/>
                <a:gd name="T30" fmla="*/ 147 w 912"/>
                <a:gd name="T31" fmla="*/ 0 h 1520"/>
                <a:gd name="T32" fmla="*/ 0 w 912"/>
                <a:gd name="T33" fmla="*/ 146 h 1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12" h="1520">
                  <a:moveTo>
                    <a:pt x="61" y="146"/>
                  </a:moveTo>
                  <a:cubicBezTo>
                    <a:pt x="61" y="99"/>
                    <a:pt x="99" y="60"/>
                    <a:pt x="147" y="60"/>
                  </a:cubicBezTo>
                  <a:cubicBezTo>
                    <a:pt x="194" y="60"/>
                    <a:pt x="233" y="99"/>
                    <a:pt x="233" y="146"/>
                  </a:cubicBezTo>
                  <a:cubicBezTo>
                    <a:pt x="233" y="194"/>
                    <a:pt x="194" y="232"/>
                    <a:pt x="147" y="232"/>
                  </a:cubicBezTo>
                  <a:cubicBezTo>
                    <a:pt x="99" y="232"/>
                    <a:pt x="61" y="194"/>
                    <a:pt x="61" y="146"/>
                  </a:cubicBezTo>
                  <a:moveTo>
                    <a:pt x="0" y="146"/>
                  </a:moveTo>
                  <a:cubicBezTo>
                    <a:pt x="0" y="227"/>
                    <a:pt x="66" y="292"/>
                    <a:pt x="147" y="292"/>
                  </a:cubicBezTo>
                  <a:cubicBezTo>
                    <a:pt x="218" y="292"/>
                    <a:pt x="277" y="241"/>
                    <a:pt x="290" y="174"/>
                  </a:cubicBezTo>
                  <a:cubicBezTo>
                    <a:pt x="673" y="174"/>
                    <a:pt x="673" y="174"/>
                    <a:pt x="673" y="174"/>
                  </a:cubicBezTo>
                  <a:cubicBezTo>
                    <a:pt x="844" y="174"/>
                    <a:pt x="862" y="274"/>
                    <a:pt x="862" y="317"/>
                  </a:cubicBezTo>
                  <a:cubicBezTo>
                    <a:pt x="862" y="1520"/>
                    <a:pt x="862" y="1520"/>
                    <a:pt x="862" y="1520"/>
                  </a:cubicBezTo>
                  <a:cubicBezTo>
                    <a:pt x="912" y="1520"/>
                    <a:pt x="912" y="1520"/>
                    <a:pt x="912" y="1520"/>
                  </a:cubicBezTo>
                  <a:cubicBezTo>
                    <a:pt x="912" y="317"/>
                    <a:pt x="912" y="317"/>
                    <a:pt x="912" y="317"/>
                  </a:cubicBezTo>
                  <a:cubicBezTo>
                    <a:pt x="912" y="199"/>
                    <a:pt x="820" y="125"/>
                    <a:pt x="673" y="125"/>
                  </a:cubicBezTo>
                  <a:cubicBezTo>
                    <a:pt x="292" y="125"/>
                    <a:pt x="292" y="125"/>
                    <a:pt x="292" y="125"/>
                  </a:cubicBezTo>
                  <a:cubicBezTo>
                    <a:pt x="281" y="54"/>
                    <a:pt x="220" y="0"/>
                    <a:pt x="147" y="0"/>
                  </a:cubicBezTo>
                  <a:cubicBezTo>
                    <a:pt x="66" y="0"/>
                    <a:pt x="0" y="65"/>
                    <a:pt x="0" y="14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901" tIns="91451" rIns="182901" bIns="9145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828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7AFD09-65C0-13D5-6967-26B984505F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9383" y="4735266"/>
              <a:ext cx="1641411" cy="1513694"/>
            </a:xfrm>
            <a:custGeom>
              <a:avLst/>
              <a:gdLst>
                <a:gd name="T0" fmla="*/ 61 w 823"/>
                <a:gd name="T1" fmla="*/ 147 h 774"/>
                <a:gd name="T2" fmla="*/ 147 w 823"/>
                <a:gd name="T3" fmla="*/ 60 h 774"/>
                <a:gd name="T4" fmla="*/ 233 w 823"/>
                <a:gd name="T5" fmla="*/ 147 h 774"/>
                <a:gd name="T6" fmla="*/ 147 w 823"/>
                <a:gd name="T7" fmla="*/ 233 h 774"/>
                <a:gd name="T8" fmla="*/ 61 w 823"/>
                <a:gd name="T9" fmla="*/ 147 h 774"/>
                <a:gd name="T10" fmla="*/ 0 w 823"/>
                <a:gd name="T11" fmla="*/ 147 h 774"/>
                <a:gd name="T12" fmla="*/ 147 w 823"/>
                <a:gd name="T13" fmla="*/ 293 h 774"/>
                <a:gd name="T14" fmla="*/ 289 w 823"/>
                <a:gd name="T15" fmla="*/ 180 h 774"/>
                <a:gd name="T16" fmla="*/ 581 w 823"/>
                <a:gd name="T17" fmla="*/ 180 h 774"/>
                <a:gd name="T18" fmla="*/ 774 w 823"/>
                <a:gd name="T19" fmla="*/ 330 h 774"/>
                <a:gd name="T20" fmla="*/ 774 w 823"/>
                <a:gd name="T21" fmla="*/ 774 h 774"/>
                <a:gd name="T22" fmla="*/ 823 w 823"/>
                <a:gd name="T23" fmla="*/ 774 h 774"/>
                <a:gd name="T24" fmla="*/ 823 w 823"/>
                <a:gd name="T25" fmla="*/ 330 h 774"/>
                <a:gd name="T26" fmla="*/ 778 w 823"/>
                <a:gd name="T27" fmla="*/ 203 h 774"/>
                <a:gd name="T28" fmla="*/ 581 w 823"/>
                <a:gd name="T29" fmla="*/ 131 h 774"/>
                <a:gd name="T30" fmla="*/ 292 w 823"/>
                <a:gd name="T31" fmla="*/ 131 h 774"/>
                <a:gd name="T32" fmla="*/ 147 w 823"/>
                <a:gd name="T33" fmla="*/ 0 h 774"/>
                <a:gd name="T34" fmla="*/ 0 w 823"/>
                <a:gd name="T35" fmla="*/ 147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23" h="774">
                  <a:moveTo>
                    <a:pt x="61" y="147"/>
                  </a:moveTo>
                  <a:cubicBezTo>
                    <a:pt x="61" y="99"/>
                    <a:pt x="99" y="60"/>
                    <a:pt x="147" y="60"/>
                  </a:cubicBezTo>
                  <a:cubicBezTo>
                    <a:pt x="194" y="60"/>
                    <a:pt x="233" y="99"/>
                    <a:pt x="233" y="147"/>
                  </a:cubicBezTo>
                  <a:cubicBezTo>
                    <a:pt x="233" y="194"/>
                    <a:pt x="194" y="233"/>
                    <a:pt x="147" y="233"/>
                  </a:cubicBezTo>
                  <a:cubicBezTo>
                    <a:pt x="99" y="233"/>
                    <a:pt x="61" y="194"/>
                    <a:pt x="61" y="147"/>
                  </a:cubicBezTo>
                  <a:moveTo>
                    <a:pt x="0" y="147"/>
                  </a:moveTo>
                  <a:cubicBezTo>
                    <a:pt x="0" y="227"/>
                    <a:pt x="66" y="293"/>
                    <a:pt x="147" y="293"/>
                  </a:cubicBezTo>
                  <a:cubicBezTo>
                    <a:pt x="216" y="293"/>
                    <a:pt x="274" y="245"/>
                    <a:pt x="289" y="180"/>
                  </a:cubicBezTo>
                  <a:cubicBezTo>
                    <a:pt x="581" y="180"/>
                    <a:pt x="581" y="180"/>
                    <a:pt x="581" y="180"/>
                  </a:cubicBezTo>
                  <a:cubicBezTo>
                    <a:pt x="653" y="180"/>
                    <a:pt x="774" y="200"/>
                    <a:pt x="774" y="330"/>
                  </a:cubicBezTo>
                  <a:cubicBezTo>
                    <a:pt x="774" y="774"/>
                    <a:pt x="774" y="774"/>
                    <a:pt x="774" y="774"/>
                  </a:cubicBezTo>
                  <a:cubicBezTo>
                    <a:pt x="823" y="774"/>
                    <a:pt x="823" y="774"/>
                    <a:pt x="823" y="774"/>
                  </a:cubicBezTo>
                  <a:cubicBezTo>
                    <a:pt x="823" y="330"/>
                    <a:pt x="823" y="330"/>
                    <a:pt x="823" y="330"/>
                  </a:cubicBezTo>
                  <a:cubicBezTo>
                    <a:pt x="823" y="295"/>
                    <a:pt x="815" y="245"/>
                    <a:pt x="778" y="203"/>
                  </a:cubicBezTo>
                  <a:cubicBezTo>
                    <a:pt x="737" y="155"/>
                    <a:pt x="671" y="131"/>
                    <a:pt x="581" y="131"/>
                  </a:cubicBezTo>
                  <a:cubicBezTo>
                    <a:pt x="292" y="131"/>
                    <a:pt x="292" y="131"/>
                    <a:pt x="292" y="131"/>
                  </a:cubicBezTo>
                  <a:cubicBezTo>
                    <a:pt x="285" y="58"/>
                    <a:pt x="222" y="0"/>
                    <a:pt x="147" y="0"/>
                  </a:cubicBezTo>
                  <a:cubicBezTo>
                    <a:pt x="66" y="0"/>
                    <a:pt x="0" y="66"/>
                    <a:pt x="0" y="147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901" tIns="91451" rIns="182901" bIns="9145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828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0C1D77A9-F4BF-11C5-DDFE-711A7FA528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09758" y="2711668"/>
              <a:ext cx="1839512" cy="3532089"/>
            </a:xfrm>
            <a:custGeom>
              <a:avLst/>
              <a:gdLst>
                <a:gd name="T0" fmla="*/ 689 w 921"/>
                <a:gd name="T1" fmla="*/ 146 h 1890"/>
                <a:gd name="T2" fmla="*/ 775 w 921"/>
                <a:gd name="T3" fmla="*/ 60 h 1890"/>
                <a:gd name="T4" fmla="*/ 861 w 921"/>
                <a:gd name="T5" fmla="*/ 146 h 1890"/>
                <a:gd name="T6" fmla="*/ 775 w 921"/>
                <a:gd name="T7" fmla="*/ 232 h 1890"/>
                <a:gd name="T8" fmla="*/ 689 w 921"/>
                <a:gd name="T9" fmla="*/ 146 h 1890"/>
                <a:gd name="T10" fmla="*/ 632 w 921"/>
                <a:gd name="T11" fmla="*/ 115 h 1890"/>
                <a:gd name="T12" fmla="*/ 252 w 921"/>
                <a:gd name="T13" fmla="*/ 115 h 1890"/>
                <a:gd name="T14" fmla="*/ 7 w 921"/>
                <a:gd name="T15" fmla="*/ 294 h 1890"/>
                <a:gd name="T16" fmla="*/ 7 w 921"/>
                <a:gd name="T17" fmla="*/ 1890 h 1890"/>
                <a:gd name="T18" fmla="*/ 56 w 921"/>
                <a:gd name="T19" fmla="*/ 1890 h 1890"/>
                <a:gd name="T20" fmla="*/ 56 w 921"/>
                <a:gd name="T21" fmla="*/ 298 h 1890"/>
                <a:gd name="T22" fmla="*/ 252 w 921"/>
                <a:gd name="T23" fmla="*/ 165 h 1890"/>
                <a:gd name="T24" fmla="*/ 630 w 921"/>
                <a:gd name="T25" fmla="*/ 165 h 1890"/>
                <a:gd name="T26" fmla="*/ 775 w 921"/>
                <a:gd name="T27" fmla="*/ 292 h 1890"/>
                <a:gd name="T28" fmla="*/ 921 w 921"/>
                <a:gd name="T29" fmla="*/ 146 h 1890"/>
                <a:gd name="T30" fmla="*/ 775 w 921"/>
                <a:gd name="T31" fmla="*/ 0 h 1890"/>
                <a:gd name="T32" fmla="*/ 632 w 921"/>
                <a:gd name="T33" fmla="*/ 115 h 1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1890">
                  <a:moveTo>
                    <a:pt x="689" y="146"/>
                  </a:moveTo>
                  <a:cubicBezTo>
                    <a:pt x="689" y="99"/>
                    <a:pt x="728" y="60"/>
                    <a:pt x="775" y="60"/>
                  </a:cubicBezTo>
                  <a:cubicBezTo>
                    <a:pt x="823" y="60"/>
                    <a:pt x="861" y="99"/>
                    <a:pt x="861" y="146"/>
                  </a:cubicBezTo>
                  <a:cubicBezTo>
                    <a:pt x="861" y="194"/>
                    <a:pt x="823" y="232"/>
                    <a:pt x="775" y="232"/>
                  </a:cubicBezTo>
                  <a:cubicBezTo>
                    <a:pt x="728" y="232"/>
                    <a:pt x="689" y="194"/>
                    <a:pt x="689" y="146"/>
                  </a:cubicBezTo>
                  <a:moveTo>
                    <a:pt x="632" y="115"/>
                  </a:moveTo>
                  <a:cubicBezTo>
                    <a:pt x="252" y="115"/>
                    <a:pt x="252" y="115"/>
                    <a:pt x="252" y="115"/>
                  </a:cubicBezTo>
                  <a:cubicBezTo>
                    <a:pt x="87" y="115"/>
                    <a:pt x="16" y="167"/>
                    <a:pt x="7" y="294"/>
                  </a:cubicBezTo>
                  <a:cubicBezTo>
                    <a:pt x="0" y="394"/>
                    <a:pt x="7" y="1829"/>
                    <a:pt x="7" y="1890"/>
                  </a:cubicBezTo>
                  <a:cubicBezTo>
                    <a:pt x="56" y="1890"/>
                    <a:pt x="56" y="1890"/>
                    <a:pt x="56" y="1890"/>
                  </a:cubicBezTo>
                  <a:cubicBezTo>
                    <a:pt x="56" y="1875"/>
                    <a:pt x="50" y="395"/>
                    <a:pt x="56" y="298"/>
                  </a:cubicBezTo>
                  <a:cubicBezTo>
                    <a:pt x="61" y="227"/>
                    <a:pt x="80" y="165"/>
                    <a:pt x="252" y="165"/>
                  </a:cubicBezTo>
                  <a:cubicBezTo>
                    <a:pt x="630" y="165"/>
                    <a:pt x="630" y="165"/>
                    <a:pt x="630" y="165"/>
                  </a:cubicBezTo>
                  <a:cubicBezTo>
                    <a:pt x="639" y="236"/>
                    <a:pt x="701" y="292"/>
                    <a:pt x="775" y="292"/>
                  </a:cubicBezTo>
                  <a:cubicBezTo>
                    <a:pt x="856" y="292"/>
                    <a:pt x="921" y="227"/>
                    <a:pt x="921" y="146"/>
                  </a:cubicBezTo>
                  <a:cubicBezTo>
                    <a:pt x="921" y="65"/>
                    <a:pt x="856" y="0"/>
                    <a:pt x="775" y="0"/>
                  </a:cubicBezTo>
                  <a:cubicBezTo>
                    <a:pt x="705" y="0"/>
                    <a:pt x="646" y="49"/>
                    <a:pt x="632" y="115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901" tIns="91451" rIns="182901" bIns="9145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828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C5377428-E17D-FEAA-46B3-FB2E5144C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868" y="6248960"/>
              <a:ext cx="2019926" cy="497629"/>
            </a:xfrm>
            <a:custGeom>
              <a:avLst/>
              <a:gdLst>
                <a:gd name="T0" fmla="*/ 1087 w 1142"/>
                <a:gd name="T1" fmla="*/ 0 h 287"/>
                <a:gd name="T2" fmla="*/ 0 w 1142"/>
                <a:gd name="T3" fmla="*/ 287 h 287"/>
                <a:gd name="T4" fmla="*/ 335 w 1142"/>
                <a:gd name="T5" fmla="*/ 287 h 287"/>
                <a:gd name="T6" fmla="*/ 1142 w 1142"/>
                <a:gd name="T7" fmla="*/ 0 h 287"/>
                <a:gd name="T8" fmla="*/ 1087 w 1142"/>
                <a:gd name="T9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2" h="287">
                  <a:moveTo>
                    <a:pt x="1087" y="0"/>
                  </a:moveTo>
                  <a:lnTo>
                    <a:pt x="0" y="287"/>
                  </a:lnTo>
                  <a:lnTo>
                    <a:pt x="335" y="287"/>
                  </a:lnTo>
                  <a:lnTo>
                    <a:pt x="1142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901" tIns="91451" rIns="182901" bIns="9145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828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 17">
              <a:extLst>
                <a:ext uri="{FF2B5EF4-FFF2-40B4-BE49-F238E27FC236}">
                  <a16:creationId xmlns:a16="http://schemas.microsoft.com/office/drawing/2014/main" id="{F8185BE3-708A-987E-D897-559B3DC89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906" y="6243758"/>
              <a:ext cx="1181533" cy="511500"/>
            </a:xfrm>
            <a:custGeom>
              <a:avLst/>
              <a:gdLst>
                <a:gd name="T0" fmla="*/ 611 w 668"/>
                <a:gd name="T1" fmla="*/ 0 h 295"/>
                <a:gd name="T2" fmla="*/ 0 w 668"/>
                <a:gd name="T3" fmla="*/ 295 h 295"/>
                <a:gd name="T4" fmla="*/ 344 w 668"/>
                <a:gd name="T5" fmla="*/ 295 h 295"/>
                <a:gd name="T6" fmla="*/ 668 w 668"/>
                <a:gd name="T7" fmla="*/ 0 h 295"/>
                <a:gd name="T8" fmla="*/ 611 w 668"/>
                <a:gd name="T9" fmla="*/ 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8" h="295">
                  <a:moveTo>
                    <a:pt x="611" y="0"/>
                  </a:moveTo>
                  <a:lnTo>
                    <a:pt x="0" y="295"/>
                  </a:lnTo>
                  <a:lnTo>
                    <a:pt x="344" y="295"/>
                  </a:lnTo>
                  <a:lnTo>
                    <a:pt x="668" y="0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901" tIns="91451" rIns="182901" bIns="9145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828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 21">
              <a:extLst>
                <a:ext uri="{FF2B5EF4-FFF2-40B4-BE49-F238E27FC236}">
                  <a16:creationId xmlns:a16="http://schemas.microsoft.com/office/drawing/2014/main" id="{714B0236-2E44-6BD8-C5E3-BA2D0229C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3908" y="6243758"/>
              <a:ext cx="1181533" cy="516702"/>
            </a:xfrm>
            <a:custGeom>
              <a:avLst/>
              <a:gdLst>
                <a:gd name="T0" fmla="*/ 0 w 668"/>
                <a:gd name="T1" fmla="*/ 0 h 298"/>
                <a:gd name="T2" fmla="*/ 328 w 668"/>
                <a:gd name="T3" fmla="*/ 298 h 298"/>
                <a:gd name="T4" fmla="*/ 668 w 668"/>
                <a:gd name="T5" fmla="*/ 298 h 298"/>
                <a:gd name="T6" fmla="*/ 55 w 668"/>
                <a:gd name="T7" fmla="*/ 0 h 298"/>
                <a:gd name="T8" fmla="*/ 0 w 668"/>
                <a:gd name="T9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8" h="298">
                  <a:moveTo>
                    <a:pt x="0" y="0"/>
                  </a:moveTo>
                  <a:lnTo>
                    <a:pt x="328" y="298"/>
                  </a:lnTo>
                  <a:lnTo>
                    <a:pt x="668" y="298"/>
                  </a:lnTo>
                  <a:lnTo>
                    <a:pt x="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901" tIns="91451" rIns="182901" bIns="9145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828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8D76E76-C935-A117-7563-9768C645828F}"/>
                </a:ext>
              </a:extLst>
            </p:cNvPr>
            <p:cNvGrpSpPr/>
            <p:nvPr/>
          </p:nvGrpSpPr>
          <p:grpSpPr>
            <a:xfrm>
              <a:off x="7095478" y="4015697"/>
              <a:ext cx="2030539" cy="2748231"/>
              <a:chOff x="7095478" y="4015697"/>
              <a:chExt cx="2030539" cy="2748231"/>
            </a:xfrm>
            <a:solidFill>
              <a:schemeClr val="accent5">
                <a:lumMod val="75000"/>
              </a:schemeClr>
            </a:solidFill>
          </p:grpSpPr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AC250629-BE4B-5616-3F95-97FDEEE6F8C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95478" y="4015697"/>
                <a:ext cx="1641411" cy="2221125"/>
              </a:xfrm>
              <a:custGeom>
                <a:avLst/>
                <a:gdLst>
                  <a:gd name="T0" fmla="*/ 590 w 822"/>
                  <a:gd name="T1" fmla="*/ 147 h 1135"/>
                  <a:gd name="T2" fmla="*/ 676 w 822"/>
                  <a:gd name="T3" fmla="*/ 60 h 1135"/>
                  <a:gd name="T4" fmla="*/ 762 w 822"/>
                  <a:gd name="T5" fmla="*/ 147 h 1135"/>
                  <a:gd name="T6" fmla="*/ 676 w 822"/>
                  <a:gd name="T7" fmla="*/ 233 h 1135"/>
                  <a:gd name="T8" fmla="*/ 590 w 822"/>
                  <a:gd name="T9" fmla="*/ 147 h 1135"/>
                  <a:gd name="T10" fmla="*/ 532 w 822"/>
                  <a:gd name="T11" fmla="*/ 122 h 1135"/>
                  <a:gd name="T12" fmla="*/ 202 w 822"/>
                  <a:gd name="T13" fmla="*/ 119 h 1135"/>
                  <a:gd name="T14" fmla="*/ 0 w 822"/>
                  <a:gd name="T15" fmla="*/ 333 h 1135"/>
                  <a:gd name="T16" fmla="*/ 0 w 822"/>
                  <a:gd name="T17" fmla="*/ 1135 h 1135"/>
                  <a:gd name="T18" fmla="*/ 49 w 822"/>
                  <a:gd name="T19" fmla="*/ 1135 h 1135"/>
                  <a:gd name="T20" fmla="*/ 49 w 822"/>
                  <a:gd name="T21" fmla="*/ 333 h 1135"/>
                  <a:gd name="T22" fmla="*/ 202 w 822"/>
                  <a:gd name="T23" fmla="*/ 168 h 1135"/>
                  <a:gd name="T24" fmla="*/ 532 w 822"/>
                  <a:gd name="T25" fmla="*/ 171 h 1135"/>
                  <a:gd name="T26" fmla="*/ 676 w 822"/>
                  <a:gd name="T27" fmla="*/ 293 h 1135"/>
                  <a:gd name="T28" fmla="*/ 822 w 822"/>
                  <a:gd name="T29" fmla="*/ 147 h 1135"/>
                  <a:gd name="T30" fmla="*/ 676 w 822"/>
                  <a:gd name="T31" fmla="*/ 0 h 1135"/>
                  <a:gd name="T32" fmla="*/ 532 w 822"/>
                  <a:gd name="T33" fmla="*/ 122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22" h="1135">
                    <a:moveTo>
                      <a:pt x="590" y="147"/>
                    </a:moveTo>
                    <a:cubicBezTo>
                      <a:pt x="590" y="99"/>
                      <a:pt x="628" y="60"/>
                      <a:pt x="676" y="60"/>
                    </a:cubicBezTo>
                    <a:cubicBezTo>
                      <a:pt x="723" y="60"/>
                      <a:pt x="762" y="99"/>
                      <a:pt x="762" y="147"/>
                    </a:cubicBezTo>
                    <a:cubicBezTo>
                      <a:pt x="762" y="194"/>
                      <a:pt x="723" y="233"/>
                      <a:pt x="676" y="233"/>
                    </a:cubicBezTo>
                    <a:cubicBezTo>
                      <a:pt x="628" y="233"/>
                      <a:pt x="590" y="194"/>
                      <a:pt x="590" y="147"/>
                    </a:cubicBezTo>
                    <a:moveTo>
                      <a:pt x="532" y="122"/>
                    </a:moveTo>
                    <a:cubicBezTo>
                      <a:pt x="462" y="121"/>
                      <a:pt x="282" y="119"/>
                      <a:pt x="202" y="119"/>
                    </a:cubicBezTo>
                    <a:cubicBezTo>
                      <a:pt x="90" y="119"/>
                      <a:pt x="0" y="236"/>
                      <a:pt x="0" y="333"/>
                    </a:cubicBezTo>
                    <a:cubicBezTo>
                      <a:pt x="0" y="1135"/>
                      <a:pt x="0" y="1135"/>
                      <a:pt x="0" y="1135"/>
                    </a:cubicBezTo>
                    <a:cubicBezTo>
                      <a:pt x="49" y="1135"/>
                      <a:pt x="49" y="1135"/>
                      <a:pt x="49" y="1135"/>
                    </a:cubicBezTo>
                    <a:cubicBezTo>
                      <a:pt x="49" y="333"/>
                      <a:pt x="49" y="333"/>
                      <a:pt x="49" y="333"/>
                    </a:cubicBezTo>
                    <a:cubicBezTo>
                      <a:pt x="49" y="268"/>
                      <a:pt x="115" y="168"/>
                      <a:pt x="202" y="168"/>
                    </a:cubicBezTo>
                    <a:cubicBezTo>
                      <a:pt x="282" y="168"/>
                      <a:pt x="462" y="170"/>
                      <a:pt x="532" y="171"/>
                    </a:cubicBezTo>
                    <a:cubicBezTo>
                      <a:pt x="543" y="240"/>
                      <a:pt x="604" y="293"/>
                      <a:pt x="676" y="293"/>
                    </a:cubicBezTo>
                    <a:cubicBezTo>
                      <a:pt x="757" y="293"/>
                      <a:pt x="822" y="227"/>
                      <a:pt x="822" y="147"/>
                    </a:cubicBezTo>
                    <a:cubicBezTo>
                      <a:pt x="822" y="66"/>
                      <a:pt x="757" y="0"/>
                      <a:pt x="676" y="0"/>
                    </a:cubicBezTo>
                    <a:cubicBezTo>
                      <a:pt x="604" y="0"/>
                      <a:pt x="544" y="53"/>
                      <a:pt x="532" y="12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2901" tIns="91451" rIns="182901" bIns="91451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8289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Freeform 23">
                <a:extLst>
                  <a:ext uri="{FF2B5EF4-FFF2-40B4-BE49-F238E27FC236}">
                    <a16:creationId xmlns:a16="http://schemas.microsoft.com/office/drawing/2014/main" id="{F8A955F0-F944-BBCE-C828-6B2088C915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95478" y="6236823"/>
                <a:ext cx="2030539" cy="527105"/>
              </a:xfrm>
              <a:custGeom>
                <a:avLst/>
                <a:gdLst>
                  <a:gd name="T0" fmla="*/ 0 w 1148"/>
                  <a:gd name="T1" fmla="*/ 0 h 304"/>
                  <a:gd name="T2" fmla="*/ 804 w 1148"/>
                  <a:gd name="T3" fmla="*/ 304 h 304"/>
                  <a:gd name="T4" fmla="*/ 1148 w 1148"/>
                  <a:gd name="T5" fmla="*/ 304 h 304"/>
                  <a:gd name="T6" fmla="*/ 55 w 1148"/>
                  <a:gd name="T7" fmla="*/ 0 h 304"/>
                  <a:gd name="T8" fmla="*/ 0 w 1148"/>
                  <a:gd name="T9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48" h="304">
                    <a:moveTo>
                      <a:pt x="0" y="0"/>
                    </a:moveTo>
                    <a:lnTo>
                      <a:pt x="804" y="304"/>
                    </a:lnTo>
                    <a:lnTo>
                      <a:pt x="1148" y="304"/>
                    </a:lnTo>
                    <a:lnTo>
                      <a:pt x="55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2901" tIns="91451" rIns="182901" bIns="91451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8289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A02C5A5-0B9C-334C-308C-EC5A46938FA7}"/>
                </a:ext>
              </a:extLst>
            </p:cNvPr>
            <p:cNvGrpSpPr/>
            <p:nvPr/>
          </p:nvGrpSpPr>
          <p:grpSpPr>
            <a:xfrm>
              <a:off x="4309383" y="1976323"/>
              <a:ext cx="2097997" cy="4784193"/>
              <a:chOff x="4309383" y="1976323"/>
              <a:chExt cx="2097997" cy="4784193"/>
            </a:xfrm>
            <a:solidFill>
              <a:schemeClr val="bg2">
                <a:lumMod val="50000"/>
              </a:schemeClr>
            </a:solidFill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03AC6B07-0920-37E4-1D6D-4C8EBCD84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5482" y="6170038"/>
                <a:ext cx="631898" cy="590478"/>
              </a:xfrm>
              <a:custGeom>
                <a:avLst/>
                <a:gdLst>
                  <a:gd name="T0" fmla="*/ 611 w 668"/>
                  <a:gd name="T1" fmla="*/ 0 h 295"/>
                  <a:gd name="T2" fmla="*/ 0 w 668"/>
                  <a:gd name="T3" fmla="*/ 295 h 295"/>
                  <a:gd name="T4" fmla="*/ 344 w 668"/>
                  <a:gd name="T5" fmla="*/ 295 h 295"/>
                  <a:gd name="T6" fmla="*/ 668 w 668"/>
                  <a:gd name="T7" fmla="*/ 0 h 295"/>
                  <a:gd name="T8" fmla="*/ 611 w 668"/>
                  <a:gd name="T9" fmla="*/ 0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8" h="295">
                    <a:moveTo>
                      <a:pt x="611" y="0"/>
                    </a:moveTo>
                    <a:lnTo>
                      <a:pt x="0" y="295"/>
                    </a:lnTo>
                    <a:lnTo>
                      <a:pt x="344" y="295"/>
                    </a:lnTo>
                    <a:lnTo>
                      <a:pt x="668" y="0"/>
                    </a:lnTo>
                    <a:lnTo>
                      <a:pt x="6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2901" tIns="91451" rIns="182901" bIns="91451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8289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8455E54-7BD1-ECDA-CF2F-A8ABFFD106EC}"/>
                  </a:ext>
                </a:extLst>
              </p:cNvPr>
              <p:cNvGrpSpPr/>
              <p:nvPr/>
            </p:nvGrpSpPr>
            <p:grpSpPr>
              <a:xfrm>
                <a:off x="4309383" y="1976323"/>
                <a:ext cx="2097997" cy="4225286"/>
                <a:chOff x="4277853" y="1955303"/>
                <a:chExt cx="2097997" cy="4225286"/>
              </a:xfrm>
              <a:grpFill/>
            </p:grpSpPr>
            <p:sp>
              <p:nvSpPr>
                <p:cNvPr id="17" name="Freeform 7">
                  <a:extLst>
                    <a:ext uri="{FF2B5EF4-FFF2-40B4-BE49-F238E27FC236}">
                      <a16:creationId xmlns:a16="http://schemas.microsoft.com/office/drawing/2014/main" id="{3D7725AE-FE21-3F74-722D-424B8B314C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277853" y="1955303"/>
                  <a:ext cx="2097997" cy="3491955"/>
                </a:xfrm>
                <a:custGeom>
                  <a:avLst/>
                  <a:gdLst>
                    <a:gd name="T0" fmla="*/ 61 w 912"/>
                    <a:gd name="T1" fmla="*/ 146 h 1520"/>
                    <a:gd name="T2" fmla="*/ 147 w 912"/>
                    <a:gd name="T3" fmla="*/ 60 h 1520"/>
                    <a:gd name="T4" fmla="*/ 233 w 912"/>
                    <a:gd name="T5" fmla="*/ 146 h 1520"/>
                    <a:gd name="T6" fmla="*/ 147 w 912"/>
                    <a:gd name="T7" fmla="*/ 232 h 1520"/>
                    <a:gd name="T8" fmla="*/ 61 w 912"/>
                    <a:gd name="T9" fmla="*/ 146 h 1520"/>
                    <a:gd name="T10" fmla="*/ 0 w 912"/>
                    <a:gd name="T11" fmla="*/ 146 h 1520"/>
                    <a:gd name="T12" fmla="*/ 147 w 912"/>
                    <a:gd name="T13" fmla="*/ 292 h 1520"/>
                    <a:gd name="T14" fmla="*/ 290 w 912"/>
                    <a:gd name="T15" fmla="*/ 174 h 1520"/>
                    <a:gd name="T16" fmla="*/ 673 w 912"/>
                    <a:gd name="T17" fmla="*/ 174 h 1520"/>
                    <a:gd name="T18" fmla="*/ 862 w 912"/>
                    <a:gd name="T19" fmla="*/ 317 h 1520"/>
                    <a:gd name="T20" fmla="*/ 862 w 912"/>
                    <a:gd name="T21" fmla="*/ 1520 h 1520"/>
                    <a:gd name="T22" fmla="*/ 912 w 912"/>
                    <a:gd name="T23" fmla="*/ 1520 h 1520"/>
                    <a:gd name="T24" fmla="*/ 912 w 912"/>
                    <a:gd name="T25" fmla="*/ 317 h 1520"/>
                    <a:gd name="T26" fmla="*/ 673 w 912"/>
                    <a:gd name="T27" fmla="*/ 125 h 1520"/>
                    <a:gd name="T28" fmla="*/ 292 w 912"/>
                    <a:gd name="T29" fmla="*/ 125 h 1520"/>
                    <a:gd name="T30" fmla="*/ 147 w 912"/>
                    <a:gd name="T31" fmla="*/ 0 h 1520"/>
                    <a:gd name="T32" fmla="*/ 0 w 912"/>
                    <a:gd name="T33" fmla="*/ 146 h 15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912" h="1520">
                      <a:moveTo>
                        <a:pt x="61" y="146"/>
                      </a:moveTo>
                      <a:cubicBezTo>
                        <a:pt x="61" y="99"/>
                        <a:pt x="99" y="60"/>
                        <a:pt x="147" y="60"/>
                      </a:cubicBezTo>
                      <a:cubicBezTo>
                        <a:pt x="194" y="60"/>
                        <a:pt x="233" y="99"/>
                        <a:pt x="233" y="146"/>
                      </a:cubicBezTo>
                      <a:cubicBezTo>
                        <a:pt x="233" y="194"/>
                        <a:pt x="194" y="232"/>
                        <a:pt x="147" y="232"/>
                      </a:cubicBezTo>
                      <a:cubicBezTo>
                        <a:pt x="99" y="232"/>
                        <a:pt x="61" y="194"/>
                        <a:pt x="61" y="146"/>
                      </a:cubicBezTo>
                      <a:moveTo>
                        <a:pt x="0" y="146"/>
                      </a:moveTo>
                      <a:cubicBezTo>
                        <a:pt x="0" y="227"/>
                        <a:pt x="66" y="292"/>
                        <a:pt x="147" y="292"/>
                      </a:cubicBezTo>
                      <a:cubicBezTo>
                        <a:pt x="218" y="292"/>
                        <a:pt x="277" y="241"/>
                        <a:pt x="290" y="174"/>
                      </a:cubicBezTo>
                      <a:cubicBezTo>
                        <a:pt x="673" y="174"/>
                        <a:pt x="673" y="174"/>
                        <a:pt x="673" y="174"/>
                      </a:cubicBezTo>
                      <a:cubicBezTo>
                        <a:pt x="844" y="174"/>
                        <a:pt x="862" y="274"/>
                        <a:pt x="862" y="317"/>
                      </a:cubicBezTo>
                      <a:cubicBezTo>
                        <a:pt x="862" y="1520"/>
                        <a:pt x="862" y="1520"/>
                        <a:pt x="862" y="1520"/>
                      </a:cubicBezTo>
                      <a:cubicBezTo>
                        <a:pt x="912" y="1520"/>
                        <a:pt x="912" y="1520"/>
                        <a:pt x="912" y="1520"/>
                      </a:cubicBezTo>
                      <a:cubicBezTo>
                        <a:pt x="912" y="317"/>
                        <a:pt x="912" y="317"/>
                        <a:pt x="912" y="317"/>
                      </a:cubicBezTo>
                      <a:cubicBezTo>
                        <a:pt x="912" y="199"/>
                        <a:pt x="820" y="125"/>
                        <a:pt x="673" y="125"/>
                      </a:cubicBezTo>
                      <a:cubicBezTo>
                        <a:pt x="292" y="125"/>
                        <a:pt x="292" y="125"/>
                        <a:pt x="292" y="125"/>
                      </a:cubicBezTo>
                      <a:cubicBezTo>
                        <a:pt x="281" y="54"/>
                        <a:pt x="220" y="0"/>
                        <a:pt x="147" y="0"/>
                      </a:cubicBezTo>
                      <a:cubicBezTo>
                        <a:pt x="66" y="0"/>
                        <a:pt x="0" y="65"/>
                        <a:pt x="0" y="14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901" tIns="91451" rIns="182901" bIns="91451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82898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BFC064ED-712A-15D5-4903-456C260CFFCA}"/>
                    </a:ext>
                  </a:extLst>
                </p:cNvPr>
                <p:cNvSpPr/>
                <p:nvPr/>
              </p:nvSpPr>
              <p:spPr>
                <a:xfrm rot="16200000">
                  <a:off x="5303998" y="5119248"/>
                  <a:ext cx="2034829" cy="87854"/>
                </a:xfrm>
                <a:prstGeom prst="rect">
                  <a:avLst/>
                </a:prstGeom>
                <a:grpFill/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9E16ED8-8FBF-5B00-E218-0CDEBE6740B0}"/>
                </a:ext>
              </a:extLst>
            </p:cNvPr>
            <p:cNvGrpSpPr/>
            <p:nvPr/>
          </p:nvGrpSpPr>
          <p:grpSpPr>
            <a:xfrm flipH="1">
              <a:off x="6576444" y="1132662"/>
              <a:ext cx="2172825" cy="5646553"/>
              <a:chOff x="4402649" y="1884237"/>
              <a:chExt cx="2017650" cy="4835006"/>
            </a:xfrm>
            <a:solidFill>
              <a:schemeClr val="accent2"/>
            </a:solidFill>
          </p:grpSpPr>
          <p:sp>
            <p:nvSpPr>
              <p:cNvPr id="27" name="Freeform 17">
                <a:extLst>
                  <a:ext uri="{FF2B5EF4-FFF2-40B4-BE49-F238E27FC236}">
                    <a16:creationId xmlns:a16="http://schemas.microsoft.com/office/drawing/2014/main" id="{65F8ACF9-302A-A5F5-D677-AAEB15BD2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5240" y="6213631"/>
                <a:ext cx="635059" cy="505612"/>
              </a:xfrm>
              <a:custGeom>
                <a:avLst/>
                <a:gdLst>
                  <a:gd name="T0" fmla="*/ 611 w 668"/>
                  <a:gd name="T1" fmla="*/ 0 h 295"/>
                  <a:gd name="T2" fmla="*/ 0 w 668"/>
                  <a:gd name="T3" fmla="*/ 295 h 295"/>
                  <a:gd name="T4" fmla="*/ 344 w 668"/>
                  <a:gd name="T5" fmla="*/ 295 h 295"/>
                  <a:gd name="T6" fmla="*/ 668 w 668"/>
                  <a:gd name="T7" fmla="*/ 0 h 295"/>
                  <a:gd name="T8" fmla="*/ 611 w 668"/>
                  <a:gd name="T9" fmla="*/ 0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8" h="295">
                    <a:moveTo>
                      <a:pt x="611" y="0"/>
                    </a:moveTo>
                    <a:lnTo>
                      <a:pt x="0" y="295"/>
                    </a:lnTo>
                    <a:lnTo>
                      <a:pt x="344" y="295"/>
                    </a:lnTo>
                    <a:lnTo>
                      <a:pt x="668" y="0"/>
                    </a:lnTo>
                    <a:lnTo>
                      <a:pt x="6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2901" tIns="91451" rIns="182901" bIns="91451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82898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D58C31E-667E-B13E-D9CF-5C3975CD9FB0}"/>
                  </a:ext>
                </a:extLst>
              </p:cNvPr>
              <p:cNvGrpSpPr/>
              <p:nvPr/>
            </p:nvGrpSpPr>
            <p:grpSpPr>
              <a:xfrm>
                <a:off x="4402649" y="1884237"/>
                <a:ext cx="2004732" cy="4380540"/>
                <a:chOff x="4371119" y="1863217"/>
                <a:chExt cx="2004732" cy="4380540"/>
              </a:xfrm>
              <a:grpFill/>
            </p:grpSpPr>
            <p:sp>
              <p:nvSpPr>
                <p:cNvPr id="29" name="Freeform 7">
                  <a:extLst>
                    <a:ext uri="{FF2B5EF4-FFF2-40B4-BE49-F238E27FC236}">
                      <a16:creationId xmlns:a16="http://schemas.microsoft.com/office/drawing/2014/main" id="{553FB33C-422E-F2FD-E3FE-938856CCE3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371119" y="1863217"/>
                  <a:ext cx="2004732" cy="2990074"/>
                </a:xfrm>
                <a:custGeom>
                  <a:avLst/>
                  <a:gdLst>
                    <a:gd name="T0" fmla="*/ 61 w 912"/>
                    <a:gd name="T1" fmla="*/ 146 h 1520"/>
                    <a:gd name="T2" fmla="*/ 147 w 912"/>
                    <a:gd name="T3" fmla="*/ 60 h 1520"/>
                    <a:gd name="T4" fmla="*/ 233 w 912"/>
                    <a:gd name="T5" fmla="*/ 146 h 1520"/>
                    <a:gd name="T6" fmla="*/ 147 w 912"/>
                    <a:gd name="T7" fmla="*/ 232 h 1520"/>
                    <a:gd name="T8" fmla="*/ 61 w 912"/>
                    <a:gd name="T9" fmla="*/ 146 h 1520"/>
                    <a:gd name="T10" fmla="*/ 0 w 912"/>
                    <a:gd name="T11" fmla="*/ 146 h 1520"/>
                    <a:gd name="T12" fmla="*/ 147 w 912"/>
                    <a:gd name="T13" fmla="*/ 292 h 1520"/>
                    <a:gd name="T14" fmla="*/ 290 w 912"/>
                    <a:gd name="T15" fmla="*/ 174 h 1520"/>
                    <a:gd name="T16" fmla="*/ 673 w 912"/>
                    <a:gd name="T17" fmla="*/ 174 h 1520"/>
                    <a:gd name="T18" fmla="*/ 862 w 912"/>
                    <a:gd name="T19" fmla="*/ 317 h 1520"/>
                    <a:gd name="T20" fmla="*/ 862 w 912"/>
                    <a:gd name="T21" fmla="*/ 1520 h 1520"/>
                    <a:gd name="T22" fmla="*/ 912 w 912"/>
                    <a:gd name="T23" fmla="*/ 1520 h 1520"/>
                    <a:gd name="T24" fmla="*/ 912 w 912"/>
                    <a:gd name="T25" fmla="*/ 317 h 1520"/>
                    <a:gd name="T26" fmla="*/ 673 w 912"/>
                    <a:gd name="T27" fmla="*/ 125 h 1520"/>
                    <a:gd name="T28" fmla="*/ 292 w 912"/>
                    <a:gd name="T29" fmla="*/ 125 h 1520"/>
                    <a:gd name="T30" fmla="*/ 147 w 912"/>
                    <a:gd name="T31" fmla="*/ 0 h 1520"/>
                    <a:gd name="T32" fmla="*/ 0 w 912"/>
                    <a:gd name="T33" fmla="*/ 146 h 15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912" h="1520">
                      <a:moveTo>
                        <a:pt x="61" y="146"/>
                      </a:moveTo>
                      <a:cubicBezTo>
                        <a:pt x="61" y="99"/>
                        <a:pt x="99" y="60"/>
                        <a:pt x="147" y="60"/>
                      </a:cubicBezTo>
                      <a:cubicBezTo>
                        <a:pt x="194" y="60"/>
                        <a:pt x="233" y="99"/>
                        <a:pt x="233" y="146"/>
                      </a:cubicBezTo>
                      <a:cubicBezTo>
                        <a:pt x="233" y="194"/>
                        <a:pt x="194" y="232"/>
                        <a:pt x="147" y="232"/>
                      </a:cubicBezTo>
                      <a:cubicBezTo>
                        <a:pt x="99" y="232"/>
                        <a:pt x="61" y="194"/>
                        <a:pt x="61" y="146"/>
                      </a:cubicBezTo>
                      <a:moveTo>
                        <a:pt x="0" y="146"/>
                      </a:moveTo>
                      <a:cubicBezTo>
                        <a:pt x="0" y="227"/>
                        <a:pt x="66" y="292"/>
                        <a:pt x="147" y="292"/>
                      </a:cubicBezTo>
                      <a:cubicBezTo>
                        <a:pt x="218" y="292"/>
                        <a:pt x="277" y="241"/>
                        <a:pt x="290" y="174"/>
                      </a:cubicBezTo>
                      <a:cubicBezTo>
                        <a:pt x="673" y="174"/>
                        <a:pt x="673" y="174"/>
                        <a:pt x="673" y="174"/>
                      </a:cubicBezTo>
                      <a:cubicBezTo>
                        <a:pt x="844" y="174"/>
                        <a:pt x="862" y="274"/>
                        <a:pt x="862" y="317"/>
                      </a:cubicBezTo>
                      <a:cubicBezTo>
                        <a:pt x="862" y="1520"/>
                        <a:pt x="862" y="1520"/>
                        <a:pt x="862" y="1520"/>
                      </a:cubicBezTo>
                      <a:cubicBezTo>
                        <a:pt x="912" y="1520"/>
                        <a:pt x="912" y="1520"/>
                        <a:pt x="912" y="1520"/>
                      </a:cubicBezTo>
                      <a:cubicBezTo>
                        <a:pt x="912" y="317"/>
                        <a:pt x="912" y="317"/>
                        <a:pt x="912" y="317"/>
                      </a:cubicBezTo>
                      <a:cubicBezTo>
                        <a:pt x="912" y="199"/>
                        <a:pt x="820" y="125"/>
                        <a:pt x="673" y="125"/>
                      </a:cubicBezTo>
                      <a:cubicBezTo>
                        <a:pt x="292" y="125"/>
                        <a:pt x="292" y="125"/>
                        <a:pt x="292" y="125"/>
                      </a:cubicBezTo>
                      <a:cubicBezTo>
                        <a:pt x="281" y="54"/>
                        <a:pt x="220" y="0"/>
                        <a:pt x="147" y="0"/>
                      </a:cubicBezTo>
                      <a:cubicBezTo>
                        <a:pt x="66" y="0"/>
                        <a:pt x="0" y="65"/>
                        <a:pt x="0" y="14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82901" tIns="91451" rIns="182901" bIns="91451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82898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E0A9E78B-8328-C452-0C36-2986E66339B9}"/>
                    </a:ext>
                  </a:extLst>
                </p:cNvPr>
                <p:cNvSpPr/>
                <p:nvPr/>
              </p:nvSpPr>
              <p:spPr>
                <a:xfrm rot="16200000">
                  <a:off x="5275550" y="5153968"/>
                  <a:ext cx="2097997" cy="81582"/>
                </a:xfrm>
                <a:prstGeom prst="rect">
                  <a:avLst/>
                </a:prstGeom>
                <a:grp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90BFF8B-4E56-9056-CABA-7176012F11EF}"/>
              </a:ext>
            </a:extLst>
          </p:cNvPr>
          <p:cNvSpPr txBox="1"/>
          <p:nvPr/>
        </p:nvSpPr>
        <p:spPr>
          <a:xfrm>
            <a:off x="1472462" y="1899344"/>
            <a:ext cx="336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Token prediction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600B88-7611-CEE4-9062-871AAACD4A68}"/>
              </a:ext>
            </a:extLst>
          </p:cNvPr>
          <p:cNvSpPr txBox="1"/>
          <p:nvPr/>
        </p:nvSpPr>
        <p:spPr>
          <a:xfrm>
            <a:off x="9331665" y="1298118"/>
            <a:ext cx="336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 human traits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16CE6A-AD7A-B3B9-12CC-BEF43A2A8E4C}"/>
              </a:ext>
            </a:extLst>
          </p:cNvPr>
          <p:cNvSpPr txBox="1"/>
          <p:nvPr/>
        </p:nvSpPr>
        <p:spPr>
          <a:xfrm>
            <a:off x="9429151" y="4136961"/>
            <a:ext cx="336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Hype vs Reality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9A7C61-A695-9654-1BB0-9FC5C5177638}"/>
              </a:ext>
            </a:extLst>
          </p:cNvPr>
          <p:cNvSpPr txBox="1"/>
          <p:nvPr/>
        </p:nvSpPr>
        <p:spPr>
          <a:xfrm>
            <a:off x="498626" y="2321689"/>
            <a:ext cx="33603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just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F9ED5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Next token prediction on loop + RLHF</a:t>
            </a:r>
          </a:p>
          <a:p>
            <a:pPr marL="171450" marR="0" lvl="0" indent="-171450" algn="just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F9ED5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Compressed average intelligence of the internet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9608C4-5151-CA86-657E-3887A6436C18}"/>
              </a:ext>
            </a:extLst>
          </p:cNvPr>
          <p:cNvSpPr txBox="1"/>
          <p:nvPr/>
        </p:nvSpPr>
        <p:spPr>
          <a:xfrm>
            <a:off x="8655349" y="1740778"/>
            <a:ext cx="28095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just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LLMs don't think or possess worldviews or have experiences</a:t>
            </a:r>
          </a:p>
          <a:p>
            <a:pPr marL="171450" marR="0" lvl="0" indent="-171450" algn="just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Stochastic parrots – on steroids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C74726-7FA2-CFAA-B7DD-8AB6E0AB50F2}"/>
              </a:ext>
            </a:extLst>
          </p:cNvPr>
          <p:cNvSpPr txBox="1"/>
          <p:nvPr/>
        </p:nvSpPr>
        <p:spPr>
          <a:xfrm>
            <a:off x="8685196" y="4590215"/>
            <a:ext cx="2829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just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Field is evolving as we speak</a:t>
            </a:r>
          </a:p>
          <a:p>
            <a:pPr marL="171450" marR="0" lvl="0" indent="-171450" algn="just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Watch out for snake oil sellers</a:t>
            </a:r>
          </a:p>
        </p:txBody>
      </p:sp>
      <p:pic>
        <p:nvPicPr>
          <p:cNvPr id="45" name="Picture 2" descr="Ai - Free technology icons">
            <a:extLst>
              <a:ext uri="{FF2B5EF4-FFF2-40B4-BE49-F238E27FC236}">
                <a16:creationId xmlns:a16="http://schemas.microsoft.com/office/drawing/2014/main" id="{65D713E9-1692-2CB4-14F3-AC656566F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671" y="1263031"/>
            <a:ext cx="439185" cy="439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653B631-ED07-FAD1-0D1B-0C31EC123014}"/>
              </a:ext>
            </a:extLst>
          </p:cNvPr>
          <p:cNvGrpSpPr/>
          <p:nvPr/>
        </p:nvGrpSpPr>
        <p:grpSpPr>
          <a:xfrm>
            <a:off x="494134" y="3078626"/>
            <a:ext cx="4014254" cy="1110113"/>
            <a:chOff x="356731" y="3102068"/>
            <a:chExt cx="4014254" cy="1110113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E5CCA02-5F8A-C6D7-BAFB-18F6D379ACDE}"/>
                </a:ext>
              </a:extLst>
            </p:cNvPr>
            <p:cNvSpPr txBox="1"/>
            <p:nvPr/>
          </p:nvSpPr>
          <p:spPr>
            <a:xfrm>
              <a:off x="1010595" y="3319629"/>
              <a:ext cx="3360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828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Recognize good answers 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CF7A106-A022-7D84-63EF-D6AC4737CB39}"/>
                </a:ext>
              </a:extLst>
            </p:cNvPr>
            <p:cNvSpPr txBox="1"/>
            <p:nvPr/>
          </p:nvSpPr>
          <p:spPr>
            <a:xfrm>
              <a:off x="480120" y="3688961"/>
              <a:ext cx="3290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just" defTabSz="1828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F9ED5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Know what a good answer looks like</a:t>
              </a:r>
            </a:p>
            <a:p>
              <a:pPr marL="171450" marR="0" lvl="0" indent="-171450" algn="just" defTabSz="1828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F9ED5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Identify when LLMs go off track</a:t>
              </a:r>
            </a:p>
          </p:txBody>
        </p:sp>
        <p:pic>
          <p:nvPicPr>
            <p:cNvPr id="46" name="Picture 4" descr="Conversation Good Ware Flat icon | Freepik">
              <a:extLst>
                <a:ext uri="{FF2B5EF4-FFF2-40B4-BE49-F238E27FC236}">
                  <a16:creationId xmlns:a16="http://schemas.microsoft.com/office/drawing/2014/main" id="{FDAA7D73-8669-C16D-844B-7E14957DB2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731" y="3102068"/>
              <a:ext cx="653864" cy="653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FABB7AF-3A61-B621-86B1-4FB32F5AB82E}"/>
              </a:ext>
            </a:extLst>
          </p:cNvPr>
          <p:cNvGrpSpPr/>
          <p:nvPr/>
        </p:nvGrpSpPr>
        <p:grpSpPr>
          <a:xfrm>
            <a:off x="722515" y="4497314"/>
            <a:ext cx="4110337" cy="1264207"/>
            <a:chOff x="8655349" y="2736739"/>
            <a:chExt cx="4110337" cy="126420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3E47C82-20FE-B565-5B7F-123FB9DDDD37}"/>
                </a:ext>
              </a:extLst>
            </p:cNvPr>
            <p:cNvSpPr txBox="1"/>
            <p:nvPr/>
          </p:nvSpPr>
          <p:spPr>
            <a:xfrm>
              <a:off x="9405296" y="2755766"/>
              <a:ext cx="3360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828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Refine prompts 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FC14EDF-8F52-20FE-02CF-4BB4D523EF55}"/>
                </a:ext>
              </a:extLst>
            </p:cNvPr>
            <p:cNvSpPr txBox="1"/>
            <p:nvPr/>
          </p:nvSpPr>
          <p:spPr>
            <a:xfrm>
              <a:off x="8655349" y="3262282"/>
              <a:ext cx="288953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just" defTabSz="1828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F9ED5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Prompts are a language of LLMs</a:t>
              </a:r>
            </a:p>
            <a:p>
              <a:pPr marL="171450" marR="0" lvl="0" indent="-171450" algn="just" defTabSz="1828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F9ED5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Iterate and refine</a:t>
              </a:r>
            </a:p>
            <a:p>
              <a:pPr marL="171450" marR="0" lvl="0" indent="-171450" algn="just" defTabSz="1828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F9ED5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Not a search engine</a:t>
              </a:r>
            </a:p>
          </p:txBody>
        </p:sp>
        <p:pic>
          <p:nvPicPr>
            <p:cNvPr id="47" name="Picture 6" descr="Refinement Icon - Free Download Business Icons | IconScout">
              <a:extLst>
                <a:ext uri="{FF2B5EF4-FFF2-40B4-BE49-F238E27FC236}">
                  <a16:creationId xmlns:a16="http://schemas.microsoft.com/office/drawing/2014/main" id="{080123F6-6DDD-3F67-FEA0-970DEE3513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2882" y="2736739"/>
              <a:ext cx="600926" cy="4961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8C629EF-622C-1750-1F87-F1849D7A7CE4}"/>
              </a:ext>
            </a:extLst>
          </p:cNvPr>
          <p:cNvGrpSpPr/>
          <p:nvPr/>
        </p:nvGrpSpPr>
        <p:grpSpPr>
          <a:xfrm>
            <a:off x="8406519" y="2640675"/>
            <a:ext cx="3955856" cy="1107996"/>
            <a:chOff x="367450" y="4845553"/>
            <a:chExt cx="3955856" cy="110799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7FA4F83-AB03-AFD5-3BA5-F08E0DAFB37A}"/>
                </a:ext>
              </a:extLst>
            </p:cNvPr>
            <p:cNvSpPr txBox="1"/>
            <p:nvPr/>
          </p:nvSpPr>
          <p:spPr>
            <a:xfrm>
              <a:off x="962916" y="4845553"/>
              <a:ext cx="3360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828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Appropriate LLM for your job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CCF2A50-2A3E-FC51-5F04-B6A81954DB39}"/>
                </a:ext>
              </a:extLst>
            </p:cNvPr>
            <p:cNvSpPr txBox="1"/>
            <p:nvPr/>
          </p:nvSpPr>
          <p:spPr>
            <a:xfrm>
              <a:off x="459411" y="5214885"/>
              <a:ext cx="32900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just" defTabSz="1828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F9ED5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The right LLM is the one that works for you</a:t>
              </a:r>
            </a:p>
            <a:p>
              <a:pPr marL="171450" marR="0" lvl="0" indent="-171450" algn="just" defTabSz="1828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F9ED5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Make it part of your life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FA31F7D-6360-C91B-2872-E649B154B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7450" y="4847079"/>
              <a:ext cx="664234" cy="296842"/>
            </a:xfrm>
            <a:prstGeom prst="rect">
              <a:avLst/>
            </a:prstGeom>
          </p:spPr>
        </p:pic>
      </p:grpSp>
      <p:pic>
        <p:nvPicPr>
          <p:cNvPr id="49" name="Picture 8" descr="Fees Vector Stall Lineal Color icon | Freepik">
            <a:extLst>
              <a:ext uri="{FF2B5EF4-FFF2-40B4-BE49-F238E27FC236}">
                <a16:creationId xmlns:a16="http://schemas.microsoft.com/office/drawing/2014/main" id="{E9769D8E-AED3-7832-BD16-EF159CE23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671" y="4079320"/>
            <a:ext cx="523221" cy="52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B706EFC-71F3-0E7C-2132-423A56E43384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4134" y="1878749"/>
            <a:ext cx="668998" cy="410522"/>
          </a:xfrm>
          <a:prstGeom prst="rect">
            <a:avLst/>
          </a:prstGeom>
        </p:spPr>
      </p:pic>
      <p:sp>
        <p:nvSpPr>
          <p:cNvPr id="54" name="Text Placeholder 8">
            <a:extLst>
              <a:ext uri="{FF2B5EF4-FFF2-40B4-BE49-F238E27FC236}">
                <a16:creationId xmlns:a16="http://schemas.microsoft.com/office/drawing/2014/main" id="{27941FEA-EC16-89AC-F2F6-CE72ED672A14}"/>
              </a:ext>
            </a:extLst>
          </p:cNvPr>
          <p:cNvSpPr txBox="1">
            <a:spLocks/>
          </p:cNvSpPr>
          <p:nvPr/>
        </p:nvSpPr>
        <p:spPr>
          <a:xfrm>
            <a:off x="300708" y="6567492"/>
            <a:ext cx="4197927" cy="268143"/>
          </a:xfrm>
          <a:prstGeom prst="rect">
            <a:avLst/>
          </a:prstGeom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© 2024 Collabera Digital  |  All Rights Reserved 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| collaberadigital.com</a:t>
            </a:r>
          </a:p>
        </p:txBody>
      </p:sp>
    </p:spTree>
    <p:extLst>
      <p:ext uri="{BB962C8B-B14F-4D97-AF65-F5344CB8AC3E}">
        <p14:creationId xmlns:p14="http://schemas.microsoft.com/office/powerpoint/2010/main" val="2393689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05C4B9D-DD6E-7E96-A5F0-C36CB24DAD8A}"/>
              </a:ext>
            </a:extLst>
          </p:cNvPr>
          <p:cNvSpPr txBox="1">
            <a:spLocks/>
          </p:cNvSpPr>
          <p:nvPr/>
        </p:nvSpPr>
        <p:spPr>
          <a:xfrm>
            <a:off x="11464925" y="6490661"/>
            <a:ext cx="727075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A227D-D6B4-481D-8178-2242024024DE}" type="slidenum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313E500-1747-5299-E737-1769CFB836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170" y="78525"/>
            <a:ext cx="1593677" cy="32176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2B26153-8CDB-B97A-44EF-A9B5EA5EE797}"/>
              </a:ext>
            </a:extLst>
          </p:cNvPr>
          <p:cNvSpPr txBox="1">
            <a:spLocks/>
          </p:cNvSpPr>
          <p:nvPr/>
        </p:nvSpPr>
        <p:spPr>
          <a:xfrm>
            <a:off x="230710" y="-75415"/>
            <a:ext cx="6505905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rgbClr val="2859C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Business Context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7657C6-B7C3-849E-13EE-CD981D4C9979}"/>
              </a:ext>
            </a:extLst>
          </p:cNvPr>
          <p:cNvSpPr/>
          <p:nvPr/>
        </p:nvSpPr>
        <p:spPr>
          <a:xfrm>
            <a:off x="796786" y="915056"/>
            <a:ext cx="10671143" cy="746543"/>
          </a:xfrm>
          <a:prstGeom prst="roundRect">
            <a:avLst/>
          </a:prstGeom>
          <a:solidFill>
            <a:schemeClr val="accent4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Improving sales lead conversion is essential for maximizing revenue and strengthening market position in the financial capital services sector</a:t>
            </a:r>
            <a:endParaRPr kumimoji="0" lang="en-US" sz="2000" b="1" i="0" u="none" strike="noStrike" kern="1200" cap="none" spc="0" normalizeH="0" baseline="0" noProof="0">
              <a:ln w="0"/>
              <a:solidFill>
                <a:srgbClr val="0E2841">
                  <a:lumMod val="75000"/>
                  <a:lumOff val="25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highlight>
                <a:srgbClr val="FFFF00"/>
              </a:highlight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grpSp>
        <p:nvGrpSpPr>
          <p:cNvPr id="29" name="Google Shape;556;p18">
            <a:extLst>
              <a:ext uri="{FF2B5EF4-FFF2-40B4-BE49-F238E27FC236}">
                <a16:creationId xmlns:a16="http://schemas.microsoft.com/office/drawing/2014/main" id="{18B48842-FC9D-F630-206B-304579A8B03E}"/>
              </a:ext>
            </a:extLst>
          </p:cNvPr>
          <p:cNvGrpSpPr/>
          <p:nvPr/>
        </p:nvGrpSpPr>
        <p:grpSpPr>
          <a:xfrm>
            <a:off x="2563856" y="3283917"/>
            <a:ext cx="7220402" cy="3574083"/>
            <a:chOff x="3758603" y="5379006"/>
            <a:chExt cx="16865596" cy="8348434"/>
          </a:xfrm>
        </p:grpSpPr>
        <p:sp>
          <p:nvSpPr>
            <p:cNvPr id="30" name="Google Shape;557;p18">
              <a:extLst>
                <a:ext uri="{FF2B5EF4-FFF2-40B4-BE49-F238E27FC236}">
                  <a16:creationId xmlns:a16="http://schemas.microsoft.com/office/drawing/2014/main" id="{F99BC6B9-9814-40A8-61EA-EE8BDA3387ED}"/>
                </a:ext>
              </a:extLst>
            </p:cNvPr>
            <p:cNvSpPr/>
            <p:nvPr/>
          </p:nvSpPr>
          <p:spPr>
            <a:xfrm>
              <a:off x="6317532" y="5379006"/>
              <a:ext cx="5788943" cy="497691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7698" y="45"/>
                    <a:pt x="13803" y="931"/>
                    <a:pt x="10131" y="2654"/>
                  </a:cubicBezTo>
                  <a:cubicBezTo>
                    <a:pt x="6459" y="4378"/>
                    <a:pt x="3010" y="6941"/>
                    <a:pt x="0" y="10342"/>
                  </a:cubicBezTo>
                  <a:lnTo>
                    <a:pt x="9678" y="21600"/>
                  </a:lnTo>
                  <a:cubicBezTo>
                    <a:pt x="11351" y="19752"/>
                    <a:pt x="13257" y="18354"/>
                    <a:pt x="15282" y="17407"/>
                  </a:cubicBezTo>
                  <a:cubicBezTo>
                    <a:pt x="17306" y="16460"/>
                    <a:pt x="19449" y="15964"/>
                    <a:pt x="21600" y="15919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rgbClr val="2299C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anose="020B0604020202020204" pitchFamily="34" charset="0"/>
                <a:ea typeface="Helvetica Neue Light"/>
                <a:cs typeface="Helvetica" panose="020B0604020202020204" pitchFamily="34" charset="0"/>
                <a:sym typeface="Helvetica Neue Light"/>
              </a:endParaRPr>
            </a:p>
          </p:txBody>
        </p:sp>
        <p:sp>
          <p:nvSpPr>
            <p:cNvPr id="31" name="Google Shape;558;p18">
              <a:extLst>
                <a:ext uri="{FF2B5EF4-FFF2-40B4-BE49-F238E27FC236}">
                  <a16:creationId xmlns:a16="http://schemas.microsoft.com/office/drawing/2014/main" id="{F4E3A148-DFE6-C5F7-3AB0-FE83A23D79C4}"/>
                </a:ext>
              </a:extLst>
            </p:cNvPr>
            <p:cNvSpPr/>
            <p:nvPr/>
          </p:nvSpPr>
          <p:spPr>
            <a:xfrm>
              <a:off x="12276328" y="5379006"/>
              <a:ext cx="5831803" cy="501739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5791"/>
                  </a:lnTo>
                  <a:cubicBezTo>
                    <a:pt x="2169" y="15835"/>
                    <a:pt x="4331" y="16341"/>
                    <a:pt x="6369" y="17310"/>
                  </a:cubicBezTo>
                  <a:cubicBezTo>
                    <a:pt x="8407" y="18278"/>
                    <a:pt x="10321" y="19709"/>
                    <a:pt x="11993" y="21600"/>
                  </a:cubicBezTo>
                  <a:lnTo>
                    <a:pt x="21600" y="10433"/>
                  </a:lnTo>
                  <a:cubicBezTo>
                    <a:pt x="18601" y="7000"/>
                    <a:pt x="15155" y="4414"/>
                    <a:pt x="11481" y="2676"/>
                  </a:cubicBezTo>
                  <a:cubicBezTo>
                    <a:pt x="7808" y="937"/>
                    <a:pt x="3907" y="45"/>
                    <a:pt x="0" y="0"/>
                  </a:cubicBezTo>
                  <a:close/>
                </a:path>
              </a:pathLst>
            </a:custGeom>
            <a:solidFill>
              <a:srgbClr val="228BB9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anose="020B0604020202020204" pitchFamily="34" charset="0"/>
                <a:ea typeface="Helvetica Neue Light"/>
                <a:cs typeface="Helvetica" panose="020B0604020202020204" pitchFamily="34" charset="0"/>
                <a:sym typeface="Helvetica Neue Light"/>
              </a:endParaRPr>
            </a:p>
          </p:txBody>
        </p:sp>
        <p:sp>
          <p:nvSpPr>
            <p:cNvPr id="32" name="Google Shape;559;p18">
              <a:extLst>
                <a:ext uri="{FF2B5EF4-FFF2-40B4-BE49-F238E27FC236}">
                  <a16:creationId xmlns:a16="http://schemas.microsoft.com/office/drawing/2014/main" id="{0D362EED-F54B-4278-C7FB-D635188AAD19}"/>
                </a:ext>
              </a:extLst>
            </p:cNvPr>
            <p:cNvSpPr/>
            <p:nvPr/>
          </p:nvSpPr>
          <p:spPr>
            <a:xfrm>
              <a:off x="3758603" y="7880163"/>
              <a:ext cx="5031344" cy="584727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464" y="0"/>
                  </a:moveTo>
                  <a:cubicBezTo>
                    <a:pt x="7021" y="2995"/>
                    <a:pt x="4427" y="6441"/>
                    <a:pt x="2683" y="10115"/>
                  </a:cubicBezTo>
                  <a:cubicBezTo>
                    <a:pt x="940" y="13789"/>
                    <a:pt x="45" y="17691"/>
                    <a:pt x="0" y="21600"/>
                  </a:cubicBezTo>
                  <a:lnTo>
                    <a:pt x="15748" y="21600"/>
                  </a:lnTo>
                  <a:cubicBezTo>
                    <a:pt x="15792" y="19425"/>
                    <a:pt x="16302" y="17257"/>
                    <a:pt x="17278" y="15214"/>
                  </a:cubicBezTo>
                  <a:cubicBezTo>
                    <a:pt x="18253" y="13171"/>
                    <a:pt x="19693" y="11254"/>
                    <a:pt x="21600" y="9582"/>
                  </a:cubicBezTo>
                  <a:lnTo>
                    <a:pt x="10464" y="0"/>
                  </a:lnTo>
                  <a:close/>
                </a:path>
              </a:pathLst>
            </a:custGeom>
            <a:solidFill>
              <a:srgbClr val="2BC5E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anose="020B0604020202020204" pitchFamily="34" charset="0"/>
                <a:ea typeface="Helvetica Neue Light"/>
                <a:cs typeface="Helvetica" panose="020B0604020202020204" pitchFamily="34" charset="0"/>
                <a:sym typeface="Helvetica Neue Light"/>
              </a:endParaRPr>
            </a:p>
          </p:txBody>
        </p:sp>
        <p:sp>
          <p:nvSpPr>
            <p:cNvPr id="33" name="Google Shape;560;p18">
              <a:extLst>
                <a:ext uri="{FF2B5EF4-FFF2-40B4-BE49-F238E27FC236}">
                  <a16:creationId xmlns:a16="http://schemas.microsoft.com/office/drawing/2014/main" id="{04933D96-9AA4-CCE8-43F2-8D3D5837B1C3}"/>
                </a:ext>
              </a:extLst>
            </p:cNvPr>
            <p:cNvSpPr/>
            <p:nvPr/>
          </p:nvSpPr>
          <p:spPr>
            <a:xfrm>
              <a:off x="15633334" y="7923027"/>
              <a:ext cx="4990865" cy="580441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1226" y="0"/>
                  </a:moveTo>
                  <a:lnTo>
                    <a:pt x="0" y="9653"/>
                  </a:lnTo>
                  <a:cubicBezTo>
                    <a:pt x="1863" y="11326"/>
                    <a:pt x="3273" y="13235"/>
                    <a:pt x="4227" y="15264"/>
                  </a:cubicBezTo>
                  <a:cubicBezTo>
                    <a:pt x="5181" y="17293"/>
                    <a:pt x="5680" y="19443"/>
                    <a:pt x="5725" y="21600"/>
                  </a:cubicBezTo>
                  <a:lnTo>
                    <a:pt x="21600" y="21600"/>
                  </a:lnTo>
                  <a:cubicBezTo>
                    <a:pt x="21555" y="17696"/>
                    <a:pt x="20667" y="13800"/>
                    <a:pt x="18938" y="10127"/>
                  </a:cubicBezTo>
                  <a:cubicBezTo>
                    <a:pt x="17209" y="6455"/>
                    <a:pt x="14638" y="3006"/>
                    <a:pt x="11226" y="0"/>
                  </a:cubicBezTo>
                  <a:close/>
                </a:path>
              </a:pathLst>
            </a:custGeom>
            <a:solidFill>
              <a:srgbClr val="0F6195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anose="020B0604020202020204" pitchFamily="34" charset="0"/>
                <a:ea typeface="Helvetica Neue Light"/>
                <a:cs typeface="Helvetica" panose="020B0604020202020204" pitchFamily="34" charset="0"/>
                <a:sym typeface="Helvetica Neue Light"/>
              </a:endParaRPr>
            </a:p>
          </p:txBody>
        </p:sp>
        <p:sp>
          <p:nvSpPr>
            <p:cNvPr id="39" name="Google Shape;561;p18">
              <a:extLst>
                <a:ext uri="{FF2B5EF4-FFF2-40B4-BE49-F238E27FC236}">
                  <a16:creationId xmlns:a16="http://schemas.microsoft.com/office/drawing/2014/main" id="{7DE61EE5-7109-A5BE-B928-874C0F89BD65}"/>
                </a:ext>
              </a:extLst>
            </p:cNvPr>
            <p:cNvSpPr/>
            <p:nvPr/>
          </p:nvSpPr>
          <p:spPr>
            <a:xfrm>
              <a:off x="8384359" y="8302257"/>
              <a:ext cx="3722116" cy="205347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3804" y="217"/>
                    <a:pt x="6049" y="5569"/>
                    <a:pt x="0" y="16056"/>
                  </a:cubicBezTo>
                  <a:lnTo>
                    <a:pt x="3058" y="21600"/>
                  </a:lnTo>
                  <a:cubicBezTo>
                    <a:pt x="5660" y="17120"/>
                    <a:pt x="8624" y="13734"/>
                    <a:pt x="11773" y="11439"/>
                  </a:cubicBezTo>
                  <a:cubicBezTo>
                    <a:pt x="14922" y="9143"/>
                    <a:pt x="18255" y="7939"/>
                    <a:pt x="21600" y="7832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6666"/>
              </a:srgbClr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anose="020B0604020202020204" pitchFamily="34" charset="0"/>
                <a:ea typeface="Helvetica Neue Light"/>
                <a:cs typeface="Helvetica" panose="020B0604020202020204" pitchFamily="34" charset="0"/>
                <a:sym typeface="Helvetica Neue Light"/>
              </a:endParaRPr>
            </a:p>
          </p:txBody>
        </p:sp>
        <p:sp>
          <p:nvSpPr>
            <p:cNvPr id="43" name="Google Shape;562;p18">
              <a:extLst>
                <a:ext uri="{FF2B5EF4-FFF2-40B4-BE49-F238E27FC236}">
                  <a16:creationId xmlns:a16="http://schemas.microsoft.com/office/drawing/2014/main" id="{0926F98C-F1BA-5A35-2E11-20DE2C5103D9}"/>
                </a:ext>
              </a:extLst>
            </p:cNvPr>
            <p:cNvSpPr/>
            <p:nvPr/>
          </p:nvSpPr>
          <p:spPr>
            <a:xfrm>
              <a:off x="12276328" y="8302257"/>
              <a:ext cx="3764579" cy="20939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7680"/>
                  </a:lnTo>
                  <a:cubicBezTo>
                    <a:pt x="3360" y="7787"/>
                    <a:pt x="6709" y="9000"/>
                    <a:pt x="9866" y="11320"/>
                  </a:cubicBezTo>
                  <a:cubicBezTo>
                    <a:pt x="13024" y="13640"/>
                    <a:pt x="15988" y="17068"/>
                    <a:pt x="18578" y="21600"/>
                  </a:cubicBezTo>
                  <a:lnTo>
                    <a:pt x="21600" y="16167"/>
                  </a:lnTo>
                  <a:cubicBezTo>
                    <a:pt x="15585" y="5604"/>
                    <a:pt x="7813" y="215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6666"/>
              </a:srgbClr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anose="020B0604020202020204" pitchFamily="34" charset="0"/>
                <a:ea typeface="Helvetica Neue Light"/>
                <a:cs typeface="Helvetica" panose="020B0604020202020204" pitchFamily="34" charset="0"/>
                <a:sym typeface="Helvetica Neue Light"/>
              </a:endParaRPr>
            </a:p>
          </p:txBody>
        </p:sp>
        <p:sp>
          <p:nvSpPr>
            <p:cNvPr id="52" name="Google Shape;563;p18">
              <a:extLst>
                <a:ext uri="{FF2B5EF4-FFF2-40B4-BE49-F238E27FC236}">
                  <a16:creationId xmlns:a16="http://schemas.microsoft.com/office/drawing/2014/main" id="{35E31ADB-C80C-D0FD-6D9B-04F7FC846578}"/>
                </a:ext>
              </a:extLst>
            </p:cNvPr>
            <p:cNvSpPr/>
            <p:nvPr/>
          </p:nvSpPr>
          <p:spPr>
            <a:xfrm>
              <a:off x="6681846" y="9947336"/>
              <a:ext cx="2108101" cy="377991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6204" y="0"/>
                  </a:moveTo>
                  <a:cubicBezTo>
                    <a:pt x="5613" y="6002"/>
                    <a:pt x="215" y="13781"/>
                    <a:pt x="0" y="21600"/>
                  </a:cubicBezTo>
                  <a:lnTo>
                    <a:pt x="7632" y="21600"/>
                  </a:lnTo>
                  <a:cubicBezTo>
                    <a:pt x="7739" y="18236"/>
                    <a:pt x="8956" y="14881"/>
                    <a:pt x="11284" y="11721"/>
                  </a:cubicBezTo>
                  <a:cubicBezTo>
                    <a:pt x="13611" y="8561"/>
                    <a:pt x="17049" y="5595"/>
                    <a:pt x="21600" y="3010"/>
                  </a:cubicBezTo>
                  <a:lnTo>
                    <a:pt x="16204" y="0"/>
                  </a:lnTo>
                  <a:close/>
                </a:path>
              </a:pathLst>
            </a:custGeom>
            <a:solidFill>
              <a:srgbClr val="000000">
                <a:alpha val="6666"/>
              </a:srgbClr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anose="020B0604020202020204" pitchFamily="34" charset="0"/>
                <a:ea typeface="Helvetica Neue Light"/>
                <a:cs typeface="Helvetica" panose="020B0604020202020204" pitchFamily="34" charset="0"/>
                <a:sym typeface="Helvetica Neue Light"/>
              </a:endParaRPr>
            </a:p>
          </p:txBody>
        </p:sp>
        <p:sp>
          <p:nvSpPr>
            <p:cNvPr id="53" name="Google Shape;564;p18">
              <a:extLst>
                <a:ext uri="{FF2B5EF4-FFF2-40B4-BE49-F238E27FC236}">
                  <a16:creationId xmlns:a16="http://schemas.microsoft.com/office/drawing/2014/main" id="{05F0BDA6-F94F-580D-5D66-D0A1DA9326C3}"/>
                </a:ext>
              </a:extLst>
            </p:cNvPr>
            <p:cNvSpPr/>
            <p:nvPr/>
          </p:nvSpPr>
          <p:spPr>
            <a:xfrm>
              <a:off x="15633334" y="9990200"/>
              <a:ext cx="2067622" cy="373705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5502" y="0"/>
                  </a:moveTo>
                  <a:lnTo>
                    <a:pt x="0" y="3044"/>
                  </a:lnTo>
                  <a:cubicBezTo>
                    <a:pt x="4498" y="5642"/>
                    <a:pt x="7900" y="8607"/>
                    <a:pt x="10203" y="11759"/>
                  </a:cubicBezTo>
                  <a:cubicBezTo>
                    <a:pt x="12506" y="14911"/>
                    <a:pt x="13711" y="18250"/>
                    <a:pt x="13818" y="21600"/>
                  </a:cubicBezTo>
                  <a:lnTo>
                    <a:pt x="21600" y="21600"/>
                  </a:lnTo>
                  <a:cubicBezTo>
                    <a:pt x="21384" y="13798"/>
                    <a:pt x="16015" y="6037"/>
                    <a:pt x="5502" y="0"/>
                  </a:cubicBezTo>
                  <a:close/>
                </a:path>
              </a:pathLst>
            </a:custGeom>
            <a:solidFill>
              <a:srgbClr val="000000">
                <a:alpha val="6666"/>
              </a:srgbClr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anose="020B0604020202020204" pitchFamily="34" charset="0"/>
                <a:ea typeface="Helvetica Neue Light"/>
                <a:cs typeface="Helvetica" panose="020B0604020202020204" pitchFamily="34" charset="0"/>
                <a:sym typeface="Helvetica Neue Light"/>
              </a:endParaRPr>
            </a:p>
          </p:txBody>
        </p:sp>
      </p:grpSp>
      <p:grpSp>
        <p:nvGrpSpPr>
          <p:cNvPr id="58" name="Google Shape;570;p18">
            <a:extLst>
              <a:ext uri="{FF2B5EF4-FFF2-40B4-BE49-F238E27FC236}">
                <a16:creationId xmlns:a16="http://schemas.microsoft.com/office/drawing/2014/main" id="{447E44B9-40A8-A817-6D79-80F10D4E5C3A}"/>
              </a:ext>
            </a:extLst>
          </p:cNvPr>
          <p:cNvGrpSpPr/>
          <p:nvPr/>
        </p:nvGrpSpPr>
        <p:grpSpPr>
          <a:xfrm>
            <a:off x="1811882" y="2606241"/>
            <a:ext cx="3380612" cy="997538"/>
            <a:chOff x="-309501" y="7068377"/>
            <a:chExt cx="7594032" cy="1995073"/>
          </a:xfrm>
        </p:grpSpPr>
        <p:sp>
          <p:nvSpPr>
            <p:cNvPr id="61" name="Google Shape;571;p18">
              <a:extLst>
                <a:ext uri="{FF2B5EF4-FFF2-40B4-BE49-F238E27FC236}">
                  <a16:creationId xmlns:a16="http://schemas.microsoft.com/office/drawing/2014/main" id="{AE62917A-DBEF-FCF0-2E40-50356286BBC2}"/>
                </a:ext>
              </a:extLst>
            </p:cNvPr>
            <p:cNvSpPr/>
            <p:nvPr/>
          </p:nvSpPr>
          <p:spPr>
            <a:xfrm>
              <a:off x="-309501" y="7068377"/>
              <a:ext cx="7594032" cy="64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/>
            <a:p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Aptos" panose="020B0004020202020204" pitchFamily="34" charset="0"/>
                  <a:cs typeface="Helvetica" panose="020B0604020202020204" pitchFamily="34" charset="0"/>
                </a:rPr>
                <a:t>Customer Targeting</a:t>
              </a:r>
            </a:p>
          </p:txBody>
        </p:sp>
        <p:sp>
          <p:nvSpPr>
            <p:cNvPr id="62" name="Google Shape;572;p18">
              <a:extLst>
                <a:ext uri="{FF2B5EF4-FFF2-40B4-BE49-F238E27FC236}">
                  <a16:creationId xmlns:a16="http://schemas.microsoft.com/office/drawing/2014/main" id="{878A15FE-97C4-F702-347B-C2026AFADF1B}"/>
                </a:ext>
              </a:extLst>
            </p:cNvPr>
            <p:cNvSpPr txBox="1"/>
            <p:nvPr/>
          </p:nvSpPr>
          <p:spPr>
            <a:xfrm>
              <a:off x="104121" y="7678498"/>
              <a:ext cx="6512676" cy="13849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>
              <a:defPPr>
                <a:defRPr lang="en-US"/>
              </a:defPPr>
              <a:lvl1pPr algn="ctr" defTabSz="914217">
                <a:defRPr sz="140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Targeting the right audience enhances lead quality, significantly improving conversion rates</a:t>
              </a:r>
            </a:p>
          </p:txBody>
        </p:sp>
      </p:grpSp>
      <p:grpSp>
        <p:nvGrpSpPr>
          <p:cNvPr id="63" name="Google Shape;573;p18">
            <a:extLst>
              <a:ext uri="{FF2B5EF4-FFF2-40B4-BE49-F238E27FC236}">
                <a16:creationId xmlns:a16="http://schemas.microsoft.com/office/drawing/2014/main" id="{5DBD0B12-EF7F-7B41-5F7A-582DDE7FE863}"/>
              </a:ext>
            </a:extLst>
          </p:cNvPr>
          <p:cNvGrpSpPr/>
          <p:nvPr/>
        </p:nvGrpSpPr>
        <p:grpSpPr>
          <a:xfrm>
            <a:off x="7336791" y="2590953"/>
            <a:ext cx="3153568" cy="1012825"/>
            <a:chOff x="1896160" y="7066053"/>
            <a:chExt cx="7084010" cy="2025647"/>
          </a:xfrm>
        </p:grpSpPr>
        <p:sp>
          <p:nvSpPr>
            <p:cNvPr id="65" name="Google Shape;574;p18">
              <a:extLst>
                <a:ext uri="{FF2B5EF4-FFF2-40B4-BE49-F238E27FC236}">
                  <a16:creationId xmlns:a16="http://schemas.microsoft.com/office/drawing/2014/main" id="{A120DFB4-6BAA-4D73-EA24-D522259D82FE}"/>
                </a:ext>
              </a:extLst>
            </p:cNvPr>
            <p:cNvSpPr/>
            <p:nvPr/>
          </p:nvSpPr>
          <p:spPr>
            <a:xfrm>
              <a:off x="1896160" y="7066053"/>
              <a:ext cx="7084010" cy="64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/>
            <a:p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Aptos" panose="020B0004020202020204" pitchFamily="34" charset="0"/>
                  <a:cs typeface="Helvetica" panose="020B0604020202020204" pitchFamily="34" charset="0"/>
                </a:rPr>
                <a:t>Follow-up Processes</a:t>
              </a:r>
            </a:p>
          </p:txBody>
        </p:sp>
        <p:sp>
          <p:nvSpPr>
            <p:cNvPr id="66" name="Google Shape;575;p18">
              <a:extLst>
                <a:ext uri="{FF2B5EF4-FFF2-40B4-BE49-F238E27FC236}">
                  <a16:creationId xmlns:a16="http://schemas.microsoft.com/office/drawing/2014/main" id="{782C153B-539D-F0FA-4476-C7737EBF68A5}"/>
                </a:ext>
              </a:extLst>
            </p:cNvPr>
            <p:cNvSpPr txBox="1"/>
            <p:nvPr/>
          </p:nvSpPr>
          <p:spPr>
            <a:xfrm>
              <a:off x="2101326" y="7706748"/>
              <a:ext cx="6594360" cy="13849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>
              <a:defPPr>
                <a:defRPr lang="en-US"/>
              </a:defPPr>
              <a:lvl1pPr algn="ctr" defTabSz="914217">
                <a:defRPr sz="1400">
                  <a:solidFill>
                    <a:schemeClr val="bg1">
                      <a:lumMod val="50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defRPr>
              </a:lvl1pPr>
            </a:lstStyle>
            <a:p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Effective and timely follow-ups maintain engagement, reducing lead drop-off mid-funnel.</a:t>
              </a:r>
            </a:p>
          </p:txBody>
        </p:sp>
      </p:grpSp>
      <p:grpSp>
        <p:nvGrpSpPr>
          <p:cNvPr id="67" name="Google Shape;576;p18">
            <a:extLst>
              <a:ext uri="{FF2B5EF4-FFF2-40B4-BE49-F238E27FC236}">
                <a16:creationId xmlns:a16="http://schemas.microsoft.com/office/drawing/2014/main" id="{B5D004FD-2AC4-872F-1A5A-4950EE57BD49}"/>
              </a:ext>
            </a:extLst>
          </p:cNvPr>
          <p:cNvGrpSpPr/>
          <p:nvPr/>
        </p:nvGrpSpPr>
        <p:grpSpPr>
          <a:xfrm>
            <a:off x="9382574" y="4711243"/>
            <a:ext cx="2741273" cy="1210000"/>
            <a:chOff x="1977611" y="6990120"/>
            <a:chExt cx="6157853" cy="2419996"/>
          </a:xfrm>
        </p:grpSpPr>
        <p:sp>
          <p:nvSpPr>
            <p:cNvPr id="68" name="Google Shape;577;p18">
              <a:extLst>
                <a:ext uri="{FF2B5EF4-FFF2-40B4-BE49-F238E27FC236}">
                  <a16:creationId xmlns:a16="http://schemas.microsoft.com/office/drawing/2014/main" id="{7CAF386B-AC4B-086D-C671-58AAFB0B6CC2}"/>
                </a:ext>
              </a:extLst>
            </p:cNvPr>
            <p:cNvSpPr/>
            <p:nvPr/>
          </p:nvSpPr>
          <p:spPr>
            <a:xfrm>
              <a:off x="1977611" y="6990120"/>
              <a:ext cx="6157853" cy="64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/>
            <a:p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Aptos" panose="020B0004020202020204" pitchFamily="34" charset="0"/>
                  <a:cs typeface="Helvetica" panose="020B0604020202020204" pitchFamily="34" charset="0"/>
                </a:rPr>
                <a:t>Accelerated Decisions</a:t>
              </a:r>
            </a:p>
          </p:txBody>
        </p:sp>
        <p:sp>
          <p:nvSpPr>
            <p:cNvPr id="69" name="Google Shape;578;p18">
              <a:extLst>
                <a:ext uri="{FF2B5EF4-FFF2-40B4-BE49-F238E27FC236}">
                  <a16:creationId xmlns:a16="http://schemas.microsoft.com/office/drawing/2014/main" id="{4A1D6250-AEBA-C187-DAA5-4E457E08CAB1}"/>
                </a:ext>
              </a:extLst>
            </p:cNvPr>
            <p:cNvSpPr txBox="1"/>
            <p:nvPr/>
          </p:nvSpPr>
          <p:spPr>
            <a:xfrm>
              <a:off x="2345003" y="7594277"/>
              <a:ext cx="5608408" cy="18158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>
              <a:defPPr>
                <a:defRPr lang="en-US"/>
              </a:defPPr>
              <a:lvl1pPr algn="ctr" defTabSz="914217">
                <a:defRPr sz="1400">
                  <a:solidFill>
                    <a:schemeClr val="bg1">
                      <a:lumMod val="50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defRPr>
              </a:lvl1pPr>
            </a:lstStyle>
            <a:p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Addressing customer concerns promptly accelerates decision-making, leading to increased sales opportunities.</a:t>
              </a:r>
            </a:p>
          </p:txBody>
        </p:sp>
      </p:grpSp>
      <p:grpSp>
        <p:nvGrpSpPr>
          <p:cNvPr id="70" name="Google Shape;579;p18">
            <a:extLst>
              <a:ext uri="{FF2B5EF4-FFF2-40B4-BE49-F238E27FC236}">
                <a16:creationId xmlns:a16="http://schemas.microsoft.com/office/drawing/2014/main" id="{BEBC61D4-DC41-689D-A400-305C13C492DC}"/>
              </a:ext>
            </a:extLst>
          </p:cNvPr>
          <p:cNvGrpSpPr/>
          <p:nvPr/>
        </p:nvGrpSpPr>
        <p:grpSpPr>
          <a:xfrm>
            <a:off x="261749" y="4690177"/>
            <a:ext cx="2738494" cy="982915"/>
            <a:chOff x="657942" y="6947993"/>
            <a:chExt cx="6151611" cy="1965827"/>
          </a:xfrm>
        </p:grpSpPr>
        <p:sp>
          <p:nvSpPr>
            <p:cNvPr id="71" name="Google Shape;580;p18">
              <a:extLst>
                <a:ext uri="{FF2B5EF4-FFF2-40B4-BE49-F238E27FC236}">
                  <a16:creationId xmlns:a16="http://schemas.microsoft.com/office/drawing/2014/main" id="{8B4EF923-2100-3456-9BA1-701291517AEB}"/>
                </a:ext>
              </a:extLst>
            </p:cNvPr>
            <p:cNvSpPr/>
            <p:nvPr/>
          </p:nvSpPr>
          <p:spPr>
            <a:xfrm>
              <a:off x="1384026" y="6947993"/>
              <a:ext cx="4976272" cy="646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Aptos" panose="020B0004020202020204" pitchFamily="34" charset="0"/>
                  <a:cs typeface="Helvetica" panose="020B0604020202020204" pitchFamily="34" charset="0"/>
                </a:rPr>
                <a:t>Lead Qualification</a:t>
              </a:r>
            </a:p>
          </p:txBody>
        </p:sp>
        <p:sp>
          <p:nvSpPr>
            <p:cNvPr id="72" name="Google Shape;581;p18">
              <a:extLst>
                <a:ext uri="{FF2B5EF4-FFF2-40B4-BE49-F238E27FC236}">
                  <a16:creationId xmlns:a16="http://schemas.microsoft.com/office/drawing/2014/main" id="{7DCDAD5A-2F3F-D25D-F437-2212556C4A34}"/>
                </a:ext>
              </a:extLst>
            </p:cNvPr>
            <p:cNvSpPr txBox="1"/>
            <p:nvPr/>
          </p:nvSpPr>
          <p:spPr>
            <a:xfrm>
              <a:off x="657942" y="7528868"/>
              <a:ext cx="6151611" cy="13849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13" tIns="22850" rIns="45713" bIns="22850" anchor="t" anchorCtr="0">
              <a:spAutoFit/>
            </a:bodyPr>
            <a:lstStyle>
              <a:defPPr>
                <a:defRPr lang="en-US"/>
              </a:defPPr>
              <a:lvl1pPr algn="ctr" defTabSz="914217">
                <a:defRPr sz="1400">
                  <a:solidFill>
                    <a:schemeClr val="bg1">
                      <a:lumMod val="50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defRPr>
              </a:lvl1pPr>
            </a:lstStyle>
            <a:p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Qualified leads optimize resource use, enhancing conversion rates and sales effectiveness.</a:t>
              </a:r>
            </a:p>
          </p:txBody>
        </p:sp>
      </p:grp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05432F09-93B8-B736-6C32-A73FEA8FFF23}"/>
              </a:ext>
            </a:extLst>
          </p:cNvPr>
          <p:cNvSpPr txBox="1">
            <a:spLocks/>
          </p:cNvSpPr>
          <p:nvPr/>
        </p:nvSpPr>
        <p:spPr>
          <a:xfrm>
            <a:off x="300708" y="6567492"/>
            <a:ext cx="4197927" cy="268143"/>
          </a:xfrm>
          <a:prstGeom prst="rect">
            <a:avLst/>
          </a:prstGeom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© 2024 Collabera Digital  |  All Rights Reserved 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| collaberadigital.com</a:t>
            </a:r>
          </a:p>
        </p:txBody>
      </p:sp>
      <p:pic>
        <p:nvPicPr>
          <p:cNvPr id="76" name="Picture 75" descr="A black background with a person and a medal&#10;&#10;Description automatically generated">
            <a:extLst>
              <a:ext uri="{FF2B5EF4-FFF2-40B4-BE49-F238E27FC236}">
                <a16:creationId xmlns:a16="http://schemas.microsoft.com/office/drawing/2014/main" id="{D0F3D87B-92BB-6A08-DA28-FD7F08FD6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746" y="5357542"/>
            <a:ext cx="1063695" cy="957691"/>
          </a:xfrm>
          <a:prstGeom prst="rect">
            <a:avLst/>
          </a:prstGeom>
        </p:spPr>
      </p:pic>
      <p:pic>
        <p:nvPicPr>
          <p:cNvPr id="78" name="Picture 77" descr="A black circle with white dots&#10;&#10;Description automatically generated">
            <a:extLst>
              <a:ext uri="{FF2B5EF4-FFF2-40B4-BE49-F238E27FC236}">
                <a16:creationId xmlns:a16="http://schemas.microsoft.com/office/drawing/2014/main" id="{D28562A1-1788-9627-4CBF-C71D649B80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342" y="5447358"/>
            <a:ext cx="1014912" cy="867875"/>
          </a:xfrm>
          <a:prstGeom prst="rect">
            <a:avLst/>
          </a:prstGeom>
        </p:spPr>
      </p:pic>
      <p:pic>
        <p:nvPicPr>
          <p:cNvPr id="80" name="Picture 79" descr="A black and white image of a person&#10;&#10;Description automatically generated">
            <a:extLst>
              <a:ext uri="{FF2B5EF4-FFF2-40B4-BE49-F238E27FC236}">
                <a16:creationId xmlns:a16="http://schemas.microsoft.com/office/drawing/2014/main" id="{4B90B14B-9063-BD10-0DF4-CD92F8DCAC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788" y="3780157"/>
            <a:ext cx="1085882" cy="924872"/>
          </a:xfrm>
          <a:prstGeom prst="rect">
            <a:avLst/>
          </a:prstGeom>
        </p:spPr>
      </p:pic>
      <p:pic>
        <p:nvPicPr>
          <p:cNvPr id="82" name="Picture 81" descr="A black background with a circle&#10;&#10;Description automatically generated">
            <a:extLst>
              <a:ext uri="{FF2B5EF4-FFF2-40B4-BE49-F238E27FC236}">
                <a16:creationId xmlns:a16="http://schemas.microsoft.com/office/drawing/2014/main" id="{5F569E49-F1AD-BC96-6F48-429992D9E8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834" y="3685102"/>
            <a:ext cx="1412914" cy="1114983"/>
          </a:xfrm>
          <a:prstGeom prst="rect">
            <a:avLst/>
          </a:prstGeom>
        </p:spPr>
      </p:pic>
      <p:pic>
        <p:nvPicPr>
          <p:cNvPr id="84" name="Picture 83" descr="A blue line drawing of a person and graph&#10;&#10;Description automatically generated">
            <a:extLst>
              <a:ext uri="{FF2B5EF4-FFF2-40B4-BE49-F238E27FC236}">
                <a16:creationId xmlns:a16="http://schemas.microsoft.com/office/drawing/2014/main" id="{C535D8DD-7480-6AAF-443C-C130030CAF3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56" y="5034388"/>
            <a:ext cx="250507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15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05C4B9D-DD6E-7E96-A5F0-C36CB24DAD8A}"/>
              </a:ext>
            </a:extLst>
          </p:cNvPr>
          <p:cNvSpPr txBox="1">
            <a:spLocks/>
          </p:cNvSpPr>
          <p:nvPr/>
        </p:nvSpPr>
        <p:spPr>
          <a:xfrm>
            <a:off x="11464925" y="6490661"/>
            <a:ext cx="727075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A227D-D6B4-481D-8178-2242024024DE}" type="slidenum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333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05432F09-93B8-B736-6C32-A73FEA8FFF23}"/>
              </a:ext>
            </a:extLst>
          </p:cNvPr>
          <p:cNvSpPr txBox="1">
            <a:spLocks/>
          </p:cNvSpPr>
          <p:nvPr/>
        </p:nvSpPr>
        <p:spPr>
          <a:xfrm>
            <a:off x="300708" y="6567492"/>
            <a:ext cx="4197927" cy="268143"/>
          </a:xfrm>
          <a:prstGeom prst="rect">
            <a:avLst/>
          </a:prstGeom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rPr>
              <a:t>© 2024 Collabera Digital  |  All Rights Reserved 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rPr>
              <a:t>| collaberadigital.com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313E500-1747-5299-E737-1769CFB836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170" y="78525"/>
            <a:ext cx="1593677" cy="32176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2B26153-8CDB-B97A-44EF-A9B5EA5EE797}"/>
              </a:ext>
            </a:extLst>
          </p:cNvPr>
          <p:cNvSpPr txBox="1">
            <a:spLocks/>
          </p:cNvSpPr>
          <p:nvPr/>
        </p:nvSpPr>
        <p:spPr>
          <a:xfrm>
            <a:off x="230710" y="-75415"/>
            <a:ext cx="7508696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rgbClr val="2859C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rPr>
              <a:t>Proposed Approach – Let’s Discuss 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14E2830-7618-BCFD-D944-DC78DA91B6BD}"/>
              </a:ext>
            </a:extLst>
          </p:cNvPr>
          <p:cNvGrpSpPr/>
          <p:nvPr/>
        </p:nvGrpSpPr>
        <p:grpSpPr>
          <a:xfrm>
            <a:off x="716437" y="971304"/>
            <a:ext cx="11475562" cy="2623629"/>
            <a:chOff x="300708" y="691790"/>
            <a:chExt cx="11891291" cy="2613754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6EB6C8A-66C6-FE44-EF20-620389A0DC32}"/>
                </a:ext>
              </a:extLst>
            </p:cNvPr>
            <p:cNvGrpSpPr/>
            <p:nvPr/>
          </p:nvGrpSpPr>
          <p:grpSpPr>
            <a:xfrm>
              <a:off x="300708" y="1650462"/>
              <a:ext cx="11891291" cy="1655082"/>
              <a:chOff x="480193" y="1009439"/>
              <a:chExt cx="11348268" cy="1655082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FAF91569-3C38-4124-9C73-DB032FE91B8C}"/>
                  </a:ext>
                </a:extLst>
              </p:cNvPr>
              <p:cNvSpPr/>
              <p:nvPr/>
            </p:nvSpPr>
            <p:spPr>
              <a:xfrm>
                <a:off x="2677212" y="1067181"/>
                <a:ext cx="2556470" cy="1597340"/>
              </a:xfrm>
              <a:custGeom>
                <a:avLst/>
                <a:gdLst>
                  <a:gd name="connsiteX0" fmla="*/ 6333025 w 6396574"/>
                  <a:gd name="connsiteY0" fmla="*/ 2379809 h 4975113"/>
                  <a:gd name="connsiteX1" fmla="*/ 5219033 w 6396574"/>
                  <a:gd name="connsiteY1" fmla="*/ 100527 h 4975113"/>
                  <a:gd name="connsiteX2" fmla="*/ 5178552 w 6396574"/>
                  <a:gd name="connsiteY2" fmla="*/ 75188 h 4975113"/>
                  <a:gd name="connsiteX3" fmla="*/ 120314 w 6396574"/>
                  <a:gd name="connsiteY3" fmla="*/ 75188 h 4975113"/>
                  <a:gd name="connsiteX4" fmla="*/ 81996 w 6396574"/>
                  <a:gd name="connsiteY4" fmla="*/ 96510 h 4975113"/>
                  <a:gd name="connsiteX5" fmla="*/ 79833 w 6396574"/>
                  <a:gd name="connsiteY5" fmla="*/ 140390 h 4975113"/>
                  <a:gd name="connsiteX6" fmla="*/ 1184246 w 6396574"/>
                  <a:gd name="connsiteY6" fmla="*/ 2399895 h 4975113"/>
                  <a:gd name="connsiteX7" fmla="*/ 79833 w 6396574"/>
                  <a:gd name="connsiteY7" fmla="*/ 4659091 h 4975113"/>
                  <a:gd name="connsiteX8" fmla="*/ 81996 w 6396574"/>
                  <a:gd name="connsiteY8" fmla="*/ 4702971 h 4975113"/>
                  <a:gd name="connsiteX9" fmla="*/ 120314 w 6396574"/>
                  <a:gd name="connsiteY9" fmla="*/ 4724293 h 4975113"/>
                  <a:gd name="connsiteX10" fmla="*/ 4505830 w 6396574"/>
                  <a:gd name="connsiteY10" fmla="*/ 4724293 h 4975113"/>
                  <a:gd name="connsiteX11" fmla="*/ 4505830 w 6396574"/>
                  <a:gd name="connsiteY11" fmla="*/ 4904448 h 4975113"/>
                  <a:gd name="connsiteX12" fmla="*/ 4896423 w 6396574"/>
                  <a:gd name="connsiteY12" fmla="*/ 4678868 h 4975113"/>
                  <a:gd name="connsiteX13" fmla="*/ 4505830 w 6396574"/>
                  <a:gd name="connsiteY13" fmla="*/ 4453288 h 4975113"/>
                  <a:gd name="connsiteX14" fmla="*/ 4505830 w 6396574"/>
                  <a:gd name="connsiteY14" fmla="*/ 4633443 h 4975113"/>
                  <a:gd name="connsiteX15" fmla="*/ 192932 w 6396574"/>
                  <a:gd name="connsiteY15" fmla="*/ 4633443 h 4975113"/>
                  <a:gd name="connsiteX16" fmla="*/ 1275096 w 6396574"/>
                  <a:gd name="connsiteY16" fmla="*/ 2419363 h 4975113"/>
                  <a:gd name="connsiteX17" fmla="*/ 1275096 w 6396574"/>
                  <a:gd name="connsiteY17" fmla="*/ 2379809 h 4975113"/>
                  <a:gd name="connsiteX18" fmla="*/ 192932 w 6396574"/>
                  <a:gd name="connsiteY18" fmla="*/ 165729 h 4975113"/>
                  <a:gd name="connsiteX19" fmla="*/ 5150122 w 6396574"/>
                  <a:gd name="connsiteY19" fmla="*/ 165729 h 4975113"/>
                  <a:gd name="connsiteX20" fmla="*/ 6242176 w 6396574"/>
                  <a:gd name="connsiteY20" fmla="*/ 2399895 h 4975113"/>
                  <a:gd name="connsiteX21" fmla="*/ 5137762 w 6396574"/>
                  <a:gd name="connsiteY21" fmla="*/ 4659400 h 4975113"/>
                  <a:gd name="connsiteX22" fmla="*/ 5158466 w 6396574"/>
                  <a:gd name="connsiteY22" fmla="*/ 4719967 h 4975113"/>
                  <a:gd name="connsiteX23" fmla="*/ 5178243 w 6396574"/>
                  <a:gd name="connsiteY23" fmla="*/ 4724602 h 4975113"/>
                  <a:gd name="connsiteX24" fmla="*/ 5219033 w 6396574"/>
                  <a:gd name="connsiteY24" fmla="*/ 4699263 h 4975113"/>
                  <a:gd name="connsiteX25" fmla="*/ 6333025 w 6396574"/>
                  <a:gd name="connsiteY25" fmla="*/ 2419981 h 4975113"/>
                  <a:gd name="connsiteX26" fmla="*/ 6333025 w 6396574"/>
                  <a:gd name="connsiteY26" fmla="*/ 2379809 h 4975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6574" h="4975113">
                    <a:moveTo>
                      <a:pt x="6333025" y="2379809"/>
                    </a:moveTo>
                    <a:lnTo>
                      <a:pt x="5219033" y="100527"/>
                    </a:lnTo>
                    <a:cubicBezTo>
                      <a:pt x="5211307" y="85077"/>
                      <a:pt x="5195547" y="75188"/>
                      <a:pt x="5178552" y="75188"/>
                    </a:cubicBezTo>
                    <a:lnTo>
                      <a:pt x="120314" y="75188"/>
                    </a:lnTo>
                    <a:cubicBezTo>
                      <a:pt x="104554" y="75188"/>
                      <a:pt x="90339" y="83223"/>
                      <a:pt x="81996" y="96510"/>
                    </a:cubicBezTo>
                    <a:cubicBezTo>
                      <a:pt x="73653" y="109798"/>
                      <a:pt x="73035" y="126176"/>
                      <a:pt x="79833" y="140390"/>
                    </a:cubicBezTo>
                    <a:lnTo>
                      <a:pt x="1184246" y="2399895"/>
                    </a:lnTo>
                    <a:lnTo>
                      <a:pt x="79833" y="4659091"/>
                    </a:lnTo>
                    <a:cubicBezTo>
                      <a:pt x="73035" y="4672997"/>
                      <a:pt x="73962" y="4689683"/>
                      <a:pt x="81996" y="4702971"/>
                    </a:cubicBezTo>
                    <a:cubicBezTo>
                      <a:pt x="90339" y="4716259"/>
                      <a:pt x="104863" y="4724293"/>
                      <a:pt x="120314" y="4724293"/>
                    </a:cubicBezTo>
                    <a:lnTo>
                      <a:pt x="4505830" y="4724293"/>
                    </a:lnTo>
                    <a:lnTo>
                      <a:pt x="4505830" y="4904448"/>
                    </a:lnTo>
                    <a:lnTo>
                      <a:pt x="4896423" y="4678868"/>
                    </a:lnTo>
                    <a:lnTo>
                      <a:pt x="4505830" y="4453288"/>
                    </a:lnTo>
                    <a:lnTo>
                      <a:pt x="4505830" y="4633443"/>
                    </a:lnTo>
                    <a:lnTo>
                      <a:pt x="192932" y="4633443"/>
                    </a:lnTo>
                    <a:lnTo>
                      <a:pt x="1275096" y="2419363"/>
                    </a:lnTo>
                    <a:cubicBezTo>
                      <a:pt x="1281276" y="2407003"/>
                      <a:pt x="1281276" y="2392170"/>
                      <a:pt x="1275096" y="2379809"/>
                    </a:cubicBezTo>
                    <a:lnTo>
                      <a:pt x="192932" y="165729"/>
                    </a:lnTo>
                    <a:lnTo>
                      <a:pt x="5150122" y="165729"/>
                    </a:lnTo>
                    <a:lnTo>
                      <a:pt x="6242176" y="2399895"/>
                    </a:lnTo>
                    <a:lnTo>
                      <a:pt x="5137762" y="4659400"/>
                    </a:lnTo>
                    <a:cubicBezTo>
                      <a:pt x="5126946" y="4681958"/>
                      <a:pt x="5136217" y="4708843"/>
                      <a:pt x="5158466" y="4719967"/>
                    </a:cubicBezTo>
                    <a:cubicBezTo>
                      <a:pt x="5164955" y="4723057"/>
                      <a:pt x="5171753" y="4724602"/>
                      <a:pt x="5178243" y="4724602"/>
                    </a:cubicBezTo>
                    <a:cubicBezTo>
                      <a:pt x="5194929" y="4724602"/>
                      <a:pt x="5210998" y="4715332"/>
                      <a:pt x="5219033" y="4699263"/>
                    </a:cubicBezTo>
                    <a:lnTo>
                      <a:pt x="6333025" y="2419981"/>
                    </a:lnTo>
                    <a:cubicBezTo>
                      <a:pt x="6339206" y="2407003"/>
                      <a:pt x="6339206" y="2392479"/>
                      <a:pt x="6333025" y="2379809"/>
                    </a:cubicBezTo>
                    <a:close/>
                  </a:path>
                </a:pathLst>
              </a:custGeom>
              <a:solidFill>
                <a:srgbClr val="05BCC1"/>
              </a:solidFill>
              <a:ln w="309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7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7130D53-AC46-44D9-8282-3A8174CBA781}"/>
                  </a:ext>
                </a:extLst>
              </p:cNvPr>
              <p:cNvSpPr/>
              <p:nvPr/>
            </p:nvSpPr>
            <p:spPr>
              <a:xfrm>
                <a:off x="4889115" y="1009439"/>
                <a:ext cx="2556470" cy="1597340"/>
              </a:xfrm>
              <a:custGeom>
                <a:avLst/>
                <a:gdLst>
                  <a:gd name="connsiteX0" fmla="*/ 6332716 w 6396574"/>
                  <a:gd name="connsiteY0" fmla="*/ 2559655 h 4975113"/>
                  <a:gd name="connsiteX1" fmla="*/ 5218723 w 6396574"/>
                  <a:gd name="connsiteY1" fmla="*/ 280373 h 4975113"/>
                  <a:gd name="connsiteX2" fmla="*/ 5158157 w 6396574"/>
                  <a:gd name="connsiteY2" fmla="*/ 259669 h 4975113"/>
                  <a:gd name="connsiteX3" fmla="*/ 5137453 w 6396574"/>
                  <a:gd name="connsiteY3" fmla="*/ 320236 h 4975113"/>
                  <a:gd name="connsiteX4" fmla="*/ 6241866 w 6396574"/>
                  <a:gd name="connsiteY4" fmla="*/ 2579741 h 4975113"/>
                  <a:gd name="connsiteX5" fmla="*/ 5149814 w 6396574"/>
                  <a:gd name="connsiteY5" fmla="*/ 4813907 h 4975113"/>
                  <a:gd name="connsiteX6" fmla="*/ 192622 w 6396574"/>
                  <a:gd name="connsiteY6" fmla="*/ 4813907 h 4975113"/>
                  <a:gd name="connsiteX7" fmla="*/ 1274787 w 6396574"/>
                  <a:gd name="connsiteY7" fmla="*/ 2599827 h 4975113"/>
                  <a:gd name="connsiteX8" fmla="*/ 1274787 w 6396574"/>
                  <a:gd name="connsiteY8" fmla="*/ 2560273 h 4975113"/>
                  <a:gd name="connsiteX9" fmla="*/ 192622 w 6396574"/>
                  <a:gd name="connsiteY9" fmla="*/ 346193 h 4975113"/>
                  <a:gd name="connsiteX10" fmla="*/ 4505830 w 6396574"/>
                  <a:gd name="connsiteY10" fmla="*/ 346193 h 4975113"/>
                  <a:gd name="connsiteX11" fmla="*/ 4505830 w 6396574"/>
                  <a:gd name="connsiteY11" fmla="*/ 526348 h 4975113"/>
                  <a:gd name="connsiteX12" fmla="*/ 4896423 w 6396574"/>
                  <a:gd name="connsiteY12" fmla="*/ 300768 h 4975113"/>
                  <a:gd name="connsiteX13" fmla="*/ 4505830 w 6396574"/>
                  <a:gd name="connsiteY13" fmla="*/ 75188 h 4975113"/>
                  <a:gd name="connsiteX14" fmla="*/ 4505830 w 6396574"/>
                  <a:gd name="connsiteY14" fmla="*/ 255343 h 4975113"/>
                  <a:gd name="connsiteX15" fmla="*/ 120313 w 6396574"/>
                  <a:gd name="connsiteY15" fmla="*/ 255343 h 4975113"/>
                  <a:gd name="connsiteX16" fmla="*/ 81996 w 6396574"/>
                  <a:gd name="connsiteY16" fmla="*/ 276665 h 4975113"/>
                  <a:gd name="connsiteX17" fmla="*/ 79833 w 6396574"/>
                  <a:gd name="connsiteY17" fmla="*/ 320545 h 4975113"/>
                  <a:gd name="connsiteX18" fmla="*/ 1184246 w 6396574"/>
                  <a:gd name="connsiteY18" fmla="*/ 2580050 h 4975113"/>
                  <a:gd name="connsiteX19" fmla="*/ 79833 w 6396574"/>
                  <a:gd name="connsiteY19" fmla="*/ 4839554 h 4975113"/>
                  <a:gd name="connsiteX20" fmla="*/ 81996 w 6396574"/>
                  <a:gd name="connsiteY20" fmla="*/ 4883435 h 4975113"/>
                  <a:gd name="connsiteX21" fmla="*/ 120313 w 6396574"/>
                  <a:gd name="connsiteY21" fmla="*/ 4904757 h 4975113"/>
                  <a:gd name="connsiteX22" fmla="*/ 5178242 w 6396574"/>
                  <a:gd name="connsiteY22" fmla="*/ 4904757 h 4975113"/>
                  <a:gd name="connsiteX23" fmla="*/ 5219032 w 6396574"/>
                  <a:gd name="connsiteY23" fmla="*/ 4879417 h 4975113"/>
                  <a:gd name="connsiteX24" fmla="*/ 6333025 w 6396574"/>
                  <a:gd name="connsiteY24" fmla="*/ 2600136 h 4975113"/>
                  <a:gd name="connsiteX25" fmla="*/ 6332716 w 6396574"/>
                  <a:gd name="connsiteY25" fmla="*/ 2559655 h 4975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396574" h="4975113">
                    <a:moveTo>
                      <a:pt x="6332716" y="2559655"/>
                    </a:moveTo>
                    <a:lnTo>
                      <a:pt x="5218723" y="280373"/>
                    </a:lnTo>
                    <a:cubicBezTo>
                      <a:pt x="5207599" y="257815"/>
                      <a:pt x="5180715" y="248545"/>
                      <a:pt x="5158157" y="259669"/>
                    </a:cubicBezTo>
                    <a:cubicBezTo>
                      <a:pt x="5135598" y="270794"/>
                      <a:pt x="5126328" y="297678"/>
                      <a:pt x="5137453" y="320236"/>
                    </a:cubicBezTo>
                    <a:lnTo>
                      <a:pt x="6241866" y="2579741"/>
                    </a:lnTo>
                    <a:lnTo>
                      <a:pt x="5149814" y="4813907"/>
                    </a:lnTo>
                    <a:lnTo>
                      <a:pt x="192622" y="4813907"/>
                    </a:lnTo>
                    <a:lnTo>
                      <a:pt x="1274787" y="2599827"/>
                    </a:lnTo>
                    <a:cubicBezTo>
                      <a:pt x="1280967" y="2587466"/>
                      <a:pt x="1280967" y="2572634"/>
                      <a:pt x="1274787" y="2560273"/>
                    </a:cubicBezTo>
                    <a:lnTo>
                      <a:pt x="192622" y="346193"/>
                    </a:lnTo>
                    <a:lnTo>
                      <a:pt x="4505830" y="346193"/>
                    </a:lnTo>
                    <a:lnTo>
                      <a:pt x="4505830" y="526348"/>
                    </a:lnTo>
                    <a:lnTo>
                      <a:pt x="4896423" y="300768"/>
                    </a:lnTo>
                    <a:lnTo>
                      <a:pt x="4505830" y="75188"/>
                    </a:lnTo>
                    <a:lnTo>
                      <a:pt x="4505830" y="255343"/>
                    </a:lnTo>
                    <a:lnTo>
                      <a:pt x="120313" y="255343"/>
                    </a:lnTo>
                    <a:cubicBezTo>
                      <a:pt x="104554" y="255343"/>
                      <a:pt x="90339" y="263377"/>
                      <a:pt x="81996" y="276665"/>
                    </a:cubicBezTo>
                    <a:cubicBezTo>
                      <a:pt x="73653" y="289952"/>
                      <a:pt x="73034" y="306330"/>
                      <a:pt x="79833" y="320545"/>
                    </a:cubicBezTo>
                    <a:lnTo>
                      <a:pt x="1184246" y="2580050"/>
                    </a:lnTo>
                    <a:lnTo>
                      <a:pt x="79833" y="4839554"/>
                    </a:lnTo>
                    <a:cubicBezTo>
                      <a:pt x="73034" y="4853460"/>
                      <a:pt x="73961" y="4870147"/>
                      <a:pt x="81996" y="4883435"/>
                    </a:cubicBezTo>
                    <a:cubicBezTo>
                      <a:pt x="90339" y="4896722"/>
                      <a:pt x="104863" y="4904757"/>
                      <a:pt x="120313" y="4904757"/>
                    </a:cubicBezTo>
                    <a:lnTo>
                      <a:pt x="5178242" y="4904757"/>
                    </a:lnTo>
                    <a:cubicBezTo>
                      <a:pt x="5195547" y="4904757"/>
                      <a:pt x="5211307" y="4894868"/>
                      <a:pt x="5219032" y="4879417"/>
                    </a:cubicBezTo>
                    <a:lnTo>
                      <a:pt x="6333025" y="2600136"/>
                    </a:lnTo>
                    <a:cubicBezTo>
                      <a:pt x="6338896" y="2586848"/>
                      <a:pt x="6338896" y="2572325"/>
                      <a:pt x="6332716" y="2559655"/>
                    </a:cubicBezTo>
                    <a:close/>
                  </a:path>
                </a:pathLst>
              </a:custGeom>
              <a:solidFill>
                <a:srgbClr val="A3CE37"/>
              </a:solidFill>
              <a:ln w="309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7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24466B6-A833-4A68-A5E6-D22B6ABAAA31}"/>
                  </a:ext>
                </a:extLst>
              </p:cNvPr>
              <p:cNvSpPr/>
              <p:nvPr/>
            </p:nvSpPr>
            <p:spPr>
              <a:xfrm>
                <a:off x="7060263" y="1067181"/>
                <a:ext cx="2556470" cy="1597340"/>
              </a:xfrm>
              <a:custGeom>
                <a:avLst/>
                <a:gdLst>
                  <a:gd name="connsiteX0" fmla="*/ 6333025 w 6396574"/>
                  <a:gd name="connsiteY0" fmla="*/ 2379809 h 4975113"/>
                  <a:gd name="connsiteX1" fmla="*/ 5219032 w 6396574"/>
                  <a:gd name="connsiteY1" fmla="*/ 100527 h 4975113"/>
                  <a:gd name="connsiteX2" fmla="*/ 5178242 w 6396574"/>
                  <a:gd name="connsiteY2" fmla="*/ 75188 h 4975113"/>
                  <a:gd name="connsiteX3" fmla="*/ 120313 w 6396574"/>
                  <a:gd name="connsiteY3" fmla="*/ 75188 h 4975113"/>
                  <a:gd name="connsiteX4" fmla="*/ 81996 w 6396574"/>
                  <a:gd name="connsiteY4" fmla="*/ 96510 h 4975113"/>
                  <a:gd name="connsiteX5" fmla="*/ 79833 w 6396574"/>
                  <a:gd name="connsiteY5" fmla="*/ 140390 h 4975113"/>
                  <a:gd name="connsiteX6" fmla="*/ 1184247 w 6396574"/>
                  <a:gd name="connsiteY6" fmla="*/ 2399895 h 4975113"/>
                  <a:gd name="connsiteX7" fmla="*/ 79833 w 6396574"/>
                  <a:gd name="connsiteY7" fmla="*/ 4659400 h 4975113"/>
                  <a:gd name="connsiteX8" fmla="*/ 81996 w 6396574"/>
                  <a:gd name="connsiteY8" fmla="*/ 4703280 h 4975113"/>
                  <a:gd name="connsiteX9" fmla="*/ 120313 w 6396574"/>
                  <a:gd name="connsiteY9" fmla="*/ 4724602 h 4975113"/>
                  <a:gd name="connsiteX10" fmla="*/ 4505830 w 6396574"/>
                  <a:gd name="connsiteY10" fmla="*/ 4724602 h 4975113"/>
                  <a:gd name="connsiteX11" fmla="*/ 4505830 w 6396574"/>
                  <a:gd name="connsiteY11" fmla="*/ 4904757 h 4975113"/>
                  <a:gd name="connsiteX12" fmla="*/ 4896423 w 6396574"/>
                  <a:gd name="connsiteY12" fmla="*/ 4679177 h 4975113"/>
                  <a:gd name="connsiteX13" fmla="*/ 4505830 w 6396574"/>
                  <a:gd name="connsiteY13" fmla="*/ 4453597 h 4975113"/>
                  <a:gd name="connsiteX14" fmla="*/ 4505830 w 6396574"/>
                  <a:gd name="connsiteY14" fmla="*/ 4633752 h 4975113"/>
                  <a:gd name="connsiteX15" fmla="*/ 192623 w 6396574"/>
                  <a:gd name="connsiteY15" fmla="*/ 4633752 h 4975113"/>
                  <a:gd name="connsiteX16" fmla="*/ 1274787 w 6396574"/>
                  <a:gd name="connsiteY16" fmla="*/ 2419672 h 4975113"/>
                  <a:gd name="connsiteX17" fmla="*/ 1274787 w 6396574"/>
                  <a:gd name="connsiteY17" fmla="*/ 2380118 h 4975113"/>
                  <a:gd name="connsiteX18" fmla="*/ 192623 w 6396574"/>
                  <a:gd name="connsiteY18" fmla="*/ 166038 h 4975113"/>
                  <a:gd name="connsiteX19" fmla="*/ 5149814 w 6396574"/>
                  <a:gd name="connsiteY19" fmla="*/ 166038 h 4975113"/>
                  <a:gd name="connsiteX20" fmla="*/ 6241867 w 6396574"/>
                  <a:gd name="connsiteY20" fmla="*/ 2400204 h 4975113"/>
                  <a:gd name="connsiteX21" fmla="*/ 5137452 w 6396574"/>
                  <a:gd name="connsiteY21" fmla="*/ 4659709 h 4975113"/>
                  <a:gd name="connsiteX22" fmla="*/ 5158158 w 6396574"/>
                  <a:gd name="connsiteY22" fmla="*/ 4720276 h 4975113"/>
                  <a:gd name="connsiteX23" fmla="*/ 5177935 w 6396574"/>
                  <a:gd name="connsiteY23" fmla="*/ 4724911 h 4975113"/>
                  <a:gd name="connsiteX24" fmla="*/ 5218723 w 6396574"/>
                  <a:gd name="connsiteY24" fmla="*/ 4699572 h 4975113"/>
                  <a:gd name="connsiteX25" fmla="*/ 6332717 w 6396574"/>
                  <a:gd name="connsiteY25" fmla="*/ 2420290 h 4975113"/>
                  <a:gd name="connsiteX26" fmla="*/ 6333025 w 6396574"/>
                  <a:gd name="connsiteY26" fmla="*/ 2379809 h 4975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6574" h="4975113">
                    <a:moveTo>
                      <a:pt x="6333025" y="2379809"/>
                    </a:moveTo>
                    <a:lnTo>
                      <a:pt x="5219032" y="100527"/>
                    </a:lnTo>
                    <a:cubicBezTo>
                      <a:pt x="5211307" y="85077"/>
                      <a:pt x="5195547" y="75188"/>
                      <a:pt x="5178242" y="75188"/>
                    </a:cubicBezTo>
                    <a:lnTo>
                      <a:pt x="120313" y="75188"/>
                    </a:lnTo>
                    <a:cubicBezTo>
                      <a:pt x="104554" y="75188"/>
                      <a:pt x="90340" y="83223"/>
                      <a:pt x="81996" y="96510"/>
                    </a:cubicBezTo>
                    <a:cubicBezTo>
                      <a:pt x="73653" y="109798"/>
                      <a:pt x="73034" y="126176"/>
                      <a:pt x="79833" y="140390"/>
                    </a:cubicBezTo>
                    <a:lnTo>
                      <a:pt x="1184247" y="2399895"/>
                    </a:lnTo>
                    <a:lnTo>
                      <a:pt x="79833" y="4659400"/>
                    </a:lnTo>
                    <a:cubicBezTo>
                      <a:pt x="73034" y="4673305"/>
                      <a:pt x="73961" y="4689992"/>
                      <a:pt x="81996" y="4703280"/>
                    </a:cubicBezTo>
                    <a:cubicBezTo>
                      <a:pt x="90340" y="4716568"/>
                      <a:pt x="104863" y="4724602"/>
                      <a:pt x="120313" y="4724602"/>
                    </a:cubicBezTo>
                    <a:lnTo>
                      <a:pt x="4505830" y="4724602"/>
                    </a:lnTo>
                    <a:lnTo>
                      <a:pt x="4505830" y="4904757"/>
                    </a:lnTo>
                    <a:lnTo>
                      <a:pt x="4896423" y="4679177"/>
                    </a:lnTo>
                    <a:lnTo>
                      <a:pt x="4505830" y="4453597"/>
                    </a:lnTo>
                    <a:lnTo>
                      <a:pt x="4505830" y="4633752"/>
                    </a:lnTo>
                    <a:lnTo>
                      <a:pt x="192623" y="4633752"/>
                    </a:lnTo>
                    <a:lnTo>
                      <a:pt x="1274787" y="2419672"/>
                    </a:lnTo>
                    <a:cubicBezTo>
                      <a:pt x="1280968" y="2407311"/>
                      <a:pt x="1280968" y="2392479"/>
                      <a:pt x="1274787" y="2380118"/>
                    </a:cubicBezTo>
                    <a:lnTo>
                      <a:pt x="192623" y="166038"/>
                    </a:lnTo>
                    <a:lnTo>
                      <a:pt x="5149814" y="166038"/>
                    </a:lnTo>
                    <a:lnTo>
                      <a:pt x="6241867" y="2400204"/>
                    </a:lnTo>
                    <a:lnTo>
                      <a:pt x="5137452" y="4659709"/>
                    </a:lnTo>
                    <a:cubicBezTo>
                      <a:pt x="5126638" y="4682267"/>
                      <a:pt x="5135908" y="4709151"/>
                      <a:pt x="5158158" y="4720276"/>
                    </a:cubicBezTo>
                    <a:cubicBezTo>
                      <a:pt x="5164646" y="4723366"/>
                      <a:pt x="5171445" y="4724911"/>
                      <a:pt x="5177935" y="4724911"/>
                    </a:cubicBezTo>
                    <a:cubicBezTo>
                      <a:pt x="5194621" y="4724911"/>
                      <a:pt x="5210690" y="4715641"/>
                      <a:pt x="5218723" y="4699572"/>
                    </a:cubicBezTo>
                    <a:lnTo>
                      <a:pt x="6332717" y="2420290"/>
                    </a:lnTo>
                    <a:cubicBezTo>
                      <a:pt x="6339205" y="2407003"/>
                      <a:pt x="6339205" y="2392479"/>
                      <a:pt x="6333025" y="2379809"/>
                    </a:cubicBezTo>
                    <a:close/>
                  </a:path>
                </a:pathLst>
              </a:custGeom>
              <a:solidFill>
                <a:srgbClr val="F7615A"/>
              </a:solidFill>
              <a:ln w="309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7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7326EDC-4089-47BE-B52C-BC350273F999}"/>
                  </a:ext>
                </a:extLst>
              </p:cNvPr>
              <p:cNvSpPr/>
              <p:nvPr/>
            </p:nvSpPr>
            <p:spPr>
              <a:xfrm>
                <a:off x="9271991" y="1009439"/>
                <a:ext cx="2556470" cy="1597340"/>
              </a:xfrm>
              <a:custGeom>
                <a:avLst/>
                <a:gdLst>
                  <a:gd name="connsiteX0" fmla="*/ 6333151 w 6396574"/>
                  <a:gd name="connsiteY0" fmla="*/ 2559655 h 4975113"/>
                  <a:gd name="connsiteX1" fmla="*/ 5219159 w 6396574"/>
                  <a:gd name="connsiteY1" fmla="*/ 280373 h 4975113"/>
                  <a:gd name="connsiteX2" fmla="*/ 5158592 w 6396574"/>
                  <a:gd name="connsiteY2" fmla="*/ 259669 h 4975113"/>
                  <a:gd name="connsiteX3" fmla="*/ 5137888 w 6396574"/>
                  <a:gd name="connsiteY3" fmla="*/ 320236 h 4975113"/>
                  <a:gd name="connsiteX4" fmla="*/ 6242301 w 6396574"/>
                  <a:gd name="connsiteY4" fmla="*/ 2579741 h 4975113"/>
                  <a:gd name="connsiteX5" fmla="*/ 5150248 w 6396574"/>
                  <a:gd name="connsiteY5" fmla="*/ 4813907 h 4975113"/>
                  <a:gd name="connsiteX6" fmla="*/ 192748 w 6396574"/>
                  <a:gd name="connsiteY6" fmla="*/ 4813907 h 4975113"/>
                  <a:gd name="connsiteX7" fmla="*/ 1274913 w 6396574"/>
                  <a:gd name="connsiteY7" fmla="*/ 2599827 h 4975113"/>
                  <a:gd name="connsiteX8" fmla="*/ 1274913 w 6396574"/>
                  <a:gd name="connsiteY8" fmla="*/ 2560273 h 4975113"/>
                  <a:gd name="connsiteX9" fmla="*/ 192748 w 6396574"/>
                  <a:gd name="connsiteY9" fmla="*/ 346193 h 4975113"/>
                  <a:gd name="connsiteX10" fmla="*/ 4505956 w 6396574"/>
                  <a:gd name="connsiteY10" fmla="*/ 346193 h 4975113"/>
                  <a:gd name="connsiteX11" fmla="*/ 4505956 w 6396574"/>
                  <a:gd name="connsiteY11" fmla="*/ 526348 h 4975113"/>
                  <a:gd name="connsiteX12" fmla="*/ 4896549 w 6396574"/>
                  <a:gd name="connsiteY12" fmla="*/ 300768 h 4975113"/>
                  <a:gd name="connsiteX13" fmla="*/ 4505956 w 6396574"/>
                  <a:gd name="connsiteY13" fmla="*/ 75188 h 4975113"/>
                  <a:gd name="connsiteX14" fmla="*/ 4505956 w 6396574"/>
                  <a:gd name="connsiteY14" fmla="*/ 255343 h 4975113"/>
                  <a:gd name="connsiteX15" fmla="*/ 120440 w 6396574"/>
                  <a:gd name="connsiteY15" fmla="*/ 255343 h 4975113"/>
                  <a:gd name="connsiteX16" fmla="*/ 82123 w 6396574"/>
                  <a:gd name="connsiteY16" fmla="*/ 276665 h 4975113"/>
                  <a:gd name="connsiteX17" fmla="*/ 79959 w 6396574"/>
                  <a:gd name="connsiteY17" fmla="*/ 320545 h 4975113"/>
                  <a:gd name="connsiteX18" fmla="*/ 1184372 w 6396574"/>
                  <a:gd name="connsiteY18" fmla="*/ 2580050 h 4975113"/>
                  <a:gd name="connsiteX19" fmla="*/ 79959 w 6396574"/>
                  <a:gd name="connsiteY19" fmla="*/ 4839554 h 4975113"/>
                  <a:gd name="connsiteX20" fmla="*/ 82123 w 6396574"/>
                  <a:gd name="connsiteY20" fmla="*/ 4883435 h 4975113"/>
                  <a:gd name="connsiteX21" fmla="*/ 120440 w 6396574"/>
                  <a:gd name="connsiteY21" fmla="*/ 4904757 h 4975113"/>
                  <a:gd name="connsiteX22" fmla="*/ 5178369 w 6396574"/>
                  <a:gd name="connsiteY22" fmla="*/ 4904757 h 4975113"/>
                  <a:gd name="connsiteX23" fmla="*/ 5219159 w 6396574"/>
                  <a:gd name="connsiteY23" fmla="*/ 4879417 h 4975113"/>
                  <a:gd name="connsiteX24" fmla="*/ 6333151 w 6396574"/>
                  <a:gd name="connsiteY24" fmla="*/ 2600136 h 4975113"/>
                  <a:gd name="connsiteX25" fmla="*/ 6333151 w 6396574"/>
                  <a:gd name="connsiteY25" fmla="*/ 2559655 h 4975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396574" h="4975113">
                    <a:moveTo>
                      <a:pt x="6333151" y="2559655"/>
                    </a:moveTo>
                    <a:lnTo>
                      <a:pt x="5219159" y="280373"/>
                    </a:lnTo>
                    <a:cubicBezTo>
                      <a:pt x="5208342" y="257815"/>
                      <a:pt x="5181149" y="248545"/>
                      <a:pt x="5158592" y="259669"/>
                    </a:cubicBezTo>
                    <a:cubicBezTo>
                      <a:pt x="5136034" y="270794"/>
                      <a:pt x="5126764" y="297678"/>
                      <a:pt x="5137888" y="320236"/>
                    </a:cubicBezTo>
                    <a:lnTo>
                      <a:pt x="6242301" y="2579741"/>
                    </a:lnTo>
                    <a:lnTo>
                      <a:pt x="5150248" y="4813907"/>
                    </a:lnTo>
                    <a:lnTo>
                      <a:pt x="192748" y="4813907"/>
                    </a:lnTo>
                    <a:lnTo>
                      <a:pt x="1274913" y="2599827"/>
                    </a:lnTo>
                    <a:cubicBezTo>
                      <a:pt x="1281094" y="2587466"/>
                      <a:pt x="1281094" y="2572634"/>
                      <a:pt x="1274913" y="2560273"/>
                    </a:cubicBezTo>
                    <a:lnTo>
                      <a:pt x="192748" y="346193"/>
                    </a:lnTo>
                    <a:lnTo>
                      <a:pt x="4505956" y="346193"/>
                    </a:lnTo>
                    <a:lnTo>
                      <a:pt x="4505956" y="526348"/>
                    </a:lnTo>
                    <a:lnTo>
                      <a:pt x="4896549" y="300768"/>
                    </a:lnTo>
                    <a:lnTo>
                      <a:pt x="4505956" y="75188"/>
                    </a:lnTo>
                    <a:lnTo>
                      <a:pt x="4505956" y="255343"/>
                    </a:lnTo>
                    <a:lnTo>
                      <a:pt x="120440" y="255343"/>
                    </a:lnTo>
                    <a:cubicBezTo>
                      <a:pt x="104680" y="255343"/>
                      <a:pt x="90465" y="263377"/>
                      <a:pt x="82123" y="276665"/>
                    </a:cubicBezTo>
                    <a:cubicBezTo>
                      <a:pt x="73779" y="289952"/>
                      <a:pt x="72851" y="306330"/>
                      <a:pt x="79959" y="320545"/>
                    </a:cubicBezTo>
                    <a:lnTo>
                      <a:pt x="1184372" y="2580050"/>
                    </a:lnTo>
                    <a:lnTo>
                      <a:pt x="79959" y="4839554"/>
                    </a:lnTo>
                    <a:cubicBezTo>
                      <a:pt x="73160" y="4853460"/>
                      <a:pt x="74088" y="4870147"/>
                      <a:pt x="82123" y="4883435"/>
                    </a:cubicBezTo>
                    <a:cubicBezTo>
                      <a:pt x="90465" y="4896722"/>
                      <a:pt x="104989" y="4904757"/>
                      <a:pt x="120440" y="4904757"/>
                    </a:cubicBezTo>
                    <a:lnTo>
                      <a:pt x="5178369" y="4904757"/>
                    </a:lnTo>
                    <a:cubicBezTo>
                      <a:pt x="5195674" y="4904757"/>
                      <a:pt x="5211434" y="4894868"/>
                      <a:pt x="5219159" y="4879417"/>
                    </a:cubicBezTo>
                    <a:lnTo>
                      <a:pt x="6333151" y="2600136"/>
                    </a:lnTo>
                    <a:cubicBezTo>
                      <a:pt x="6339332" y="2586848"/>
                      <a:pt x="6339332" y="2572325"/>
                      <a:pt x="6333151" y="2559655"/>
                    </a:cubicBezTo>
                    <a:close/>
                  </a:path>
                </a:pathLst>
              </a:custGeom>
              <a:solidFill>
                <a:srgbClr val="F1A229"/>
              </a:solidFill>
              <a:ln w="309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7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298D21-3FF6-4D42-B796-44A352FD2674}"/>
                  </a:ext>
                </a:extLst>
              </p:cNvPr>
              <p:cNvSpPr/>
              <p:nvPr/>
            </p:nvSpPr>
            <p:spPr>
              <a:xfrm>
                <a:off x="2944736" y="1910423"/>
                <a:ext cx="21085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>
                    <a:effectLst/>
                    <a:latin typeface="Helvetica" panose="020B0604020202020204" pitchFamily="34" charset="0"/>
                    <a:ea typeface="Aptos" panose="020B0004020202020204" pitchFamily="34" charset="0"/>
                    <a:cs typeface="Helvetica" panose="020B0604020202020204" pitchFamily="34" charset="0"/>
                  </a:rPr>
                  <a:t>Customize communication and follow-ups based on customer segmentation</a:t>
                </a:r>
                <a:endParaRPr lang="en-US" sz="9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66F2971-8A6F-4BB3-9E8B-923C504E7846}"/>
                  </a:ext>
                </a:extLst>
              </p:cNvPr>
              <p:cNvSpPr/>
              <p:nvPr/>
            </p:nvSpPr>
            <p:spPr>
              <a:xfrm>
                <a:off x="5345391" y="1899910"/>
                <a:ext cx="167829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>
                    <a:effectLst/>
                    <a:latin typeface="Helvetica" panose="020B0604020202020204" pitchFamily="34" charset="0"/>
                    <a:ea typeface="Aptos" panose="020B0004020202020204" pitchFamily="34" charset="0"/>
                    <a:cs typeface="Helvetica" panose="020B0604020202020204" pitchFamily="34" charset="0"/>
                  </a:rPr>
                  <a:t>Automate follow-ups for faster response times to leads</a:t>
                </a:r>
                <a:endParaRPr lang="en-US" sz="9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C3A1824-6300-4523-9EDA-AB8371849756}"/>
                  </a:ext>
                </a:extLst>
              </p:cNvPr>
              <p:cNvSpPr/>
              <p:nvPr/>
            </p:nvSpPr>
            <p:spPr>
              <a:xfrm>
                <a:off x="7411472" y="1899909"/>
                <a:ext cx="195332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>
                    <a:effectLst/>
                    <a:latin typeface="Helvetica" panose="020B0604020202020204" pitchFamily="34" charset="0"/>
                    <a:ea typeface="Aptos" panose="020B0004020202020204" pitchFamily="34" charset="0"/>
                    <a:cs typeface="Helvetica" panose="020B0604020202020204" pitchFamily="34" charset="0"/>
                  </a:rPr>
                  <a:t>Redesign the sales funnel to focus on the most effective touchpoints</a:t>
                </a:r>
                <a:endParaRPr lang="en-US" sz="9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27FFC36-B63B-4EC5-A149-64BED5268B3B}"/>
                  </a:ext>
                </a:extLst>
              </p:cNvPr>
              <p:cNvSpPr/>
              <p:nvPr/>
            </p:nvSpPr>
            <p:spPr>
              <a:xfrm>
                <a:off x="9530139" y="1899908"/>
                <a:ext cx="208771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>
                    <a:effectLst/>
                    <a:latin typeface="Helvetica" panose="020B0604020202020204" pitchFamily="34" charset="0"/>
                    <a:ea typeface="Aptos" panose="020B0004020202020204" pitchFamily="34" charset="0"/>
                    <a:cs typeface="Helvetica" panose="020B0604020202020204" pitchFamily="34" charset="0"/>
                  </a:rPr>
                  <a:t>Utilize predictive analytics to forecast lead potential &amp; provide actionable insights</a:t>
                </a:r>
                <a:endParaRPr lang="en-US" sz="9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FE7554E7-3B25-BBEF-DCA5-F8DEEED76F9B}"/>
                  </a:ext>
                </a:extLst>
              </p:cNvPr>
              <p:cNvSpPr/>
              <p:nvPr/>
            </p:nvSpPr>
            <p:spPr>
              <a:xfrm>
                <a:off x="480193" y="1009439"/>
                <a:ext cx="2556470" cy="1597340"/>
              </a:xfrm>
              <a:custGeom>
                <a:avLst/>
                <a:gdLst>
                  <a:gd name="connsiteX0" fmla="*/ 6332716 w 6396574"/>
                  <a:gd name="connsiteY0" fmla="*/ 2559655 h 4975113"/>
                  <a:gd name="connsiteX1" fmla="*/ 5218723 w 6396574"/>
                  <a:gd name="connsiteY1" fmla="*/ 280373 h 4975113"/>
                  <a:gd name="connsiteX2" fmla="*/ 5158157 w 6396574"/>
                  <a:gd name="connsiteY2" fmla="*/ 259669 h 4975113"/>
                  <a:gd name="connsiteX3" fmla="*/ 5137453 w 6396574"/>
                  <a:gd name="connsiteY3" fmla="*/ 320236 h 4975113"/>
                  <a:gd name="connsiteX4" fmla="*/ 6241866 w 6396574"/>
                  <a:gd name="connsiteY4" fmla="*/ 2579741 h 4975113"/>
                  <a:gd name="connsiteX5" fmla="*/ 5149814 w 6396574"/>
                  <a:gd name="connsiteY5" fmla="*/ 4813907 h 4975113"/>
                  <a:gd name="connsiteX6" fmla="*/ 192622 w 6396574"/>
                  <a:gd name="connsiteY6" fmla="*/ 4813907 h 4975113"/>
                  <a:gd name="connsiteX7" fmla="*/ 1274787 w 6396574"/>
                  <a:gd name="connsiteY7" fmla="*/ 2599827 h 4975113"/>
                  <a:gd name="connsiteX8" fmla="*/ 1274787 w 6396574"/>
                  <a:gd name="connsiteY8" fmla="*/ 2560273 h 4975113"/>
                  <a:gd name="connsiteX9" fmla="*/ 192622 w 6396574"/>
                  <a:gd name="connsiteY9" fmla="*/ 346193 h 4975113"/>
                  <a:gd name="connsiteX10" fmla="*/ 4505830 w 6396574"/>
                  <a:gd name="connsiteY10" fmla="*/ 346193 h 4975113"/>
                  <a:gd name="connsiteX11" fmla="*/ 4505830 w 6396574"/>
                  <a:gd name="connsiteY11" fmla="*/ 526348 h 4975113"/>
                  <a:gd name="connsiteX12" fmla="*/ 4896423 w 6396574"/>
                  <a:gd name="connsiteY12" fmla="*/ 300768 h 4975113"/>
                  <a:gd name="connsiteX13" fmla="*/ 4505830 w 6396574"/>
                  <a:gd name="connsiteY13" fmla="*/ 75188 h 4975113"/>
                  <a:gd name="connsiteX14" fmla="*/ 4505830 w 6396574"/>
                  <a:gd name="connsiteY14" fmla="*/ 255343 h 4975113"/>
                  <a:gd name="connsiteX15" fmla="*/ 120313 w 6396574"/>
                  <a:gd name="connsiteY15" fmla="*/ 255343 h 4975113"/>
                  <a:gd name="connsiteX16" fmla="*/ 81996 w 6396574"/>
                  <a:gd name="connsiteY16" fmla="*/ 276665 h 4975113"/>
                  <a:gd name="connsiteX17" fmla="*/ 79833 w 6396574"/>
                  <a:gd name="connsiteY17" fmla="*/ 320545 h 4975113"/>
                  <a:gd name="connsiteX18" fmla="*/ 1184246 w 6396574"/>
                  <a:gd name="connsiteY18" fmla="*/ 2580050 h 4975113"/>
                  <a:gd name="connsiteX19" fmla="*/ 79833 w 6396574"/>
                  <a:gd name="connsiteY19" fmla="*/ 4839554 h 4975113"/>
                  <a:gd name="connsiteX20" fmla="*/ 81996 w 6396574"/>
                  <a:gd name="connsiteY20" fmla="*/ 4883435 h 4975113"/>
                  <a:gd name="connsiteX21" fmla="*/ 120313 w 6396574"/>
                  <a:gd name="connsiteY21" fmla="*/ 4904757 h 4975113"/>
                  <a:gd name="connsiteX22" fmla="*/ 5178242 w 6396574"/>
                  <a:gd name="connsiteY22" fmla="*/ 4904757 h 4975113"/>
                  <a:gd name="connsiteX23" fmla="*/ 5219032 w 6396574"/>
                  <a:gd name="connsiteY23" fmla="*/ 4879417 h 4975113"/>
                  <a:gd name="connsiteX24" fmla="*/ 6333025 w 6396574"/>
                  <a:gd name="connsiteY24" fmla="*/ 2600136 h 4975113"/>
                  <a:gd name="connsiteX25" fmla="*/ 6332716 w 6396574"/>
                  <a:gd name="connsiteY25" fmla="*/ 2559655 h 4975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396574" h="4975113">
                    <a:moveTo>
                      <a:pt x="6332716" y="2559655"/>
                    </a:moveTo>
                    <a:lnTo>
                      <a:pt x="5218723" y="280373"/>
                    </a:lnTo>
                    <a:cubicBezTo>
                      <a:pt x="5207599" y="257815"/>
                      <a:pt x="5180715" y="248545"/>
                      <a:pt x="5158157" y="259669"/>
                    </a:cubicBezTo>
                    <a:cubicBezTo>
                      <a:pt x="5135598" y="270794"/>
                      <a:pt x="5126328" y="297678"/>
                      <a:pt x="5137453" y="320236"/>
                    </a:cubicBezTo>
                    <a:lnTo>
                      <a:pt x="6241866" y="2579741"/>
                    </a:lnTo>
                    <a:lnTo>
                      <a:pt x="5149814" y="4813907"/>
                    </a:lnTo>
                    <a:lnTo>
                      <a:pt x="192622" y="4813907"/>
                    </a:lnTo>
                    <a:lnTo>
                      <a:pt x="1274787" y="2599827"/>
                    </a:lnTo>
                    <a:cubicBezTo>
                      <a:pt x="1280967" y="2587466"/>
                      <a:pt x="1280967" y="2572634"/>
                      <a:pt x="1274787" y="2560273"/>
                    </a:cubicBezTo>
                    <a:lnTo>
                      <a:pt x="192622" y="346193"/>
                    </a:lnTo>
                    <a:lnTo>
                      <a:pt x="4505830" y="346193"/>
                    </a:lnTo>
                    <a:lnTo>
                      <a:pt x="4505830" y="526348"/>
                    </a:lnTo>
                    <a:lnTo>
                      <a:pt x="4896423" y="300768"/>
                    </a:lnTo>
                    <a:lnTo>
                      <a:pt x="4505830" y="75188"/>
                    </a:lnTo>
                    <a:lnTo>
                      <a:pt x="4505830" y="255343"/>
                    </a:lnTo>
                    <a:lnTo>
                      <a:pt x="120313" y="255343"/>
                    </a:lnTo>
                    <a:cubicBezTo>
                      <a:pt x="104554" y="255343"/>
                      <a:pt x="90339" y="263377"/>
                      <a:pt x="81996" y="276665"/>
                    </a:cubicBezTo>
                    <a:cubicBezTo>
                      <a:pt x="73653" y="289952"/>
                      <a:pt x="73034" y="306330"/>
                      <a:pt x="79833" y="320545"/>
                    </a:cubicBezTo>
                    <a:lnTo>
                      <a:pt x="1184246" y="2580050"/>
                    </a:lnTo>
                    <a:lnTo>
                      <a:pt x="79833" y="4839554"/>
                    </a:lnTo>
                    <a:cubicBezTo>
                      <a:pt x="73034" y="4853460"/>
                      <a:pt x="73961" y="4870147"/>
                      <a:pt x="81996" y="4883435"/>
                    </a:cubicBezTo>
                    <a:cubicBezTo>
                      <a:pt x="90339" y="4896722"/>
                      <a:pt x="104863" y="4904757"/>
                      <a:pt x="120313" y="4904757"/>
                    </a:cubicBezTo>
                    <a:lnTo>
                      <a:pt x="5178242" y="4904757"/>
                    </a:lnTo>
                    <a:cubicBezTo>
                      <a:pt x="5195547" y="4904757"/>
                      <a:pt x="5211307" y="4894868"/>
                      <a:pt x="5219032" y="4879417"/>
                    </a:cubicBezTo>
                    <a:lnTo>
                      <a:pt x="6333025" y="2600136"/>
                    </a:lnTo>
                    <a:cubicBezTo>
                      <a:pt x="6338896" y="2586848"/>
                      <a:pt x="6338896" y="2572325"/>
                      <a:pt x="6332716" y="2559655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9525" cap="flat">
                <a:solidFill>
                  <a:schemeClr val="accent4">
                    <a:lumMod val="5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7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FD46D96-54DE-5799-CFE7-C2E5DE5955B9}"/>
                  </a:ext>
                </a:extLst>
              </p:cNvPr>
              <p:cNvSpPr/>
              <p:nvPr/>
            </p:nvSpPr>
            <p:spPr>
              <a:xfrm>
                <a:off x="899047" y="1899911"/>
                <a:ext cx="181201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>
                    <a:effectLst/>
                    <a:latin typeface="Helvetica" panose="020B0604020202020204" pitchFamily="34" charset="0"/>
                    <a:ea typeface="Aptos" panose="020B0004020202020204" pitchFamily="34" charset="0"/>
                    <a:cs typeface="Helvetica" panose="020B0604020202020204" pitchFamily="34" charset="0"/>
                  </a:rPr>
                  <a:t>Implement AI-powered lead scoring to qualify high-potential leads</a:t>
                </a:r>
                <a:endParaRPr lang="en-US" sz="9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F2DF741-81F5-EBE5-A131-D8EE11161112}"/>
                  </a:ext>
                </a:extLst>
              </p:cNvPr>
              <p:cNvSpPr txBox="1"/>
              <p:nvPr/>
            </p:nvSpPr>
            <p:spPr>
              <a:xfrm>
                <a:off x="899047" y="1187809"/>
                <a:ext cx="173092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>
                    <a:latin typeface="Helvetica" panose="020B0604020202020204" pitchFamily="34" charset="0"/>
                    <a:cs typeface="Helvetica" panose="020B0604020202020204" pitchFamily="34" charset="0"/>
                  </a:rPr>
                  <a:t>Implement Lead Scoring System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4A07E26-C58E-7F72-CCAC-18B4FAAFFA03}"/>
                  </a:ext>
                </a:extLst>
              </p:cNvPr>
              <p:cNvSpPr txBox="1"/>
              <p:nvPr/>
            </p:nvSpPr>
            <p:spPr>
              <a:xfrm>
                <a:off x="3107836" y="1159461"/>
                <a:ext cx="173092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>
                    <a:latin typeface="Helvetica" panose="020B0604020202020204" pitchFamily="34" charset="0"/>
                    <a:cs typeface="Helvetica" panose="020B0604020202020204" pitchFamily="34" charset="0"/>
                  </a:rPr>
                  <a:t>Personalized Outreach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23B77B2-2CBB-74BA-9F87-3AB9839A2BCA}"/>
                  </a:ext>
                </a:extLst>
              </p:cNvPr>
              <p:cNvSpPr txBox="1"/>
              <p:nvPr/>
            </p:nvSpPr>
            <p:spPr>
              <a:xfrm>
                <a:off x="5193620" y="1178531"/>
                <a:ext cx="222797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>
                    <a:latin typeface="Helvetica" panose="020B0604020202020204" pitchFamily="34" charset="0"/>
                    <a:cs typeface="Helvetica" panose="020B0604020202020204" pitchFamily="34" charset="0"/>
                  </a:rPr>
                  <a:t>Automated Response Management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8FFC1A3-6B7F-D541-FB99-6A22603CFA1C}"/>
                  </a:ext>
                </a:extLst>
              </p:cNvPr>
              <p:cNvSpPr txBox="1"/>
              <p:nvPr/>
            </p:nvSpPr>
            <p:spPr>
              <a:xfrm>
                <a:off x="7467902" y="1178531"/>
                <a:ext cx="173092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>
                    <a:latin typeface="Helvetica" panose="020B0604020202020204" pitchFamily="34" charset="0"/>
                    <a:cs typeface="Helvetica" panose="020B0604020202020204" pitchFamily="34" charset="0"/>
                  </a:rPr>
                  <a:t>Sales Process Optimization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BA457F9-6C87-6566-B02F-61F6A3FCD1E1}"/>
                  </a:ext>
                </a:extLst>
              </p:cNvPr>
              <p:cNvSpPr txBox="1"/>
              <p:nvPr/>
            </p:nvSpPr>
            <p:spPr>
              <a:xfrm>
                <a:off x="9712215" y="1181616"/>
                <a:ext cx="173092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>
                    <a:latin typeface="Helvetica" panose="020B0604020202020204" pitchFamily="34" charset="0"/>
                    <a:cs typeface="Helvetica" panose="020B0604020202020204" pitchFamily="34" charset="0"/>
                  </a:rPr>
                  <a:t>Advanced </a:t>
                </a:r>
              </a:p>
              <a:p>
                <a:r>
                  <a:rPr lang="en-US" sz="1400" b="1">
                    <a:latin typeface="Helvetica" panose="020B0604020202020204" pitchFamily="34" charset="0"/>
                    <a:cs typeface="Helvetica" panose="020B0604020202020204" pitchFamily="34" charset="0"/>
                  </a:rPr>
                  <a:t>Analytics</a:t>
                </a:r>
              </a:p>
            </p:txBody>
          </p:sp>
        </p:grp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F5444966-68F3-56E0-4D9D-0ED0BDBDB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5054" y="691790"/>
              <a:ext cx="967148" cy="870434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51D2BB6-DE4E-EF1D-B97E-2CC5BEA16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27661" y="691790"/>
              <a:ext cx="998806" cy="841942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419B6358-B33C-B21C-A3A0-8B8E340D2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20268" y="733771"/>
              <a:ext cx="948166" cy="763600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A63ECC56-E2DD-C665-6139-7D281FDC9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65535" y="733771"/>
              <a:ext cx="806706" cy="76360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37089CBC-9556-519B-F87F-9AAD76DDE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97547" y="753213"/>
              <a:ext cx="806706" cy="780147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9693513-8562-A182-4874-574D4EE0B6B6}"/>
              </a:ext>
            </a:extLst>
          </p:cNvPr>
          <p:cNvGrpSpPr/>
          <p:nvPr/>
        </p:nvGrpSpPr>
        <p:grpSpPr>
          <a:xfrm>
            <a:off x="820132" y="4370037"/>
            <a:ext cx="11158894" cy="2468179"/>
            <a:chOff x="310191" y="3821640"/>
            <a:chExt cx="11668835" cy="2458412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2EE80E0-7A2E-6DF3-8C1C-70B53CE69D6C}"/>
                </a:ext>
              </a:extLst>
            </p:cNvPr>
            <p:cNvSpPr txBox="1"/>
            <p:nvPr/>
          </p:nvSpPr>
          <p:spPr>
            <a:xfrm>
              <a:off x="310191" y="3827582"/>
              <a:ext cx="2180226" cy="2115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00206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Focus resources on high-value prospects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00206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Improve lead qualification efficiency exponentially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00206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Prioritize sales efforts for better ROI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00206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Boost conversion rates with targeted engagements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BAF37FD-8825-2381-7295-CF1D5B8652F6}"/>
                </a:ext>
              </a:extLst>
            </p:cNvPr>
            <p:cNvSpPr txBox="1"/>
            <p:nvPr/>
          </p:nvSpPr>
          <p:spPr>
            <a:xfrm>
              <a:off x="2490416" y="3827582"/>
              <a:ext cx="2430184" cy="2283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latin typeface="Helvetica" panose="020B0604020202020204" pitchFamily="34" charset="0"/>
                  <a:cs typeface="Helvetica" panose="020B0604020202020204" pitchFamily="34" charset="0"/>
                </a:rPr>
                <a:t>Enhance customer experience with tailored messaging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latin typeface="Helvetica" panose="020B0604020202020204" pitchFamily="34" charset="0"/>
                  <a:cs typeface="Helvetica" panose="020B0604020202020204" pitchFamily="34" charset="0"/>
                </a:rPr>
                <a:t>Elevate engagement through individualized communication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latin typeface="Helvetica" panose="020B0604020202020204" pitchFamily="34" charset="0"/>
                  <a:cs typeface="Helvetica" panose="020B0604020202020204" pitchFamily="34" charset="0"/>
                </a:rPr>
                <a:t>Increase response rates with customized follow-ups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latin typeface="Helvetica" panose="020B0604020202020204" pitchFamily="34" charset="0"/>
                  <a:cs typeface="Helvetica" panose="020B0604020202020204" pitchFamily="34" charset="0"/>
                </a:rPr>
                <a:t>Foster deeper connections, driving long-term relationships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CABA39F-1F68-BE5B-8B69-B924E479727B}"/>
                </a:ext>
              </a:extLst>
            </p:cNvPr>
            <p:cNvSpPr txBox="1"/>
            <p:nvPr/>
          </p:nvSpPr>
          <p:spPr>
            <a:xfrm>
              <a:off x="4880908" y="3827582"/>
              <a:ext cx="2509706" cy="2115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00206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Accelerate lead follow-up with instant communication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00206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Maximize efficiency by streamlining outreach processes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00206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Reduce lead response time, boosting conversion potential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00206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Optimize workflow, ensuring no lead goes unattended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48ABDFC-96A7-1B9D-D20B-54518BE62722}"/>
                </a:ext>
              </a:extLst>
            </p:cNvPr>
            <p:cNvSpPr txBox="1"/>
            <p:nvPr/>
          </p:nvSpPr>
          <p:spPr>
            <a:xfrm>
              <a:off x="7271400" y="3827582"/>
              <a:ext cx="2430184" cy="245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latin typeface="Helvetica" panose="020B0604020202020204" pitchFamily="34" charset="0"/>
                  <a:cs typeface="Helvetica" panose="020B0604020202020204" pitchFamily="34" charset="0"/>
                </a:rPr>
                <a:t>Streamline sales funnel for higher efficiency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latin typeface="Helvetica" panose="020B0604020202020204" pitchFamily="34" charset="0"/>
                  <a:cs typeface="Helvetica" panose="020B0604020202020204" pitchFamily="34" charset="0"/>
                </a:rPr>
                <a:t>Eliminate bottlenecks, enhancing deal closure speed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latin typeface="Helvetica" panose="020B0604020202020204" pitchFamily="34" charset="0"/>
                  <a:cs typeface="Helvetica" panose="020B0604020202020204" pitchFamily="34" charset="0"/>
                </a:rPr>
                <a:t>Align sales efforts with customer journeys seamlessly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latin typeface="Helvetica" panose="020B0604020202020204" pitchFamily="34" charset="0"/>
                  <a:cs typeface="Helvetica" panose="020B0604020202020204" pitchFamily="34" charset="0"/>
                </a:rPr>
                <a:t>Improve revenue predictability through process refinement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AF88C89-CC41-C30D-671B-130BB2F6C10B}"/>
                </a:ext>
              </a:extLst>
            </p:cNvPr>
            <p:cNvSpPr txBox="1"/>
            <p:nvPr/>
          </p:nvSpPr>
          <p:spPr>
            <a:xfrm>
              <a:off x="9548842" y="3821640"/>
              <a:ext cx="2430184" cy="1954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00206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Unlock actionable insights for data-driven decisions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00206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Predict trends, refining strategy with precision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00206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Optimize lead targeting with predictive modeling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10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00206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Empower teams with real-time performance dashboards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D272E8E-9B6D-958E-449B-4D464A6BA089}"/>
              </a:ext>
            </a:extLst>
          </p:cNvPr>
          <p:cNvGrpSpPr/>
          <p:nvPr/>
        </p:nvGrpSpPr>
        <p:grpSpPr>
          <a:xfrm>
            <a:off x="1648921" y="3929227"/>
            <a:ext cx="9358854" cy="194938"/>
            <a:chOff x="1271849" y="3777220"/>
            <a:chExt cx="9358854" cy="194938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183387D-52DE-255D-CC68-EC8C488F6023}"/>
                </a:ext>
              </a:extLst>
            </p:cNvPr>
            <p:cNvSpPr/>
            <p:nvPr/>
          </p:nvSpPr>
          <p:spPr>
            <a:xfrm>
              <a:off x="1271849" y="3777220"/>
              <a:ext cx="289448" cy="173669"/>
            </a:xfrm>
            <a:custGeom>
              <a:avLst/>
              <a:gdLst>
                <a:gd name="connsiteX0" fmla="*/ 313081 w 322016"/>
                <a:gd name="connsiteY0" fmla="*/ 46451 h 193210"/>
                <a:gd name="connsiteX1" fmla="*/ 293438 w 322016"/>
                <a:gd name="connsiteY1" fmla="*/ 26808 h 193210"/>
                <a:gd name="connsiteX2" fmla="*/ 281201 w 322016"/>
                <a:gd name="connsiteY2" fmla="*/ 26808 h 193210"/>
                <a:gd name="connsiteX3" fmla="*/ 175902 w 322016"/>
                <a:gd name="connsiteY3" fmla="*/ 131785 h 193210"/>
                <a:gd name="connsiteX4" fmla="*/ 163665 w 322016"/>
                <a:gd name="connsiteY4" fmla="*/ 131785 h 193210"/>
                <a:gd name="connsiteX5" fmla="*/ 58688 w 322016"/>
                <a:gd name="connsiteY5" fmla="*/ 26808 h 193210"/>
                <a:gd name="connsiteX6" fmla="*/ 46451 w 322016"/>
                <a:gd name="connsiteY6" fmla="*/ 26808 h 193210"/>
                <a:gd name="connsiteX7" fmla="*/ 26808 w 322016"/>
                <a:gd name="connsiteY7" fmla="*/ 46451 h 193210"/>
                <a:gd name="connsiteX8" fmla="*/ 26808 w 322016"/>
                <a:gd name="connsiteY8" fmla="*/ 58687 h 193210"/>
                <a:gd name="connsiteX9" fmla="*/ 163987 w 322016"/>
                <a:gd name="connsiteY9" fmla="*/ 195867 h 193210"/>
                <a:gd name="connsiteX10" fmla="*/ 176224 w 322016"/>
                <a:gd name="connsiteY10" fmla="*/ 195867 h 193210"/>
                <a:gd name="connsiteX11" fmla="*/ 313403 w 322016"/>
                <a:gd name="connsiteY11" fmla="*/ 58687 h 193210"/>
                <a:gd name="connsiteX12" fmla="*/ 313081 w 322016"/>
                <a:gd name="connsiteY12" fmla="*/ 46451 h 19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2016" h="193210">
                  <a:moveTo>
                    <a:pt x="313081" y="46451"/>
                  </a:moveTo>
                  <a:lnTo>
                    <a:pt x="293438" y="26808"/>
                  </a:lnTo>
                  <a:cubicBezTo>
                    <a:pt x="289896" y="23266"/>
                    <a:pt x="284421" y="23266"/>
                    <a:pt x="281201" y="26808"/>
                  </a:cubicBezTo>
                  <a:lnTo>
                    <a:pt x="175902" y="131785"/>
                  </a:lnTo>
                  <a:cubicBezTo>
                    <a:pt x="172359" y="135327"/>
                    <a:pt x="166885" y="135327"/>
                    <a:pt x="163665" y="131785"/>
                  </a:cubicBezTo>
                  <a:lnTo>
                    <a:pt x="58688" y="26808"/>
                  </a:lnTo>
                  <a:cubicBezTo>
                    <a:pt x="55145" y="23266"/>
                    <a:pt x="49671" y="23266"/>
                    <a:pt x="46451" y="26808"/>
                  </a:cubicBezTo>
                  <a:lnTo>
                    <a:pt x="26808" y="46451"/>
                  </a:lnTo>
                  <a:cubicBezTo>
                    <a:pt x="23266" y="49993"/>
                    <a:pt x="23266" y="55467"/>
                    <a:pt x="26808" y="58687"/>
                  </a:cubicBezTo>
                  <a:lnTo>
                    <a:pt x="163987" y="195867"/>
                  </a:lnTo>
                  <a:cubicBezTo>
                    <a:pt x="167529" y="199409"/>
                    <a:pt x="173003" y="199409"/>
                    <a:pt x="176224" y="195867"/>
                  </a:cubicBezTo>
                  <a:lnTo>
                    <a:pt x="313403" y="58687"/>
                  </a:lnTo>
                  <a:cubicBezTo>
                    <a:pt x="316301" y="55145"/>
                    <a:pt x="316301" y="49671"/>
                    <a:pt x="313081" y="46451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3000273-7687-E2BF-0921-14692D741E1C}"/>
                </a:ext>
              </a:extLst>
            </p:cNvPr>
            <p:cNvSpPr/>
            <p:nvPr/>
          </p:nvSpPr>
          <p:spPr>
            <a:xfrm>
              <a:off x="10341255" y="3798488"/>
              <a:ext cx="289448" cy="173669"/>
            </a:xfrm>
            <a:custGeom>
              <a:avLst/>
              <a:gdLst>
                <a:gd name="connsiteX0" fmla="*/ 313081 w 322016"/>
                <a:gd name="connsiteY0" fmla="*/ 46451 h 193210"/>
                <a:gd name="connsiteX1" fmla="*/ 293438 w 322016"/>
                <a:gd name="connsiteY1" fmla="*/ 26808 h 193210"/>
                <a:gd name="connsiteX2" fmla="*/ 281201 w 322016"/>
                <a:gd name="connsiteY2" fmla="*/ 26808 h 193210"/>
                <a:gd name="connsiteX3" fmla="*/ 175902 w 322016"/>
                <a:gd name="connsiteY3" fmla="*/ 131785 h 193210"/>
                <a:gd name="connsiteX4" fmla="*/ 163665 w 322016"/>
                <a:gd name="connsiteY4" fmla="*/ 131785 h 193210"/>
                <a:gd name="connsiteX5" fmla="*/ 58688 w 322016"/>
                <a:gd name="connsiteY5" fmla="*/ 26808 h 193210"/>
                <a:gd name="connsiteX6" fmla="*/ 46451 w 322016"/>
                <a:gd name="connsiteY6" fmla="*/ 26808 h 193210"/>
                <a:gd name="connsiteX7" fmla="*/ 26808 w 322016"/>
                <a:gd name="connsiteY7" fmla="*/ 46451 h 193210"/>
                <a:gd name="connsiteX8" fmla="*/ 26808 w 322016"/>
                <a:gd name="connsiteY8" fmla="*/ 58687 h 193210"/>
                <a:gd name="connsiteX9" fmla="*/ 163987 w 322016"/>
                <a:gd name="connsiteY9" fmla="*/ 195867 h 193210"/>
                <a:gd name="connsiteX10" fmla="*/ 176224 w 322016"/>
                <a:gd name="connsiteY10" fmla="*/ 195867 h 193210"/>
                <a:gd name="connsiteX11" fmla="*/ 313403 w 322016"/>
                <a:gd name="connsiteY11" fmla="*/ 58687 h 193210"/>
                <a:gd name="connsiteX12" fmla="*/ 313081 w 322016"/>
                <a:gd name="connsiteY12" fmla="*/ 46451 h 19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2016" h="193210">
                  <a:moveTo>
                    <a:pt x="313081" y="46451"/>
                  </a:moveTo>
                  <a:lnTo>
                    <a:pt x="293438" y="26808"/>
                  </a:lnTo>
                  <a:cubicBezTo>
                    <a:pt x="289896" y="23266"/>
                    <a:pt x="284421" y="23266"/>
                    <a:pt x="281201" y="26808"/>
                  </a:cubicBezTo>
                  <a:lnTo>
                    <a:pt x="175902" y="131785"/>
                  </a:lnTo>
                  <a:cubicBezTo>
                    <a:pt x="172359" y="135327"/>
                    <a:pt x="166885" y="135327"/>
                    <a:pt x="163665" y="131785"/>
                  </a:cubicBezTo>
                  <a:lnTo>
                    <a:pt x="58688" y="26808"/>
                  </a:lnTo>
                  <a:cubicBezTo>
                    <a:pt x="55145" y="23266"/>
                    <a:pt x="49671" y="23266"/>
                    <a:pt x="46451" y="26808"/>
                  </a:cubicBezTo>
                  <a:lnTo>
                    <a:pt x="26808" y="46451"/>
                  </a:lnTo>
                  <a:cubicBezTo>
                    <a:pt x="23266" y="49993"/>
                    <a:pt x="23266" y="55467"/>
                    <a:pt x="26808" y="58687"/>
                  </a:cubicBezTo>
                  <a:lnTo>
                    <a:pt x="163987" y="195867"/>
                  </a:lnTo>
                  <a:cubicBezTo>
                    <a:pt x="167529" y="199409"/>
                    <a:pt x="173003" y="199409"/>
                    <a:pt x="176224" y="195867"/>
                  </a:cubicBezTo>
                  <a:lnTo>
                    <a:pt x="313403" y="58687"/>
                  </a:lnTo>
                  <a:cubicBezTo>
                    <a:pt x="316301" y="55145"/>
                    <a:pt x="316301" y="49671"/>
                    <a:pt x="313081" y="46451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9AD419D-7FE3-05B6-C20F-1D19EA326E37}"/>
                </a:ext>
              </a:extLst>
            </p:cNvPr>
            <p:cNvSpPr/>
            <p:nvPr/>
          </p:nvSpPr>
          <p:spPr>
            <a:xfrm>
              <a:off x="8117323" y="3798488"/>
              <a:ext cx="289448" cy="173669"/>
            </a:xfrm>
            <a:custGeom>
              <a:avLst/>
              <a:gdLst>
                <a:gd name="connsiteX0" fmla="*/ 313081 w 322016"/>
                <a:gd name="connsiteY0" fmla="*/ 46451 h 193210"/>
                <a:gd name="connsiteX1" fmla="*/ 293438 w 322016"/>
                <a:gd name="connsiteY1" fmla="*/ 26808 h 193210"/>
                <a:gd name="connsiteX2" fmla="*/ 281201 w 322016"/>
                <a:gd name="connsiteY2" fmla="*/ 26808 h 193210"/>
                <a:gd name="connsiteX3" fmla="*/ 175902 w 322016"/>
                <a:gd name="connsiteY3" fmla="*/ 131785 h 193210"/>
                <a:gd name="connsiteX4" fmla="*/ 163665 w 322016"/>
                <a:gd name="connsiteY4" fmla="*/ 131785 h 193210"/>
                <a:gd name="connsiteX5" fmla="*/ 58688 w 322016"/>
                <a:gd name="connsiteY5" fmla="*/ 26808 h 193210"/>
                <a:gd name="connsiteX6" fmla="*/ 46451 w 322016"/>
                <a:gd name="connsiteY6" fmla="*/ 26808 h 193210"/>
                <a:gd name="connsiteX7" fmla="*/ 26808 w 322016"/>
                <a:gd name="connsiteY7" fmla="*/ 46451 h 193210"/>
                <a:gd name="connsiteX8" fmla="*/ 26808 w 322016"/>
                <a:gd name="connsiteY8" fmla="*/ 58687 h 193210"/>
                <a:gd name="connsiteX9" fmla="*/ 163987 w 322016"/>
                <a:gd name="connsiteY9" fmla="*/ 195867 h 193210"/>
                <a:gd name="connsiteX10" fmla="*/ 176224 w 322016"/>
                <a:gd name="connsiteY10" fmla="*/ 195867 h 193210"/>
                <a:gd name="connsiteX11" fmla="*/ 313403 w 322016"/>
                <a:gd name="connsiteY11" fmla="*/ 58687 h 193210"/>
                <a:gd name="connsiteX12" fmla="*/ 313081 w 322016"/>
                <a:gd name="connsiteY12" fmla="*/ 46451 h 19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2016" h="193210">
                  <a:moveTo>
                    <a:pt x="313081" y="46451"/>
                  </a:moveTo>
                  <a:lnTo>
                    <a:pt x="293438" y="26808"/>
                  </a:lnTo>
                  <a:cubicBezTo>
                    <a:pt x="289896" y="23266"/>
                    <a:pt x="284421" y="23266"/>
                    <a:pt x="281201" y="26808"/>
                  </a:cubicBezTo>
                  <a:lnTo>
                    <a:pt x="175902" y="131785"/>
                  </a:lnTo>
                  <a:cubicBezTo>
                    <a:pt x="172359" y="135327"/>
                    <a:pt x="166885" y="135327"/>
                    <a:pt x="163665" y="131785"/>
                  </a:cubicBezTo>
                  <a:lnTo>
                    <a:pt x="58688" y="26808"/>
                  </a:lnTo>
                  <a:cubicBezTo>
                    <a:pt x="55145" y="23266"/>
                    <a:pt x="49671" y="23266"/>
                    <a:pt x="46451" y="26808"/>
                  </a:cubicBezTo>
                  <a:lnTo>
                    <a:pt x="26808" y="46451"/>
                  </a:lnTo>
                  <a:cubicBezTo>
                    <a:pt x="23266" y="49993"/>
                    <a:pt x="23266" y="55467"/>
                    <a:pt x="26808" y="58687"/>
                  </a:cubicBezTo>
                  <a:lnTo>
                    <a:pt x="163987" y="195867"/>
                  </a:lnTo>
                  <a:cubicBezTo>
                    <a:pt x="167529" y="199409"/>
                    <a:pt x="173003" y="199409"/>
                    <a:pt x="176224" y="195867"/>
                  </a:cubicBezTo>
                  <a:lnTo>
                    <a:pt x="313403" y="58687"/>
                  </a:lnTo>
                  <a:cubicBezTo>
                    <a:pt x="316301" y="55145"/>
                    <a:pt x="316301" y="49671"/>
                    <a:pt x="313081" y="46451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FDECAC6-0DEF-002F-9A3E-D94C571A6875}"/>
                </a:ext>
              </a:extLst>
            </p:cNvPr>
            <p:cNvSpPr/>
            <p:nvPr/>
          </p:nvSpPr>
          <p:spPr>
            <a:xfrm>
              <a:off x="5951276" y="3777220"/>
              <a:ext cx="289448" cy="173669"/>
            </a:xfrm>
            <a:custGeom>
              <a:avLst/>
              <a:gdLst>
                <a:gd name="connsiteX0" fmla="*/ 313081 w 322016"/>
                <a:gd name="connsiteY0" fmla="*/ 46451 h 193210"/>
                <a:gd name="connsiteX1" fmla="*/ 293438 w 322016"/>
                <a:gd name="connsiteY1" fmla="*/ 26808 h 193210"/>
                <a:gd name="connsiteX2" fmla="*/ 281201 w 322016"/>
                <a:gd name="connsiteY2" fmla="*/ 26808 h 193210"/>
                <a:gd name="connsiteX3" fmla="*/ 175902 w 322016"/>
                <a:gd name="connsiteY3" fmla="*/ 131785 h 193210"/>
                <a:gd name="connsiteX4" fmla="*/ 163665 w 322016"/>
                <a:gd name="connsiteY4" fmla="*/ 131785 h 193210"/>
                <a:gd name="connsiteX5" fmla="*/ 58688 w 322016"/>
                <a:gd name="connsiteY5" fmla="*/ 26808 h 193210"/>
                <a:gd name="connsiteX6" fmla="*/ 46451 w 322016"/>
                <a:gd name="connsiteY6" fmla="*/ 26808 h 193210"/>
                <a:gd name="connsiteX7" fmla="*/ 26808 w 322016"/>
                <a:gd name="connsiteY7" fmla="*/ 46451 h 193210"/>
                <a:gd name="connsiteX8" fmla="*/ 26808 w 322016"/>
                <a:gd name="connsiteY8" fmla="*/ 58687 h 193210"/>
                <a:gd name="connsiteX9" fmla="*/ 163987 w 322016"/>
                <a:gd name="connsiteY9" fmla="*/ 195867 h 193210"/>
                <a:gd name="connsiteX10" fmla="*/ 176224 w 322016"/>
                <a:gd name="connsiteY10" fmla="*/ 195867 h 193210"/>
                <a:gd name="connsiteX11" fmla="*/ 313403 w 322016"/>
                <a:gd name="connsiteY11" fmla="*/ 58687 h 193210"/>
                <a:gd name="connsiteX12" fmla="*/ 313081 w 322016"/>
                <a:gd name="connsiteY12" fmla="*/ 46451 h 19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2016" h="193210">
                  <a:moveTo>
                    <a:pt x="313081" y="46451"/>
                  </a:moveTo>
                  <a:lnTo>
                    <a:pt x="293438" y="26808"/>
                  </a:lnTo>
                  <a:cubicBezTo>
                    <a:pt x="289896" y="23266"/>
                    <a:pt x="284421" y="23266"/>
                    <a:pt x="281201" y="26808"/>
                  </a:cubicBezTo>
                  <a:lnTo>
                    <a:pt x="175902" y="131785"/>
                  </a:lnTo>
                  <a:cubicBezTo>
                    <a:pt x="172359" y="135327"/>
                    <a:pt x="166885" y="135327"/>
                    <a:pt x="163665" y="131785"/>
                  </a:cubicBezTo>
                  <a:lnTo>
                    <a:pt x="58688" y="26808"/>
                  </a:lnTo>
                  <a:cubicBezTo>
                    <a:pt x="55145" y="23266"/>
                    <a:pt x="49671" y="23266"/>
                    <a:pt x="46451" y="26808"/>
                  </a:cubicBezTo>
                  <a:lnTo>
                    <a:pt x="26808" y="46451"/>
                  </a:lnTo>
                  <a:cubicBezTo>
                    <a:pt x="23266" y="49993"/>
                    <a:pt x="23266" y="55467"/>
                    <a:pt x="26808" y="58687"/>
                  </a:cubicBezTo>
                  <a:lnTo>
                    <a:pt x="163987" y="195867"/>
                  </a:lnTo>
                  <a:cubicBezTo>
                    <a:pt x="167529" y="199409"/>
                    <a:pt x="173003" y="199409"/>
                    <a:pt x="176224" y="195867"/>
                  </a:cubicBezTo>
                  <a:lnTo>
                    <a:pt x="313403" y="58687"/>
                  </a:lnTo>
                  <a:cubicBezTo>
                    <a:pt x="316301" y="55145"/>
                    <a:pt x="316301" y="49671"/>
                    <a:pt x="313081" y="46451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9D6803F-3C5C-FDAA-E726-3E03A464B4F1}"/>
                </a:ext>
              </a:extLst>
            </p:cNvPr>
            <p:cNvSpPr/>
            <p:nvPr/>
          </p:nvSpPr>
          <p:spPr>
            <a:xfrm>
              <a:off x="3560784" y="3798489"/>
              <a:ext cx="289448" cy="173669"/>
            </a:xfrm>
            <a:custGeom>
              <a:avLst/>
              <a:gdLst>
                <a:gd name="connsiteX0" fmla="*/ 313081 w 322016"/>
                <a:gd name="connsiteY0" fmla="*/ 46451 h 193210"/>
                <a:gd name="connsiteX1" fmla="*/ 293438 w 322016"/>
                <a:gd name="connsiteY1" fmla="*/ 26808 h 193210"/>
                <a:gd name="connsiteX2" fmla="*/ 281201 w 322016"/>
                <a:gd name="connsiteY2" fmla="*/ 26808 h 193210"/>
                <a:gd name="connsiteX3" fmla="*/ 175902 w 322016"/>
                <a:gd name="connsiteY3" fmla="*/ 131785 h 193210"/>
                <a:gd name="connsiteX4" fmla="*/ 163665 w 322016"/>
                <a:gd name="connsiteY4" fmla="*/ 131785 h 193210"/>
                <a:gd name="connsiteX5" fmla="*/ 58688 w 322016"/>
                <a:gd name="connsiteY5" fmla="*/ 26808 h 193210"/>
                <a:gd name="connsiteX6" fmla="*/ 46451 w 322016"/>
                <a:gd name="connsiteY6" fmla="*/ 26808 h 193210"/>
                <a:gd name="connsiteX7" fmla="*/ 26808 w 322016"/>
                <a:gd name="connsiteY7" fmla="*/ 46451 h 193210"/>
                <a:gd name="connsiteX8" fmla="*/ 26808 w 322016"/>
                <a:gd name="connsiteY8" fmla="*/ 58687 h 193210"/>
                <a:gd name="connsiteX9" fmla="*/ 163987 w 322016"/>
                <a:gd name="connsiteY9" fmla="*/ 195867 h 193210"/>
                <a:gd name="connsiteX10" fmla="*/ 176224 w 322016"/>
                <a:gd name="connsiteY10" fmla="*/ 195867 h 193210"/>
                <a:gd name="connsiteX11" fmla="*/ 313403 w 322016"/>
                <a:gd name="connsiteY11" fmla="*/ 58687 h 193210"/>
                <a:gd name="connsiteX12" fmla="*/ 313081 w 322016"/>
                <a:gd name="connsiteY12" fmla="*/ 46451 h 19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2016" h="193210">
                  <a:moveTo>
                    <a:pt x="313081" y="46451"/>
                  </a:moveTo>
                  <a:lnTo>
                    <a:pt x="293438" y="26808"/>
                  </a:lnTo>
                  <a:cubicBezTo>
                    <a:pt x="289896" y="23266"/>
                    <a:pt x="284421" y="23266"/>
                    <a:pt x="281201" y="26808"/>
                  </a:cubicBezTo>
                  <a:lnTo>
                    <a:pt x="175902" y="131785"/>
                  </a:lnTo>
                  <a:cubicBezTo>
                    <a:pt x="172359" y="135327"/>
                    <a:pt x="166885" y="135327"/>
                    <a:pt x="163665" y="131785"/>
                  </a:cubicBezTo>
                  <a:lnTo>
                    <a:pt x="58688" y="26808"/>
                  </a:lnTo>
                  <a:cubicBezTo>
                    <a:pt x="55145" y="23266"/>
                    <a:pt x="49671" y="23266"/>
                    <a:pt x="46451" y="26808"/>
                  </a:cubicBezTo>
                  <a:lnTo>
                    <a:pt x="26808" y="46451"/>
                  </a:lnTo>
                  <a:cubicBezTo>
                    <a:pt x="23266" y="49993"/>
                    <a:pt x="23266" y="55467"/>
                    <a:pt x="26808" y="58687"/>
                  </a:cubicBezTo>
                  <a:lnTo>
                    <a:pt x="163987" y="195867"/>
                  </a:lnTo>
                  <a:cubicBezTo>
                    <a:pt x="167529" y="199409"/>
                    <a:pt x="173003" y="199409"/>
                    <a:pt x="176224" y="195867"/>
                  </a:cubicBezTo>
                  <a:lnTo>
                    <a:pt x="313403" y="58687"/>
                  </a:lnTo>
                  <a:cubicBezTo>
                    <a:pt x="316301" y="55145"/>
                    <a:pt x="316301" y="49671"/>
                    <a:pt x="313081" y="46451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17708FA-B35C-8683-7355-8958F779DBCD}"/>
              </a:ext>
            </a:extLst>
          </p:cNvPr>
          <p:cNvGrpSpPr/>
          <p:nvPr/>
        </p:nvGrpSpPr>
        <p:grpSpPr>
          <a:xfrm rot="16200000">
            <a:off x="-293421" y="2579599"/>
            <a:ext cx="1545416" cy="369332"/>
            <a:chOff x="7725464" y="374816"/>
            <a:chExt cx="2326551" cy="36933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D786844-0936-D8E2-4A2F-57467C97F62F}"/>
                </a:ext>
              </a:extLst>
            </p:cNvPr>
            <p:cNvSpPr/>
            <p:nvPr/>
          </p:nvSpPr>
          <p:spPr>
            <a:xfrm>
              <a:off x="7725464" y="400289"/>
              <a:ext cx="2326551" cy="32176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6B5C527-80AA-5790-CF35-9274D50BE2F4}"/>
                </a:ext>
              </a:extLst>
            </p:cNvPr>
            <p:cNvSpPr txBox="1"/>
            <p:nvPr/>
          </p:nvSpPr>
          <p:spPr>
            <a:xfrm>
              <a:off x="7849761" y="374816"/>
              <a:ext cx="1951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 Steps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F1FB11-FE3D-4DCB-DE1B-ED45749132DC}"/>
              </a:ext>
            </a:extLst>
          </p:cNvPr>
          <p:cNvGrpSpPr/>
          <p:nvPr/>
        </p:nvGrpSpPr>
        <p:grpSpPr>
          <a:xfrm rot="16200000">
            <a:off x="-552561" y="5210277"/>
            <a:ext cx="2049814" cy="369332"/>
            <a:chOff x="7725464" y="374816"/>
            <a:chExt cx="2326551" cy="36933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81C9529-7F9D-22E2-F343-3DD4D70CC5E5}"/>
                </a:ext>
              </a:extLst>
            </p:cNvPr>
            <p:cNvSpPr/>
            <p:nvPr/>
          </p:nvSpPr>
          <p:spPr>
            <a:xfrm>
              <a:off x="7725464" y="400289"/>
              <a:ext cx="2326551" cy="32176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6BF067-77A4-C156-CA2F-E4C4D5C488E1}"/>
                </a:ext>
              </a:extLst>
            </p:cNvPr>
            <p:cNvSpPr txBox="1"/>
            <p:nvPr/>
          </p:nvSpPr>
          <p:spPr>
            <a:xfrm>
              <a:off x="7849761" y="374816"/>
              <a:ext cx="1951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Benefits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64CF385-1772-AC14-79E4-85DB0959E991}"/>
              </a:ext>
            </a:extLst>
          </p:cNvPr>
          <p:cNvSpPr txBox="1"/>
          <p:nvPr/>
        </p:nvSpPr>
        <p:spPr>
          <a:xfrm>
            <a:off x="287679" y="595831"/>
            <a:ext cx="687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latin typeface="Helvetica" panose="020B0604020202020204" pitchFamily="34" charset="0"/>
                <a:cs typeface="Helvetica" panose="020B0604020202020204" pitchFamily="34" charset="0"/>
              </a:rPr>
              <a:t>We recommend the following approach for the problem statement</a:t>
            </a:r>
            <a:endParaRPr lang="en-GB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702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535BD-FBE0-427C-1AB2-BBAE8AF8F207}"/>
              </a:ext>
            </a:extLst>
          </p:cNvPr>
          <p:cNvSpPr txBox="1">
            <a:spLocks/>
          </p:cNvSpPr>
          <p:nvPr/>
        </p:nvSpPr>
        <p:spPr>
          <a:xfrm>
            <a:off x="239456" y="79304"/>
            <a:ext cx="11769664" cy="42836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+mj-ea"/>
                <a:cs typeface="Helvetica" panose="020B0604020202020204" pitchFamily="34" charset="0"/>
                <a:sym typeface="Arial"/>
              </a:rPr>
              <a:t>Reference Architecture Diagram - AWS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highlight>
                <a:srgbClr val="FFFF00"/>
              </a:highlight>
              <a:uLnTx/>
              <a:uFillTx/>
              <a:latin typeface="Helvetica" panose="020B0604020202020204" pitchFamily="34" charset="0"/>
              <a:ea typeface="+mj-ea"/>
              <a:cs typeface="Helvetica" panose="020B0604020202020204" pitchFamily="34" charset="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8AE46-3B14-57C9-321D-CC1E7AF23BC0}"/>
              </a:ext>
            </a:extLst>
          </p:cNvPr>
          <p:cNvSpPr txBox="1"/>
          <p:nvPr/>
        </p:nvSpPr>
        <p:spPr>
          <a:xfrm>
            <a:off x="-239231" y="3219727"/>
            <a:ext cx="16063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3F33FF-522C-E28F-6B1A-CE52663830E6}"/>
              </a:ext>
            </a:extLst>
          </p:cNvPr>
          <p:cNvSpPr txBox="1"/>
          <p:nvPr/>
        </p:nvSpPr>
        <p:spPr>
          <a:xfrm>
            <a:off x="-230297" y="4147492"/>
            <a:ext cx="1526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Queries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FFCCA2F-D1DD-E7AD-0049-1396E56F5E62}"/>
              </a:ext>
            </a:extLst>
          </p:cNvPr>
          <p:cNvSpPr/>
          <p:nvPr/>
        </p:nvSpPr>
        <p:spPr>
          <a:xfrm>
            <a:off x="3165855" y="676370"/>
            <a:ext cx="1367219" cy="12611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4355576-163E-615C-7053-A782057A3107}"/>
              </a:ext>
            </a:extLst>
          </p:cNvPr>
          <p:cNvGrpSpPr/>
          <p:nvPr/>
        </p:nvGrpSpPr>
        <p:grpSpPr>
          <a:xfrm>
            <a:off x="9748382" y="3868556"/>
            <a:ext cx="2382809" cy="2233377"/>
            <a:chOff x="2811003" y="4994567"/>
            <a:chExt cx="2382809" cy="1471307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D42D59C-02F1-AC25-631A-BE573BEB58BC}"/>
                </a:ext>
              </a:extLst>
            </p:cNvPr>
            <p:cNvGrpSpPr/>
            <p:nvPr/>
          </p:nvGrpSpPr>
          <p:grpSpPr>
            <a:xfrm>
              <a:off x="2811003" y="4994567"/>
              <a:ext cx="2382809" cy="1471307"/>
              <a:chOff x="6548344" y="4783215"/>
              <a:chExt cx="2382809" cy="1474679"/>
            </a:xfrm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A1C98741-1B52-29CD-A6F1-186D343474B4}"/>
                  </a:ext>
                </a:extLst>
              </p:cNvPr>
              <p:cNvSpPr/>
              <p:nvPr/>
            </p:nvSpPr>
            <p:spPr>
              <a:xfrm>
                <a:off x="6548344" y="4783215"/>
                <a:ext cx="2165721" cy="147467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pic>
            <p:nvPicPr>
              <p:cNvPr id="60" name="Picture 34" descr="GenAI application development with Pinecone Vector Database in AWS  Marketplace">
                <a:extLst>
                  <a:ext uri="{FF2B5EF4-FFF2-40B4-BE49-F238E27FC236}">
                    <a16:creationId xmlns:a16="http://schemas.microsoft.com/office/drawing/2014/main" id="{246803EE-F95F-583A-DCFE-884003BF86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43450" y="4869351"/>
                <a:ext cx="401041" cy="4010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238B32E-283F-79B9-80C7-F52B58522835}"/>
                  </a:ext>
                </a:extLst>
              </p:cNvPr>
              <p:cNvSpPr txBox="1"/>
              <p:nvPr/>
            </p:nvSpPr>
            <p:spPr>
              <a:xfrm>
                <a:off x="7216556" y="4826481"/>
                <a:ext cx="1714597" cy="162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Claude 3.5 Sonnet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CB1231B1-EED0-0219-A41E-F7767563FC48}"/>
                  </a:ext>
                </a:extLst>
              </p:cNvPr>
              <p:cNvSpPr/>
              <p:nvPr/>
            </p:nvSpPr>
            <p:spPr>
              <a:xfrm>
                <a:off x="7237659" y="5164307"/>
                <a:ext cx="897778" cy="463163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Generate NLP Response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10D9AC16-B363-4B88-8557-5466808BFB96}"/>
                  </a:ext>
                </a:extLst>
              </p:cNvPr>
              <p:cNvSpPr/>
              <p:nvPr/>
            </p:nvSpPr>
            <p:spPr>
              <a:xfrm>
                <a:off x="7237659" y="5719700"/>
                <a:ext cx="897778" cy="463163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Generate Graph if applicable</a:t>
                </a:r>
              </a:p>
            </p:txBody>
          </p:sp>
        </p:grpSp>
        <p:pic>
          <p:nvPicPr>
            <p:cNvPr id="58" name="Picture 52" descr="Large Language Models (LLMs) | TWIML">
              <a:extLst>
                <a:ext uri="{FF2B5EF4-FFF2-40B4-BE49-F238E27FC236}">
                  <a16:creationId xmlns:a16="http://schemas.microsoft.com/office/drawing/2014/main" id="{91190DC1-26C5-D681-E361-03D57489A8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6857" y="5236199"/>
              <a:ext cx="852890" cy="852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1" name="Graphic 90" descr="Document outline">
            <a:extLst>
              <a:ext uri="{FF2B5EF4-FFF2-40B4-BE49-F238E27FC236}">
                <a16:creationId xmlns:a16="http://schemas.microsoft.com/office/drawing/2014/main" id="{AEA039C1-41F0-23AE-70F5-64E126AC47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8990" y="629474"/>
            <a:ext cx="494377" cy="494377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75F83B9-E820-FE3C-C669-B5A0B82E0DA8}"/>
              </a:ext>
            </a:extLst>
          </p:cNvPr>
          <p:cNvGrpSpPr/>
          <p:nvPr/>
        </p:nvGrpSpPr>
        <p:grpSpPr>
          <a:xfrm>
            <a:off x="228697" y="871137"/>
            <a:ext cx="11348627" cy="5756587"/>
            <a:chOff x="228697" y="700185"/>
            <a:chExt cx="11647224" cy="592754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14483B9-10C5-D5B4-60D0-CFB9E5AA1EBE}"/>
                </a:ext>
              </a:extLst>
            </p:cNvPr>
            <p:cNvSpPr/>
            <p:nvPr/>
          </p:nvSpPr>
          <p:spPr>
            <a:xfrm>
              <a:off x="228697" y="3586443"/>
              <a:ext cx="993538" cy="1029286"/>
            </a:xfrm>
            <a:prstGeom prst="rect">
              <a:avLst/>
            </a:prstGeom>
            <a:noFill/>
            <a:ln w="28575">
              <a:solidFill>
                <a:schemeClr val="accent6">
                  <a:lumMod val="90000"/>
                  <a:lumOff val="1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pic>
          <p:nvPicPr>
            <p:cNvPr id="5" name="Picture 2" descr="Queries - Free animals icons">
              <a:extLst>
                <a:ext uri="{FF2B5EF4-FFF2-40B4-BE49-F238E27FC236}">
                  <a16:creationId xmlns:a16="http://schemas.microsoft.com/office/drawing/2014/main" id="{A33795BB-3284-C9F0-F385-086EE454D5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456" y="3591298"/>
              <a:ext cx="606490" cy="606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80B4AF7-ED1E-E6ED-EA02-85C87F207A4D}"/>
                </a:ext>
              </a:extLst>
            </p:cNvPr>
            <p:cNvGrpSpPr/>
            <p:nvPr/>
          </p:nvGrpSpPr>
          <p:grpSpPr>
            <a:xfrm>
              <a:off x="3484922" y="3702968"/>
              <a:ext cx="975468" cy="1068784"/>
              <a:chOff x="6563668" y="2947004"/>
              <a:chExt cx="991119" cy="1068784"/>
            </a:xfrm>
          </p:grpSpPr>
          <p:pic>
            <p:nvPicPr>
              <p:cNvPr id="8" name="Picture 30" descr="AWS Bedrock Connector - Overview (ODC) | OutSystems">
                <a:extLst>
                  <a:ext uri="{FF2B5EF4-FFF2-40B4-BE49-F238E27FC236}">
                    <a16:creationId xmlns:a16="http://schemas.microsoft.com/office/drawing/2014/main" id="{2579DEDE-D6E9-1EE4-9732-4E31810868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83902" y="2947004"/>
                <a:ext cx="696899" cy="6968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49A2A3-6003-7A6E-49CB-5D77BE32D059}"/>
                  </a:ext>
                </a:extLst>
              </p:cNvPr>
              <p:cNvSpPr txBox="1"/>
              <p:nvPr/>
            </p:nvSpPr>
            <p:spPr>
              <a:xfrm>
                <a:off x="6563668" y="3769567"/>
                <a:ext cx="9911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AWS Bedrock</a:t>
                </a:r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5901AA6-AE63-154A-8A94-8E3F067606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4149" y="4176907"/>
              <a:ext cx="775045" cy="208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A7F41E9-C607-B07E-D559-9901BF082E21}"/>
                </a:ext>
              </a:extLst>
            </p:cNvPr>
            <p:cNvGrpSpPr/>
            <p:nvPr/>
          </p:nvGrpSpPr>
          <p:grpSpPr>
            <a:xfrm>
              <a:off x="5565647" y="3743596"/>
              <a:ext cx="941663" cy="1028156"/>
              <a:chOff x="8220996" y="2987632"/>
              <a:chExt cx="941663" cy="1028156"/>
            </a:xfrm>
          </p:grpSpPr>
          <p:pic>
            <p:nvPicPr>
              <p:cNvPr id="12" name="Picture 42" descr="Athena Logo PNG Vectors Free Download">
                <a:extLst>
                  <a:ext uri="{FF2B5EF4-FFF2-40B4-BE49-F238E27FC236}">
                    <a16:creationId xmlns:a16="http://schemas.microsoft.com/office/drawing/2014/main" id="{3AF49FDC-8950-1725-26F3-6A020CE024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45585" y="2987632"/>
                <a:ext cx="692487" cy="6924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E160CC-1EDE-2240-0443-2368C9B1CB7D}"/>
                  </a:ext>
                </a:extLst>
              </p:cNvPr>
              <p:cNvSpPr txBox="1"/>
              <p:nvPr/>
            </p:nvSpPr>
            <p:spPr>
              <a:xfrm>
                <a:off x="8220996" y="3769567"/>
                <a:ext cx="94166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AWS Athena</a:t>
                </a:r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6AB0926-20AB-08F8-8899-412E3B060037}"/>
                </a:ext>
              </a:extLst>
            </p:cNvPr>
            <p:cNvCxnSpPr>
              <a:cxnSpLocks/>
            </p:cNvCxnSpPr>
            <p:nvPr/>
          </p:nvCxnSpPr>
          <p:spPr>
            <a:xfrm>
              <a:off x="4460390" y="4020544"/>
              <a:ext cx="1105257" cy="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59A90B6-DF1B-D221-506A-26A113D3A3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0390" y="4301881"/>
              <a:ext cx="1105257" cy="0"/>
            </a:xfrm>
            <a:prstGeom prst="straightConnector1">
              <a:avLst/>
            </a:prstGeom>
            <a:ln w="28575" cap="flat" cmpd="sng" algn="ctr">
              <a:solidFill>
                <a:srgbClr val="002060"/>
              </a:solidFill>
              <a:prstDash val="sysDot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A8A3C3A-A5FC-3AC2-19D0-64A60B0474B2}"/>
                </a:ext>
              </a:extLst>
            </p:cNvPr>
            <p:cNvSpPr/>
            <p:nvPr/>
          </p:nvSpPr>
          <p:spPr>
            <a:xfrm>
              <a:off x="3012845" y="5373406"/>
              <a:ext cx="3335749" cy="125431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pic>
          <p:nvPicPr>
            <p:cNvPr id="17" name="Picture 34" descr="GenAI application development with Pinecone Vector Database in AWS  Marketplace">
              <a:extLst>
                <a:ext uri="{FF2B5EF4-FFF2-40B4-BE49-F238E27FC236}">
                  <a16:creationId xmlns:a16="http://schemas.microsoft.com/office/drawing/2014/main" id="{2F72E561-95E2-72FF-9CF3-C695F897C2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6923" y="5452587"/>
              <a:ext cx="495133" cy="4162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9B9F28-30A8-A94A-BC84-A5B41572A4A6}"/>
                </a:ext>
              </a:extLst>
            </p:cNvPr>
            <p:cNvSpPr txBox="1"/>
            <p:nvPr/>
          </p:nvSpPr>
          <p:spPr>
            <a:xfrm>
              <a:off x="4102718" y="5561810"/>
              <a:ext cx="2116874" cy="255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Claude 3.5 Sonnet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EBE2DBF-E3ED-543C-034B-749B4432D74B}"/>
                </a:ext>
              </a:extLst>
            </p:cNvPr>
            <p:cNvSpPr/>
            <p:nvPr/>
          </p:nvSpPr>
          <p:spPr>
            <a:xfrm>
              <a:off x="3231338" y="5921222"/>
              <a:ext cx="1108414" cy="48074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Generate SQL Query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E8EC580-EDBA-668A-6380-072FD81FA629}"/>
                </a:ext>
              </a:extLst>
            </p:cNvPr>
            <p:cNvSpPr/>
            <p:nvPr/>
          </p:nvSpPr>
          <p:spPr>
            <a:xfrm>
              <a:off x="5016408" y="5924700"/>
              <a:ext cx="1108414" cy="48074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Rectify SQL Queries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A1E68D0-C691-48CF-054C-B84A9B438C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52481" y="4860638"/>
              <a:ext cx="0" cy="4878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D4C74D9-9947-B3A8-D97A-7BC8810C7B44}"/>
                </a:ext>
              </a:extLst>
            </p:cNvPr>
            <p:cNvCxnSpPr>
              <a:cxnSpLocks/>
            </p:cNvCxnSpPr>
            <p:nvPr/>
          </p:nvCxnSpPr>
          <p:spPr>
            <a:xfrm>
              <a:off x="3685950" y="4860638"/>
              <a:ext cx="0" cy="4878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99850B1-3DC8-E7C6-7C44-25B5A8D5C4B8}"/>
                </a:ext>
              </a:extLst>
            </p:cNvPr>
            <p:cNvCxnSpPr>
              <a:cxnSpLocks/>
            </p:cNvCxnSpPr>
            <p:nvPr/>
          </p:nvCxnSpPr>
          <p:spPr>
            <a:xfrm>
              <a:off x="3928546" y="4860638"/>
              <a:ext cx="0" cy="487881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4" descr="Building a Data Driven Organization, Part #7: Effi... - Esri Community">
              <a:extLst>
                <a:ext uri="{FF2B5EF4-FFF2-40B4-BE49-F238E27FC236}">
                  <a16:creationId xmlns:a16="http://schemas.microsoft.com/office/drawing/2014/main" id="{EDC69464-B2C2-369F-94BF-E7FB2D4D43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7056" y="5204227"/>
              <a:ext cx="1032324" cy="688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003E15C-171C-1CA5-02E4-4130D8F74D7B}"/>
                </a:ext>
              </a:extLst>
            </p:cNvPr>
            <p:cNvSpPr/>
            <p:nvPr/>
          </p:nvSpPr>
          <p:spPr>
            <a:xfrm>
              <a:off x="7014703" y="2302203"/>
              <a:ext cx="2041997" cy="432552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84264D7-B153-FD6F-6226-438CC3FE7A22}"/>
                </a:ext>
              </a:extLst>
            </p:cNvPr>
            <p:cNvSpPr txBox="1"/>
            <p:nvPr/>
          </p:nvSpPr>
          <p:spPr>
            <a:xfrm>
              <a:off x="7683254" y="2069159"/>
              <a:ext cx="12670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Data Sources</a:t>
              </a:r>
            </a:p>
          </p:txBody>
        </p:sp>
        <p:pic>
          <p:nvPicPr>
            <p:cNvPr id="27" name="Picture 16" descr="AWS Redshift Logo PNG vector in SVG, PDF, AI, CDR format">
              <a:extLst>
                <a:ext uri="{FF2B5EF4-FFF2-40B4-BE49-F238E27FC236}">
                  <a16:creationId xmlns:a16="http://schemas.microsoft.com/office/drawing/2014/main" id="{FC49A400-52F2-AB4F-1BDF-A29764B33F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7894" y="3736468"/>
              <a:ext cx="753782" cy="565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8" descr="Aurora - Database of Databases">
              <a:extLst>
                <a:ext uri="{FF2B5EF4-FFF2-40B4-BE49-F238E27FC236}">
                  <a16:creationId xmlns:a16="http://schemas.microsoft.com/office/drawing/2014/main" id="{DEADBBC5-7487-9A39-2410-3F8A3EC2C8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0476" y="3040290"/>
              <a:ext cx="444513" cy="444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43C98D3-2FBC-EC1C-812D-0302A392B456}"/>
                </a:ext>
              </a:extLst>
            </p:cNvPr>
            <p:cNvSpPr txBox="1"/>
            <p:nvPr/>
          </p:nvSpPr>
          <p:spPr>
            <a:xfrm>
              <a:off x="7982540" y="5814328"/>
              <a:ext cx="12670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Parquet Files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9DBBA83-54C7-948E-A311-8B0F4D671EFC}"/>
                </a:ext>
              </a:extLst>
            </p:cNvPr>
            <p:cNvSpPr txBox="1"/>
            <p:nvPr/>
          </p:nvSpPr>
          <p:spPr>
            <a:xfrm>
              <a:off x="7447296" y="5868678"/>
              <a:ext cx="4053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C950714-3A79-2C69-12B1-F21269272BAA}"/>
                </a:ext>
              </a:extLst>
            </p:cNvPr>
            <p:cNvSpPr txBox="1"/>
            <p:nvPr/>
          </p:nvSpPr>
          <p:spPr>
            <a:xfrm>
              <a:off x="7852687" y="4301381"/>
              <a:ext cx="12670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RDS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D829E7B-9EB2-18E1-D8BF-64BCBEDC16B2}"/>
                </a:ext>
              </a:extLst>
            </p:cNvPr>
            <p:cNvSpPr txBox="1"/>
            <p:nvPr/>
          </p:nvSpPr>
          <p:spPr>
            <a:xfrm>
              <a:off x="7749752" y="3487525"/>
              <a:ext cx="12670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Aurora DB</a:t>
              </a:r>
            </a:p>
          </p:txBody>
        </p:sp>
        <p:pic>
          <p:nvPicPr>
            <p:cNvPr id="33" name="Picture 2" descr="Full Amazon S3 Guide (2020) | Logicata">
              <a:extLst>
                <a:ext uri="{FF2B5EF4-FFF2-40B4-BE49-F238E27FC236}">
                  <a16:creationId xmlns:a16="http://schemas.microsoft.com/office/drawing/2014/main" id="{1FE5B261-20DF-DE27-AAC6-27738EA828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5299" y="5353579"/>
              <a:ext cx="511940" cy="5119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Left Brace 33">
              <a:extLst>
                <a:ext uri="{FF2B5EF4-FFF2-40B4-BE49-F238E27FC236}">
                  <a16:creationId xmlns:a16="http://schemas.microsoft.com/office/drawing/2014/main" id="{E89CC3E9-8944-4F59-1334-632FDFB9923D}"/>
                </a:ext>
              </a:extLst>
            </p:cNvPr>
            <p:cNvSpPr/>
            <p:nvPr/>
          </p:nvSpPr>
          <p:spPr>
            <a:xfrm>
              <a:off x="7028683" y="2510696"/>
              <a:ext cx="247873" cy="3959867"/>
            </a:xfrm>
            <a:prstGeom prst="leftBrace">
              <a:avLst>
                <a:gd name="adj1" fmla="val 8333"/>
                <a:gd name="adj2" fmla="val 31627"/>
              </a:avLst>
            </a:prstGeom>
            <a:ln>
              <a:prstDash val="lgDashDot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8113BE8-6318-551B-C6F1-45B612A93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356078" y="4817873"/>
              <a:ext cx="409436" cy="409436"/>
            </a:xfrm>
            <a:prstGeom prst="rect">
              <a:avLst/>
            </a:prstGeom>
          </p:spPr>
        </p:pic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21E269EA-279C-461C-2B56-D87C74673CE5}"/>
                </a:ext>
              </a:extLst>
            </p:cNvPr>
            <p:cNvSpPr/>
            <p:nvPr/>
          </p:nvSpPr>
          <p:spPr>
            <a:xfrm>
              <a:off x="7267163" y="4969917"/>
              <a:ext cx="1663416" cy="1456868"/>
            </a:xfrm>
            <a:prstGeom prst="roundRect">
              <a:avLst/>
            </a:prstGeom>
            <a:noFill/>
            <a:ln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23E2AF1-1799-86D8-131C-30E9BE0AAD7D}"/>
                </a:ext>
              </a:extLst>
            </p:cNvPr>
            <p:cNvSpPr txBox="1"/>
            <p:nvPr/>
          </p:nvSpPr>
          <p:spPr>
            <a:xfrm>
              <a:off x="7726676" y="4723478"/>
              <a:ext cx="12670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Data Lake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ADB6CB1-79F8-A14F-4861-82C1D86F5BC4}"/>
                </a:ext>
              </a:extLst>
            </p:cNvPr>
            <p:cNvSpPr/>
            <p:nvPr/>
          </p:nvSpPr>
          <p:spPr>
            <a:xfrm>
              <a:off x="7267163" y="2875992"/>
              <a:ext cx="1663416" cy="1752329"/>
            </a:xfrm>
            <a:prstGeom prst="roundRect">
              <a:avLst/>
            </a:prstGeom>
            <a:noFill/>
            <a:ln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64DBA59-72DC-F71F-7CE9-63CA1A80B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02699" y="2529802"/>
              <a:ext cx="533579" cy="533579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D040E44-856E-8E37-2DFE-BE640571F7BE}"/>
                </a:ext>
              </a:extLst>
            </p:cNvPr>
            <p:cNvSpPr txBox="1"/>
            <p:nvPr/>
          </p:nvSpPr>
          <p:spPr>
            <a:xfrm>
              <a:off x="7952819" y="2382784"/>
              <a:ext cx="12670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Databases</a:t>
              </a:r>
            </a:p>
          </p:txBody>
        </p:sp>
        <p:pic>
          <p:nvPicPr>
            <p:cNvPr id="42" name="Picture 36" descr="AWS Glue">
              <a:extLst>
                <a:ext uri="{FF2B5EF4-FFF2-40B4-BE49-F238E27FC236}">
                  <a16:creationId xmlns:a16="http://schemas.microsoft.com/office/drawing/2014/main" id="{9C6573DA-C4FA-CEC8-ED12-94CC4E3DD2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1091" y="1149940"/>
              <a:ext cx="527977" cy="527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97E4B227-ADF7-AEB5-3708-1C67F28B0A8E}"/>
                </a:ext>
              </a:extLst>
            </p:cNvPr>
            <p:cNvCxnSpPr>
              <a:cxnSpLocks/>
              <a:stCxn id="26" idx="0"/>
              <a:endCxn id="42" idx="3"/>
            </p:cNvCxnSpPr>
            <p:nvPr/>
          </p:nvCxnSpPr>
          <p:spPr>
            <a:xfrm rot="16200000" flipV="1">
              <a:off x="7255315" y="1007682"/>
              <a:ext cx="655230" cy="1467723"/>
            </a:xfrm>
            <a:prstGeom prst="bentConnector2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8279509-6D53-2EAE-2DE3-787327C34994}"/>
                </a:ext>
              </a:extLst>
            </p:cNvPr>
            <p:cNvSpPr txBox="1"/>
            <p:nvPr/>
          </p:nvSpPr>
          <p:spPr>
            <a:xfrm>
              <a:off x="7159696" y="1409754"/>
              <a:ext cx="12670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Catalog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BE5BCAF-31FB-A6B9-2AF4-E8E5249003DB}"/>
                </a:ext>
              </a:extLst>
            </p:cNvPr>
            <p:cNvSpPr txBox="1"/>
            <p:nvPr/>
          </p:nvSpPr>
          <p:spPr>
            <a:xfrm>
              <a:off x="4870021" y="1445358"/>
              <a:ext cx="136721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Meta-Data (schema) / </a:t>
              </a:r>
              <a:r>
                <a:rPr kumimoji="0" 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TableDesc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 / </a:t>
              </a:r>
              <a:r>
                <a:rPr kumimoji="0" 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TableNames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 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98D6C35-91CE-4CE9-E9C7-51564B36BCC4}"/>
                </a:ext>
              </a:extLst>
            </p:cNvPr>
            <p:cNvGrpSpPr/>
            <p:nvPr/>
          </p:nvGrpSpPr>
          <p:grpSpPr>
            <a:xfrm>
              <a:off x="3093146" y="700185"/>
              <a:ext cx="1630534" cy="982988"/>
              <a:chOff x="3286643" y="759840"/>
              <a:chExt cx="1630534" cy="982988"/>
            </a:xfrm>
          </p:grpSpPr>
          <p:pic>
            <p:nvPicPr>
              <p:cNvPr id="47" name="Picture 34" descr="GenAI application development with Pinecone Vector Database in AWS  Marketplace">
                <a:extLst>
                  <a:ext uri="{FF2B5EF4-FFF2-40B4-BE49-F238E27FC236}">
                    <a16:creationId xmlns:a16="http://schemas.microsoft.com/office/drawing/2014/main" id="{BB4F4249-76C5-B89F-C79B-1CE37281F0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9315" y="759840"/>
                <a:ext cx="605085" cy="6050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DA32B12-91CD-808A-8353-5B33A769D60D}"/>
                  </a:ext>
                </a:extLst>
              </p:cNvPr>
              <p:cNvSpPr txBox="1"/>
              <p:nvPr/>
            </p:nvSpPr>
            <p:spPr>
              <a:xfrm>
                <a:off x="3286643" y="1342718"/>
                <a:ext cx="16305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Titan Embeddings    </a:t>
                </a:r>
                <a:b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</a:b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    </a:t>
                </a: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(Convert to Embeddings)</a:t>
                </a: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96A0A86-7182-A621-2E8D-D997F3224903}"/>
                </a:ext>
              </a:extLst>
            </p:cNvPr>
            <p:cNvSpPr txBox="1"/>
            <p:nvPr/>
          </p:nvSpPr>
          <p:spPr>
            <a:xfrm>
              <a:off x="6098238" y="1720870"/>
              <a:ext cx="14995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AWS Glue Crawler 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FE0BD25-DB27-C499-762F-C6445EF80F31}"/>
                </a:ext>
              </a:extLst>
            </p:cNvPr>
            <p:cNvSpPr txBox="1"/>
            <p:nvPr/>
          </p:nvSpPr>
          <p:spPr>
            <a:xfrm>
              <a:off x="4090521" y="3355611"/>
              <a:ext cx="126349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Context (Meta-Data)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0E6AD74A-3624-63B0-1C7A-82A2F3A97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359500" y="2275282"/>
              <a:ext cx="533579" cy="533579"/>
            </a:xfrm>
            <a:prstGeom prst="rect">
              <a:avLst/>
            </a:prstGeom>
          </p:spPr>
        </p:pic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977A6E9-155A-61EA-4826-19E3B928F658}"/>
                </a:ext>
              </a:extLst>
            </p:cNvPr>
            <p:cNvGrpSpPr/>
            <p:nvPr/>
          </p:nvGrpSpPr>
          <p:grpSpPr>
            <a:xfrm>
              <a:off x="4272766" y="2060238"/>
              <a:ext cx="1625107" cy="893712"/>
              <a:chOff x="3503910" y="1734924"/>
              <a:chExt cx="1625107" cy="89371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3B3C483-3706-75A7-61FF-C12766DF8A71}"/>
                  </a:ext>
                </a:extLst>
              </p:cNvPr>
              <p:cNvSpPr txBox="1"/>
              <p:nvPr/>
            </p:nvSpPr>
            <p:spPr>
              <a:xfrm>
                <a:off x="3503910" y="2228526"/>
                <a:ext cx="16251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FAISS </a:t>
                </a:r>
                <a:b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</a:b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(Schema)</a:t>
                </a:r>
              </a:p>
            </p:txBody>
          </p: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549B64A2-2E9D-4344-7757-2B837B8790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67366" y="1734924"/>
                <a:ext cx="517090" cy="517090"/>
              </a:xfrm>
              <a:prstGeom prst="rect">
                <a:avLst/>
              </a:prstGeom>
            </p:spPr>
          </p:pic>
        </p:grp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33251B17-DC0B-25CE-81D9-654C9A567D7E}"/>
                </a:ext>
              </a:extLst>
            </p:cNvPr>
            <p:cNvCxnSpPr>
              <a:cxnSpLocks/>
            </p:cNvCxnSpPr>
            <p:nvPr/>
          </p:nvCxnSpPr>
          <p:spPr>
            <a:xfrm>
              <a:off x="6453170" y="4108162"/>
              <a:ext cx="515653" cy="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002A6FE-63FD-A5DE-AB25-DBE009E78964}"/>
                </a:ext>
              </a:extLst>
            </p:cNvPr>
            <p:cNvGrpSpPr/>
            <p:nvPr/>
          </p:nvGrpSpPr>
          <p:grpSpPr>
            <a:xfrm>
              <a:off x="10269523" y="1292571"/>
              <a:ext cx="1606398" cy="1713388"/>
              <a:chOff x="10094678" y="4294032"/>
              <a:chExt cx="1606398" cy="1713388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88B31F9E-DA88-E60C-99F4-0ACA3548FB1C}"/>
                  </a:ext>
                </a:extLst>
              </p:cNvPr>
              <p:cNvGrpSpPr/>
              <p:nvPr/>
            </p:nvGrpSpPr>
            <p:grpSpPr>
              <a:xfrm>
                <a:off x="10094678" y="4294032"/>
                <a:ext cx="1606398" cy="1713388"/>
                <a:chOff x="9090584" y="2883791"/>
                <a:chExt cx="1606398" cy="1713388"/>
              </a:xfrm>
            </p:grpSpPr>
            <p:pic>
              <p:nvPicPr>
                <p:cNvPr id="67" name="Picture 6" descr="Respond Icons - Free SVG &amp; PNG Respond Images - Noun Project">
                  <a:extLst>
                    <a:ext uri="{FF2B5EF4-FFF2-40B4-BE49-F238E27FC236}">
                      <a16:creationId xmlns:a16="http://schemas.microsoft.com/office/drawing/2014/main" id="{A9767E8B-F3E3-8659-0B89-CF26E227409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313318" y="3627493"/>
                  <a:ext cx="403376" cy="40337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0B1387D9-8A52-1F3C-45C1-72B7448A4E05}"/>
                    </a:ext>
                  </a:extLst>
                </p:cNvPr>
                <p:cNvSpPr/>
                <p:nvPr/>
              </p:nvSpPr>
              <p:spPr>
                <a:xfrm>
                  <a:off x="9090584" y="3246687"/>
                  <a:ext cx="1606398" cy="1350492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CBBA2226-F7F0-E7C1-A18E-4FFB595E11DE}"/>
                    </a:ext>
                  </a:extLst>
                </p:cNvPr>
                <p:cNvSpPr txBox="1"/>
                <p:nvPr/>
              </p:nvSpPr>
              <p:spPr>
                <a:xfrm>
                  <a:off x="9135735" y="4069798"/>
                  <a:ext cx="75854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Response</a:t>
                  </a: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DD930EA-EAB0-3F89-84DE-9ADB4DCDA936}"/>
                    </a:ext>
                  </a:extLst>
                </p:cNvPr>
                <p:cNvSpPr txBox="1"/>
                <p:nvPr/>
              </p:nvSpPr>
              <p:spPr>
                <a:xfrm>
                  <a:off x="9090584" y="2883791"/>
                  <a:ext cx="160639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Output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4D8B1CF5-57A9-9AD5-DE7F-CBB8ADF52898}"/>
                    </a:ext>
                  </a:extLst>
                </p:cNvPr>
                <p:cNvSpPr txBox="1"/>
                <p:nvPr/>
              </p:nvSpPr>
              <p:spPr>
                <a:xfrm>
                  <a:off x="10048245" y="4072049"/>
                  <a:ext cx="53893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Graph</a:t>
                  </a: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66" name="Graphic 65" descr="Upward trend with solid fill">
                <a:extLst>
                  <a:ext uri="{FF2B5EF4-FFF2-40B4-BE49-F238E27FC236}">
                    <a16:creationId xmlns:a16="http://schemas.microsoft.com/office/drawing/2014/main" id="{15483414-AE27-53B0-B16B-130DBF1B07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11160596" y="5037734"/>
                <a:ext cx="403376" cy="403376"/>
              </a:xfrm>
              <a:prstGeom prst="rect">
                <a:avLst/>
              </a:prstGeom>
            </p:spPr>
          </p:pic>
        </p:grp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681E08AF-3564-F27E-5B17-4962D742E2C9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8861728" y="4990611"/>
              <a:ext cx="880291" cy="1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FDB9AB6-8887-1284-D607-F233FAB578F8}"/>
                </a:ext>
              </a:extLst>
            </p:cNvPr>
            <p:cNvSpPr txBox="1"/>
            <p:nvPr/>
          </p:nvSpPr>
          <p:spPr>
            <a:xfrm>
              <a:off x="2806367" y="3765676"/>
              <a:ext cx="685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Modify Question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F9F611B-1E31-A76C-1B10-4DD7A49EB33D}"/>
                </a:ext>
              </a:extLst>
            </p:cNvPr>
            <p:cNvSpPr txBox="1"/>
            <p:nvPr/>
          </p:nvSpPr>
          <p:spPr>
            <a:xfrm>
              <a:off x="4626414" y="3754459"/>
              <a:ext cx="8159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SQL Query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C4AD681-4EC7-8C4B-3FD0-49DAFCDBE651}"/>
                </a:ext>
              </a:extLst>
            </p:cNvPr>
            <p:cNvSpPr txBox="1"/>
            <p:nvPr/>
          </p:nvSpPr>
          <p:spPr>
            <a:xfrm>
              <a:off x="4599534" y="4313031"/>
              <a:ext cx="815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Error Message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2310BBE-6B7B-12DE-2031-4FFF1A35249E}"/>
                </a:ext>
              </a:extLst>
            </p:cNvPr>
            <p:cNvSpPr txBox="1"/>
            <p:nvPr/>
          </p:nvSpPr>
          <p:spPr>
            <a:xfrm>
              <a:off x="4128676" y="4904853"/>
              <a:ext cx="8159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SQL Query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E1BE8AC-F6C5-F83F-C245-732D1A1BA8BC}"/>
                </a:ext>
              </a:extLst>
            </p:cNvPr>
            <p:cNvSpPr txBox="1"/>
            <p:nvPr/>
          </p:nvSpPr>
          <p:spPr>
            <a:xfrm>
              <a:off x="6332230" y="3832606"/>
              <a:ext cx="8159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E</a:t>
              </a:r>
              <a:r>
                <a:rPr kumimoji="0" lang="en-US" sz="9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xecute</a:t>
              </a: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955964D-6D96-1E27-EBEA-E2989366EB7A}"/>
                </a:ext>
              </a:extLst>
            </p:cNvPr>
            <p:cNvSpPr txBox="1"/>
            <p:nvPr/>
          </p:nvSpPr>
          <p:spPr>
            <a:xfrm>
              <a:off x="2780185" y="4897416"/>
              <a:ext cx="126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NLQ + Context (Meta-Data)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6B84A25-7404-A6A2-1961-A7BACD3C0EEC}"/>
                </a:ext>
              </a:extLst>
            </p:cNvPr>
            <p:cNvSpPr txBox="1"/>
            <p:nvPr/>
          </p:nvSpPr>
          <p:spPr>
            <a:xfrm>
              <a:off x="9042803" y="4399867"/>
              <a:ext cx="9572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SQL Result / User Query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949D125-A70F-FF0A-F826-B4A1507F07D7}"/>
                </a:ext>
              </a:extLst>
            </p:cNvPr>
            <p:cNvSpPr txBox="1"/>
            <p:nvPr/>
          </p:nvSpPr>
          <p:spPr>
            <a:xfrm>
              <a:off x="3849068" y="4904853"/>
              <a:ext cx="323165" cy="457687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Error </a:t>
              </a:r>
            </a:p>
          </p:txBody>
        </p:sp>
        <p:pic>
          <p:nvPicPr>
            <p:cNvPr id="81" name="Graphic 80" descr="Repeat outline">
              <a:extLst>
                <a:ext uri="{FF2B5EF4-FFF2-40B4-BE49-F238E27FC236}">
                  <a16:creationId xmlns:a16="http://schemas.microsoft.com/office/drawing/2014/main" id="{E55F68BE-9011-B9E2-F86D-856F1711D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507195" y="6058215"/>
              <a:ext cx="295614" cy="295614"/>
            </a:xfrm>
            <a:prstGeom prst="rect">
              <a:avLst/>
            </a:prstGeom>
          </p:spPr>
        </p:pic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5C45F28-4647-0869-5941-F8223E11295C}"/>
                </a:ext>
              </a:extLst>
            </p:cNvPr>
            <p:cNvGrpSpPr/>
            <p:nvPr/>
          </p:nvGrpSpPr>
          <p:grpSpPr>
            <a:xfrm>
              <a:off x="955317" y="835051"/>
              <a:ext cx="1370553" cy="725209"/>
              <a:chOff x="0" y="703264"/>
              <a:chExt cx="1370553" cy="725209"/>
            </a:xfrm>
          </p:grpSpPr>
          <p:pic>
            <p:nvPicPr>
              <p:cNvPr id="83" name="Graphic 82" descr="Document outline">
                <a:extLst>
                  <a:ext uri="{FF2B5EF4-FFF2-40B4-BE49-F238E27FC236}">
                    <a16:creationId xmlns:a16="http://schemas.microsoft.com/office/drawing/2014/main" id="{74D0401A-452F-4A71-BBCC-A76F4F94C5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63463" y="703264"/>
                <a:ext cx="494377" cy="494377"/>
              </a:xfrm>
              <a:prstGeom prst="rect">
                <a:avLst/>
              </a:prstGeom>
            </p:spPr>
          </p:pic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0EC20D0-2DE3-FC00-E583-0E07CF535374}"/>
                  </a:ext>
                </a:extLst>
              </p:cNvPr>
              <p:cNvSpPr txBox="1"/>
              <p:nvPr/>
            </p:nvSpPr>
            <p:spPr>
              <a:xfrm>
                <a:off x="0" y="1197641"/>
                <a:ext cx="137055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Domain Knowledge DB</a:t>
                </a:r>
              </a:p>
            </p:txBody>
          </p:sp>
        </p:grp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4EA62D0D-996F-5F5A-00A4-9AC700531DF6}"/>
                </a:ext>
              </a:extLst>
            </p:cNvPr>
            <p:cNvCxnSpPr>
              <a:cxnSpLocks/>
              <a:stCxn id="53" idx="2"/>
              <a:endCxn id="8" idx="0"/>
            </p:cNvCxnSpPr>
            <p:nvPr/>
          </p:nvCxnSpPr>
          <p:spPr>
            <a:xfrm rot="5400000">
              <a:off x="4141253" y="2758901"/>
              <a:ext cx="749018" cy="1139116"/>
            </a:xfrm>
            <a:prstGeom prst="bentConnector3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9D06B691-1DF2-91CD-B77C-E40B6B074574}"/>
                </a:ext>
              </a:extLst>
            </p:cNvPr>
            <p:cNvGrpSpPr/>
            <p:nvPr/>
          </p:nvGrpSpPr>
          <p:grpSpPr>
            <a:xfrm>
              <a:off x="2190693" y="2069919"/>
              <a:ext cx="1625107" cy="893712"/>
              <a:chOff x="3503910" y="1734924"/>
              <a:chExt cx="1625107" cy="893712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8977E96-F852-1B31-9CA8-108AFE514FB7}"/>
                  </a:ext>
                </a:extLst>
              </p:cNvPr>
              <p:cNvSpPr txBox="1"/>
              <p:nvPr/>
            </p:nvSpPr>
            <p:spPr>
              <a:xfrm>
                <a:off x="3503910" y="2228526"/>
                <a:ext cx="16251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FAISS </a:t>
                </a:r>
                <a:b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</a:b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(Domain KB)</a:t>
                </a:r>
              </a:p>
            </p:txBody>
          </p:sp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C7B5BE6B-6C4E-C995-6157-955B9DEB75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67366" y="1734924"/>
                <a:ext cx="517090" cy="517090"/>
              </a:xfrm>
              <a:prstGeom prst="rect">
                <a:avLst/>
              </a:prstGeom>
            </p:spPr>
          </p:pic>
        </p:grpSp>
        <p:cxnSp>
          <p:nvCxnSpPr>
            <p:cNvPr id="89" name="Connector: Elbow 88">
              <a:extLst>
                <a:ext uri="{FF2B5EF4-FFF2-40B4-BE49-F238E27FC236}">
                  <a16:creationId xmlns:a16="http://schemas.microsoft.com/office/drawing/2014/main" id="{941C953B-FAA0-135D-6AD4-23F7E9BD8CA6}"/>
                </a:ext>
              </a:extLst>
            </p:cNvPr>
            <p:cNvCxnSpPr>
              <a:cxnSpLocks/>
              <a:stCxn id="87" idx="2"/>
              <a:endCxn id="8" idx="0"/>
            </p:cNvCxnSpPr>
            <p:nvPr/>
          </p:nvCxnSpPr>
          <p:spPr>
            <a:xfrm rot="16200000" flipH="1">
              <a:off x="3105057" y="2861820"/>
              <a:ext cx="739337" cy="942957"/>
            </a:xfrm>
            <a:prstGeom prst="bentConnector3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95B70E6-B6DA-CF7D-3FF1-1093DE036CEA}"/>
                </a:ext>
              </a:extLst>
            </p:cNvPr>
            <p:cNvSpPr txBox="1"/>
            <p:nvPr/>
          </p:nvSpPr>
          <p:spPr>
            <a:xfrm>
              <a:off x="2871503" y="3366111"/>
              <a:ext cx="91725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Context (KB)</a:t>
              </a:r>
            </a:p>
          </p:txBody>
        </p:sp>
        <p:cxnSp>
          <p:nvCxnSpPr>
            <p:cNvPr id="92" name="Connector: Elbow 91">
              <a:extLst>
                <a:ext uri="{FF2B5EF4-FFF2-40B4-BE49-F238E27FC236}">
                  <a16:creationId xmlns:a16="http://schemas.microsoft.com/office/drawing/2014/main" id="{6254F502-C54A-3443-8D0B-04F2D37351C0}"/>
                </a:ext>
              </a:extLst>
            </p:cNvPr>
            <p:cNvCxnSpPr>
              <a:cxnSpLocks/>
              <a:stCxn id="70" idx="0"/>
            </p:cNvCxnSpPr>
            <p:nvPr/>
          </p:nvCxnSpPr>
          <p:spPr>
            <a:xfrm rot="16200000" flipV="1">
              <a:off x="8741378" y="-1038774"/>
              <a:ext cx="567901" cy="4094789"/>
            </a:xfrm>
            <a:prstGeom prst="bentConnector2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34A3DF2E-01A6-5DB3-9BF4-BD537687B0DA}"/>
                </a:ext>
              </a:extLst>
            </p:cNvPr>
            <p:cNvCxnSpPr>
              <a:cxnSpLocks/>
              <a:stCxn id="59" idx="0"/>
              <a:endCxn id="68" idx="2"/>
            </p:cNvCxnSpPr>
            <p:nvPr/>
          </p:nvCxnSpPr>
          <p:spPr>
            <a:xfrm flipH="1" flipV="1">
              <a:off x="11072723" y="3005959"/>
              <a:ext cx="37487" cy="78066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94A3A55-9424-745A-FF54-803601C0D45A}"/>
                </a:ext>
              </a:extLst>
            </p:cNvPr>
            <p:cNvSpPr txBox="1"/>
            <p:nvPr/>
          </p:nvSpPr>
          <p:spPr>
            <a:xfrm>
              <a:off x="8360213" y="817874"/>
              <a:ext cx="126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Feedback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(Positive/ Negative)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D7D982A2-F873-1C36-3D61-3BA4B88A9213}"/>
                </a:ext>
              </a:extLst>
            </p:cNvPr>
            <p:cNvGrpSpPr/>
            <p:nvPr/>
          </p:nvGrpSpPr>
          <p:grpSpPr>
            <a:xfrm>
              <a:off x="3132032" y="2069602"/>
              <a:ext cx="1625107" cy="893712"/>
              <a:chOff x="3503910" y="1734924"/>
              <a:chExt cx="1625107" cy="893712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24CE468-3848-2D0C-2364-A9D522946747}"/>
                  </a:ext>
                </a:extLst>
              </p:cNvPr>
              <p:cNvSpPr txBox="1"/>
              <p:nvPr/>
            </p:nvSpPr>
            <p:spPr>
              <a:xfrm>
                <a:off x="3503910" y="2228526"/>
                <a:ext cx="16251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FAISS </a:t>
                </a:r>
                <a:b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</a:b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(Feedback)</a:t>
                </a:r>
              </a:p>
            </p:txBody>
          </p:sp>
          <p:pic>
            <p:nvPicPr>
              <p:cNvPr id="97" name="Picture 96">
                <a:extLst>
                  <a:ext uri="{FF2B5EF4-FFF2-40B4-BE49-F238E27FC236}">
                    <a16:creationId xmlns:a16="http://schemas.microsoft.com/office/drawing/2014/main" id="{2C71E068-AF37-EE01-8A0E-C445CDB037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67366" y="1734924"/>
                <a:ext cx="517090" cy="517090"/>
              </a:xfrm>
              <a:prstGeom prst="rect">
                <a:avLst/>
              </a:prstGeom>
            </p:spPr>
          </p:pic>
        </p:grp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0F85E75C-FFB0-EEB7-7B00-BD8DB5BA8674}"/>
                </a:ext>
              </a:extLst>
            </p:cNvPr>
            <p:cNvCxnSpPr>
              <a:cxnSpLocks/>
              <a:stCxn id="41" idx="2"/>
              <a:endCxn id="97" idx="0"/>
            </p:cNvCxnSpPr>
            <p:nvPr/>
          </p:nvCxnSpPr>
          <p:spPr>
            <a:xfrm>
              <a:off x="3944732" y="1798222"/>
              <a:ext cx="9301" cy="27138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53D83B4A-30C3-7388-5DF4-4484AEF4E2D1}"/>
                </a:ext>
              </a:extLst>
            </p:cNvPr>
            <p:cNvCxnSpPr>
              <a:cxnSpLocks/>
              <a:stCxn id="96" idx="2"/>
              <a:endCxn id="8" idx="0"/>
            </p:cNvCxnSpPr>
            <p:nvPr/>
          </p:nvCxnSpPr>
          <p:spPr>
            <a:xfrm>
              <a:off x="3944586" y="2963314"/>
              <a:ext cx="1618" cy="739654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FE66DFA4-A1B3-26DC-CFCC-63C18A6D8423}"/>
                </a:ext>
              </a:extLst>
            </p:cNvPr>
            <p:cNvCxnSpPr>
              <a:cxnSpLocks/>
            </p:cNvCxnSpPr>
            <p:nvPr/>
          </p:nvCxnSpPr>
          <p:spPr>
            <a:xfrm>
              <a:off x="1952327" y="1149940"/>
              <a:ext cx="1296956" cy="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3876BF00-3C28-ACF0-7200-3348826307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3680" y="797451"/>
              <a:ext cx="1529068" cy="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64C414ED-3CC1-9DF1-E4E1-8CC39CB42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3680" y="1409754"/>
              <a:ext cx="1529068" cy="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99A6DF2-306B-279A-8D41-0E2EC194E764}"/>
                </a:ext>
              </a:extLst>
            </p:cNvPr>
            <p:cNvSpPr txBox="1"/>
            <p:nvPr/>
          </p:nvSpPr>
          <p:spPr>
            <a:xfrm>
              <a:off x="6096901" y="918985"/>
              <a:ext cx="10368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Feedback DB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46943DA-FD5C-D6B8-B110-0BC4F77D950A}"/>
                    </a:ext>
                  </a:extLst>
                </p14:cNvPr>
                <p14:cNvContentPartPr/>
                <p14:nvPr/>
              </p14:nvContentPartPr>
              <p14:xfrm>
                <a:off x="10959760" y="1071228"/>
                <a:ext cx="360" cy="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46943DA-FD5C-D6B8-B110-0BC4F77D950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53640" y="10651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FCA0BF60-5DBE-6EA5-5E4C-C1695DD3F2A0}"/>
                </a:ext>
              </a:extLst>
            </p:cNvPr>
            <p:cNvSpPr/>
            <p:nvPr/>
          </p:nvSpPr>
          <p:spPr>
            <a:xfrm>
              <a:off x="1524865" y="3450447"/>
              <a:ext cx="1110713" cy="125431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pic>
          <p:nvPicPr>
            <p:cNvPr id="106" name="Picture 34" descr="GenAI application development with Pinecone Vector Database in AWS  Marketplace">
              <a:extLst>
                <a:ext uri="{FF2B5EF4-FFF2-40B4-BE49-F238E27FC236}">
                  <a16:creationId xmlns:a16="http://schemas.microsoft.com/office/drawing/2014/main" id="{0A71802A-DBEE-3E40-E596-1FF1EC2C0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296" y="3492860"/>
              <a:ext cx="387093" cy="325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F7F2D325-5B65-EA14-68FF-DA0FC1300DEF}"/>
                </a:ext>
              </a:extLst>
            </p:cNvPr>
            <p:cNvCxnSpPr>
              <a:cxnSpLocks/>
            </p:cNvCxnSpPr>
            <p:nvPr/>
          </p:nvCxnSpPr>
          <p:spPr>
            <a:xfrm>
              <a:off x="1081544" y="4197788"/>
              <a:ext cx="443321" cy="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B52AA16-217F-FE63-6879-AD2B1B6FC084}"/>
                </a:ext>
              </a:extLst>
            </p:cNvPr>
            <p:cNvSpPr/>
            <p:nvPr/>
          </p:nvSpPr>
          <p:spPr>
            <a:xfrm>
              <a:off x="1650325" y="4200313"/>
              <a:ext cx="901341" cy="39752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Modify Question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18727F4-F502-DDB0-6360-E7D72DF953B9}"/>
                </a:ext>
              </a:extLst>
            </p:cNvPr>
            <p:cNvSpPr txBox="1"/>
            <p:nvPr/>
          </p:nvSpPr>
          <p:spPr>
            <a:xfrm>
              <a:off x="1859404" y="3739882"/>
              <a:ext cx="10940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Claude 3.5 Sonnet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65AF455-EE42-A9EC-7AB3-8D41688E36CB}"/>
                </a:ext>
              </a:extLst>
            </p:cNvPr>
            <p:cNvSpPr txBox="1"/>
            <p:nvPr/>
          </p:nvSpPr>
          <p:spPr>
            <a:xfrm>
              <a:off x="1565156" y="5936006"/>
              <a:ext cx="9292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Chat History</a:t>
              </a: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ECBBDFE9-BEA1-874D-81F6-944DBAE6A7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2685" y="4817873"/>
              <a:ext cx="0" cy="4878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C39D32A-13C2-0361-0B69-E236A5FC9284}"/>
                </a:ext>
              </a:extLst>
            </p:cNvPr>
            <p:cNvSpPr txBox="1"/>
            <p:nvPr/>
          </p:nvSpPr>
          <p:spPr>
            <a:xfrm>
              <a:off x="1632915" y="3086815"/>
              <a:ext cx="929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Follow up Questions</a:t>
              </a:r>
            </a:p>
          </p:txBody>
        </p:sp>
        <p:pic>
          <p:nvPicPr>
            <p:cNvPr id="113" name="Graphic 112" descr="Chat outline">
              <a:extLst>
                <a:ext uri="{FF2B5EF4-FFF2-40B4-BE49-F238E27FC236}">
                  <a16:creationId xmlns:a16="http://schemas.microsoft.com/office/drawing/2014/main" id="{660ADFEA-3A70-C72D-24F3-5095C4B82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702333" y="5318240"/>
              <a:ext cx="733182" cy="733182"/>
            </a:xfrm>
            <a:prstGeom prst="rect">
              <a:avLst/>
            </a:prstGeom>
          </p:spPr>
        </p:pic>
      </p:grpSp>
      <p:sp>
        <p:nvSpPr>
          <p:cNvPr id="114" name="Text Placeholder 8">
            <a:extLst>
              <a:ext uri="{FF2B5EF4-FFF2-40B4-BE49-F238E27FC236}">
                <a16:creationId xmlns:a16="http://schemas.microsoft.com/office/drawing/2014/main" id="{05895D79-9C1C-CBD3-EEEA-4011F273B704}"/>
              </a:ext>
            </a:extLst>
          </p:cNvPr>
          <p:cNvSpPr txBox="1">
            <a:spLocks/>
          </p:cNvSpPr>
          <p:nvPr/>
        </p:nvSpPr>
        <p:spPr>
          <a:xfrm>
            <a:off x="300708" y="6567492"/>
            <a:ext cx="4197927" cy="268143"/>
          </a:xfrm>
          <a:prstGeom prst="rect">
            <a:avLst/>
          </a:prstGeom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© 2024 Collabera Digital  |  All Rights Reserved 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| collaberadigital.com</a:t>
            </a:r>
          </a:p>
        </p:txBody>
      </p:sp>
      <p:pic>
        <p:nvPicPr>
          <p:cNvPr id="115" name="Picture 11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5B80747-F818-1AA0-AC73-EAD955F8FC83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170" y="78525"/>
            <a:ext cx="1593677" cy="321764"/>
          </a:xfrm>
          <a:prstGeom prst="rect">
            <a:avLst/>
          </a:prstGeom>
        </p:spPr>
      </p:pic>
      <p:sp>
        <p:nvSpPr>
          <p:cNvPr id="116" name="Slide Number Placeholder 5">
            <a:extLst>
              <a:ext uri="{FF2B5EF4-FFF2-40B4-BE49-F238E27FC236}">
                <a16:creationId xmlns:a16="http://schemas.microsoft.com/office/drawing/2014/main" id="{6A3A020C-870E-BD8D-076A-0E884667D64E}"/>
              </a:ext>
            </a:extLst>
          </p:cNvPr>
          <p:cNvSpPr txBox="1">
            <a:spLocks/>
          </p:cNvSpPr>
          <p:nvPr/>
        </p:nvSpPr>
        <p:spPr>
          <a:xfrm>
            <a:off x="11464925" y="6490661"/>
            <a:ext cx="727075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A227D-D6B4-481D-8178-2242024024DE}" type="slidenum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4233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33E09-392C-00CC-EC63-9FF058FD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7131D46-BCBC-5D1A-AD7A-3EB0589C1916}"/>
              </a:ext>
            </a:extLst>
          </p:cNvPr>
          <p:cNvSpPr txBox="1">
            <a:spLocks/>
          </p:cNvSpPr>
          <p:nvPr/>
        </p:nvSpPr>
        <p:spPr>
          <a:xfrm>
            <a:off x="11464925" y="6490661"/>
            <a:ext cx="727075" cy="32067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A227D-D6B4-481D-8178-2242024024DE}" type="slidenum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0510E8B-182D-EAF1-1CBF-03858FFDDDA2}"/>
              </a:ext>
            </a:extLst>
          </p:cNvPr>
          <p:cNvSpPr txBox="1">
            <a:spLocks/>
          </p:cNvSpPr>
          <p:nvPr/>
        </p:nvSpPr>
        <p:spPr>
          <a:xfrm>
            <a:off x="300708" y="6567492"/>
            <a:ext cx="4197927" cy="26814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© 2024 Collabera Digital  |  All Rights Reserved 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| collaberadigital.com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8170B0C-F7B5-469A-E20D-328FF5EA48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170" y="78525"/>
            <a:ext cx="1593677" cy="321764"/>
          </a:xfrm>
          <a:prstGeom prst="rect">
            <a:avLst/>
          </a:prstGeom>
          <a:ln>
            <a:noFill/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44C61C1-F5E3-68D5-4B69-BBB9876F54F0}"/>
              </a:ext>
            </a:extLst>
          </p:cNvPr>
          <p:cNvSpPr txBox="1">
            <a:spLocks/>
          </p:cNvSpPr>
          <p:nvPr/>
        </p:nvSpPr>
        <p:spPr>
          <a:xfrm>
            <a:off x="300708" y="-66906"/>
            <a:ext cx="7861985" cy="763600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rgbClr val="2859C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859C3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Patient Healthcare Summary</a:t>
            </a: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70012-8FA2-7954-05DB-8CDA0B76D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11" y="804391"/>
            <a:ext cx="2555589" cy="226101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4121C4F-6F0F-A25E-A69A-80725B3729C3}"/>
              </a:ext>
            </a:extLst>
          </p:cNvPr>
          <p:cNvGrpSpPr/>
          <p:nvPr/>
        </p:nvGrpSpPr>
        <p:grpSpPr>
          <a:xfrm>
            <a:off x="6404669" y="5517931"/>
            <a:ext cx="5575706" cy="998917"/>
            <a:chOff x="6341609" y="5517931"/>
            <a:chExt cx="5575706" cy="99891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98B7D6-0519-180E-79FC-E1C23DCDFF1D}"/>
                </a:ext>
              </a:extLst>
            </p:cNvPr>
            <p:cNvSpPr/>
            <p:nvPr/>
          </p:nvSpPr>
          <p:spPr>
            <a:xfrm>
              <a:off x="6341609" y="5517931"/>
              <a:ext cx="5575706" cy="998917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FE28EB-21A9-557C-1E63-35C4861E72EB}"/>
                </a:ext>
              </a:extLst>
            </p:cNvPr>
            <p:cNvSpPr txBox="1"/>
            <p:nvPr/>
          </p:nvSpPr>
          <p:spPr>
            <a:xfrm>
              <a:off x="6365494" y="5573409"/>
              <a:ext cx="547589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 required from the client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	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Care 21 schemas, sample anonymized patient records, and clinical workflow insights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7F7ACE-FA4C-7338-7133-561CB5E19971}"/>
              </a:ext>
            </a:extLst>
          </p:cNvPr>
          <p:cNvGrpSpPr/>
          <p:nvPr/>
        </p:nvGrpSpPr>
        <p:grpSpPr>
          <a:xfrm>
            <a:off x="6389156" y="3337452"/>
            <a:ext cx="6802773" cy="1896700"/>
            <a:chOff x="6315586" y="3337452"/>
            <a:chExt cx="6802773" cy="18967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F3BDD4F-6996-48E4-9257-E5778C4EE52F}"/>
                </a:ext>
              </a:extLst>
            </p:cNvPr>
            <p:cNvGrpSpPr/>
            <p:nvPr/>
          </p:nvGrpSpPr>
          <p:grpSpPr>
            <a:xfrm>
              <a:off x="6315586" y="3337452"/>
              <a:ext cx="5575706" cy="1896700"/>
              <a:chOff x="6315586" y="3337452"/>
              <a:chExt cx="5575706" cy="18967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B81EA8B-AC2C-3CC2-1474-0332A26B3C94}"/>
                  </a:ext>
                </a:extLst>
              </p:cNvPr>
              <p:cNvSpPr/>
              <p:nvPr/>
            </p:nvSpPr>
            <p:spPr>
              <a:xfrm>
                <a:off x="6315586" y="3337452"/>
                <a:ext cx="5575706" cy="1896700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marR="0" lvl="0" indent="-28575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C22DC0-CBC5-9C47-A246-B6459B97AD07}"/>
                  </a:ext>
                </a:extLst>
              </p:cNvPr>
              <p:cNvSpPr txBox="1"/>
              <p:nvPr/>
            </p:nvSpPr>
            <p:spPr>
              <a:xfrm>
                <a:off x="6365494" y="3793217"/>
                <a:ext cx="547589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AI </a:t>
                </a:r>
                <a:r>
                  <a: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– 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F9ED5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Using Natural language Processing and Large Language Models to summarize relevant data for the end user</a:t>
                </a: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F9ED5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D2F1FE-A6FE-8BDE-3A64-56A640618ACB}"/>
                  </a:ext>
                </a:extLst>
              </p:cNvPr>
              <p:cNvSpPr txBox="1"/>
              <p:nvPr/>
            </p:nvSpPr>
            <p:spPr>
              <a:xfrm>
                <a:off x="6365494" y="4448836"/>
                <a:ext cx="547589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Data Engineering </a:t>
                </a:r>
                <a:r>
                  <a: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– 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F9ED5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Fetch data from multiple records in the Data Layer, aggregating it to a staging layer</a:t>
                </a: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F9ED5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440476-178C-B8BB-360C-CDBA8F2D141D}"/>
                </a:ext>
              </a:extLst>
            </p:cNvPr>
            <p:cNvSpPr txBox="1"/>
            <p:nvPr/>
          </p:nvSpPr>
          <p:spPr>
            <a:xfrm>
              <a:off x="7642469" y="3361647"/>
              <a:ext cx="54758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Solution Approaches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1422B53-73C1-9B7C-9DC1-EDA8B6C6E049}"/>
              </a:ext>
            </a:extLst>
          </p:cNvPr>
          <p:cNvSpPr txBox="1"/>
          <p:nvPr/>
        </p:nvSpPr>
        <p:spPr>
          <a:xfrm>
            <a:off x="3450880" y="820683"/>
            <a:ext cx="8014045" cy="2223964"/>
          </a:xfrm>
          <a:prstGeom prst="rect">
            <a:avLst/>
          </a:prstGeom>
          <a:noFill/>
          <a:effectLst>
            <a:glow rad="63500">
              <a:srgbClr val="9E4C7D">
                <a:satMod val="175000"/>
                <a:alpha val="40000"/>
              </a:srgbClr>
            </a:glow>
            <a:outerShdw blurRad="152400" sx="102000" sy="102000" algn="ctr" rotWithShape="0">
              <a:srgbClr val="000000">
                <a:alpha val="10000"/>
              </a:srgbClr>
            </a:outerShdw>
          </a:effectLst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en-US"/>
            </a:defPPr>
            <a:lvl1pPr algn="ctr">
              <a:defRPr sz="2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R</a:t>
            </a:r>
            <a:r>
              <a:rPr kumimoji="0" lang="en-GB" sz="16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achel</a:t>
            </a: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is a nurse accessing patient records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She has to read and synthesize multiple patient medical records in the Care21 system which is a time-consuming task because it includes doctor’s prescriptions and previous medical records including test reports.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Rachel wishes there was a way to get a comprehensive healthcare summary of the patients, at any point in time – before appointments, procedures etc. 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7D8A017-FA09-53FA-D2DD-B10E157B0ED9}"/>
              </a:ext>
            </a:extLst>
          </p:cNvPr>
          <p:cNvGrpSpPr/>
          <p:nvPr/>
        </p:nvGrpSpPr>
        <p:grpSpPr>
          <a:xfrm>
            <a:off x="1645573" y="3460953"/>
            <a:ext cx="1600176" cy="2974230"/>
            <a:chOff x="229251" y="3593262"/>
            <a:chExt cx="1600176" cy="2974230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96780A7-5732-91E8-C59D-617B9C8D2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27983" y="4677452"/>
              <a:ext cx="672928" cy="710814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3E77C483-D627-F381-F04C-8B96ABF00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78430" y="3723395"/>
              <a:ext cx="656384" cy="653018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1EC8867-25BC-3759-1869-B6436CB6107B}"/>
                </a:ext>
              </a:extLst>
            </p:cNvPr>
            <p:cNvSpPr txBox="1"/>
            <p:nvPr/>
          </p:nvSpPr>
          <p:spPr>
            <a:xfrm>
              <a:off x="400182" y="4402540"/>
              <a:ext cx="1212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Medical Records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0A69CBB-A24B-978F-0343-2639ABD28EB3}"/>
                </a:ext>
              </a:extLst>
            </p:cNvPr>
            <p:cNvSpPr txBox="1"/>
            <p:nvPr/>
          </p:nvSpPr>
          <p:spPr>
            <a:xfrm>
              <a:off x="274685" y="5414393"/>
              <a:ext cx="155474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Doctors’  Prescriptions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2BEB8C1C-C31F-1DAE-42E0-5B1269C6B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01268" y="5685460"/>
              <a:ext cx="633546" cy="592451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6841915-CDFF-AE9A-2BD3-4903F8862B22}"/>
                </a:ext>
              </a:extLst>
            </p:cNvPr>
            <p:cNvSpPr txBox="1"/>
            <p:nvPr/>
          </p:nvSpPr>
          <p:spPr>
            <a:xfrm>
              <a:off x="229251" y="6279206"/>
              <a:ext cx="155474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Notes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912045F-49A1-5B05-24DF-5A507E136A52}"/>
                </a:ext>
              </a:extLst>
            </p:cNvPr>
            <p:cNvSpPr/>
            <p:nvPr/>
          </p:nvSpPr>
          <p:spPr>
            <a:xfrm>
              <a:off x="368356" y="3593262"/>
              <a:ext cx="1359836" cy="297423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6D11DBB-FF7E-FEDD-D8BD-11B2D0AC0A19}"/>
              </a:ext>
            </a:extLst>
          </p:cNvPr>
          <p:cNvGrpSpPr/>
          <p:nvPr/>
        </p:nvGrpSpPr>
        <p:grpSpPr>
          <a:xfrm>
            <a:off x="3415327" y="4477408"/>
            <a:ext cx="1554520" cy="834033"/>
            <a:chOff x="2795220" y="4477408"/>
            <a:chExt cx="1554520" cy="834033"/>
          </a:xfrm>
        </p:grpSpPr>
        <p:pic>
          <p:nvPicPr>
            <p:cNvPr id="82" name="Picture 81" descr="A computer chip with a black background&#10;&#10;Description automatically generated">
              <a:extLst>
                <a:ext uri="{FF2B5EF4-FFF2-40B4-BE49-F238E27FC236}">
                  <a16:creationId xmlns:a16="http://schemas.microsoft.com/office/drawing/2014/main" id="{BAB5EC3D-7965-4541-A471-075A93C9C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0799" y="4477408"/>
              <a:ext cx="636028" cy="567066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5AB772A-4F97-D60C-E68B-086DB7835D31}"/>
                </a:ext>
              </a:extLst>
            </p:cNvPr>
            <p:cNvSpPr txBox="1"/>
            <p:nvPr/>
          </p:nvSpPr>
          <p:spPr>
            <a:xfrm>
              <a:off x="2795220" y="5065220"/>
              <a:ext cx="15545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AI Agent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8D6FCC9-D9FB-2DA8-D7EC-A63E99FA02B3}"/>
              </a:ext>
            </a:extLst>
          </p:cNvPr>
          <p:cNvGrpSpPr/>
          <p:nvPr/>
        </p:nvGrpSpPr>
        <p:grpSpPr>
          <a:xfrm>
            <a:off x="4795239" y="4237728"/>
            <a:ext cx="1554520" cy="1418339"/>
            <a:chOff x="4711158" y="4237728"/>
            <a:chExt cx="1554520" cy="1418339"/>
          </a:xfrm>
        </p:grpSpPr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2350D3C4-A6E9-588D-ABBF-FEBF25134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86873" y="4237728"/>
              <a:ext cx="850437" cy="996424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33D74FD-7049-8402-57AF-EF91EE15F32A}"/>
                </a:ext>
              </a:extLst>
            </p:cNvPr>
            <p:cNvSpPr txBox="1"/>
            <p:nvPr/>
          </p:nvSpPr>
          <p:spPr>
            <a:xfrm>
              <a:off x="4711158" y="5255957"/>
              <a:ext cx="15545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Comprehensive Healthcare Summary</a:t>
              </a:r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9F9B497F-C7C9-9116-18F3-EA19E4949513}"/>
              </a:ext>
            </a:extLst>
          </p:cNvPr>
          <p:cNvSpPr/>
          <p:nvPr/>
        </p:nvSpPr>
        <p:spPr>
          <a:xfrm>
            <a:off x="300708" y="3311280"/>
            <a:ext cx="5938946" cy="32562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E8B0829-7A42-8EE2-375E-A970A18F4240}"/>
              </a:ext>
            </a:extLst>
          </p:cNvPr>
          <p:cNvCxnSpPr>
            <a:cxnSpLocks/>
          </p:cNvCxnSpPr>
          <p:nvPr/>
        </p:nvCxnSpPr>
        <p:spPr>
          <a:xfrm>
            <a:off x="4517901" y="4823546"/>
            <a:ext cx="572118" cy="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9BE6159-745F-B099-4D62-F03201C788E2}"/>
              </a:ext>
            </a:extLst>
          </p:cNvPr>
          <p:cNvCxnSpPr>
            <a:cxnSpLocks/>
          </p:cNvCxnSpPr>
          <p:nvPr/>
        </p:nvCxnSpPr>
        <p:spPr>
          <a:xfrm>
            <a:off x="3191117" y="4839176"/>
            <a:ext cx="572118" cy="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91AABEA-385B-5947-B9AC-79109A430DD2}"/>
              </a:ext>
            </a:extLst>
          </p:cNvPr>
          <p:cNvCxnSpPr>
            <a:cxnSpLocks/>
          </p:cNvCxnSpPr>
          <p:nvPr/>
        </p:nvCxnSpPr>
        <p:spPr>
          <a:xfrm>
            <a:off x="1354742" y="4845098"/>
            <a:ext cx="351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77D261A-5CC5-4437-9C33-50FADBD74A04}"/>
              </a:ext>
            </a:extLst>
          </p:cNvPr>
          <p:cNvGrpSpPr/>
          <p:nvPr/>
        </p:nvGrpSpPr>
        <p:grpSpPr>
          <a:xfrm>
            <a:off x="234629" y="3850629"/>
            <a:ext cx="1226308" cy="2149048"/>
            <a:chOff x="118386" y="3869284"/>
            <a:chExt cx="1226308" cy="2149048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99FE48E-D309-D2F6-4AAB-29A479815C30}"/>
                </a:ext>
              </a:extLst>
            </p:cNvPr>
            <p:cNvSpPr txBox="1"/>
            <p:nvPr/>
          </p:nvSpPr>
          <p:spPr>
            <a:xfrm>
              <a:off x="118386" y="4787804"/>
              <a:ext cx="1212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Or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77A7FA2B-1AFF-4BEC-C5D3-C3E31C022410}"/>
                </a:ext>
              </a:extLst>
            </p:cNvPr>
            <p:cNvGrpSpPr/>
            <p:nvPr/>
          </p:nvGrpSpPr>
          <p:grpSpPr>
            <a:xfrm>
              <a:off x="118386" y="3869284"/>
              <a:ext cx="1226308" cy="2149048"/>
              <a:chOff x="118386" y="3869284"/>
              <a:chExt cx="1226308" cy="2149048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1E8A828E-A4D3-E519-0360-FED0EF1DDD34}"/>
                  </a:ext>
                </a:extLst>
              </p:cNvPr>
              <p:cNvGrpSpPr/>
              <p:nvPr/>
            </p:nvGrpSpPr>
            <p:grpSpPr>
              <a:xfrm>
                <a:off x="118386" y="3869284"/>
                <a:ext cx="1212880" cy="883197"/>
                <a:chOff x="88315" y="4064871"/>
                <a:chExt cx="1212880" cy="883197"/>
              </a:xfrm>
            </p:grpSpPr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FBC333E2-ADFB-4AEA-3A56-01834B18BE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9164" y="4064871"/>
                  <a:ext cx="539740" cy="656940"/>
                </a:xfrm>
                <a:prstGeom prst="rect">
                  <a:avLst/>
                </a:prstGeom>
              </p:spPr>
            </p:pic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6250DA4-77AD-61A2-88EF-FC7BB0814D06}"/>
                    </a:ext>
                  </a:extLst>
                </p:cNvPr>
                <p:cNvSpPr txBox="1"/>
                <p:nvPr/>
              </p:nvSpPr>
              <p:spPr>
                <a:xfrm>
                  <a:off x="88315" y="4701847"/>
                  <a:ext cx="1212880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Nurse</a:t>
                  </a:r>
                </a:p>
              </p:txBody>
            </p:sp>
          </p:grpSp>
          <p:pic>
            <p:nvPicPr>
              <p:cNvPr id="3074" name="Picture 2" descr="Hospital, medical staff, nurse, orderly icon - Download on Iconfinder">
                <a:extLst>
                  <a:ext uri="{FF2B5EF4-FFF2-40B4-BE49-F238E27FC236}">
                    <a16:creationId xmlns:a16="http://schemas.microsoft.com/office/drawing/2014/main" id="{39908F28-5E92-FE07-7FEF-18274EDC1B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8497" y="5084228"/>
                <a:ext cx="721216" cy="7212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719D1743-0C92-5C06-1A7B-6ED07C5B8BF4}"/>
                  </a:ext>
                </a:extLst>
              </p:cNvPr>
              <p:cNvSpPr txBox="1"/>
              <p:nvPr/>
            </p:nvSpPr>
            <p:spPr>
              <a:xfrm>
                <a:off x="131814" y="5772111"/>
                <a:ext cx="1212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Hospital Staff</a:t>
                </a:r>
              </a:p>
            </p:txBody>
          </p:sp>
        </p:grp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D9CA368-304F-A4FB-28CC-EE2584409F1C}"/>
              </a:ext>
            </a:extLst>
          </p:cNvPr>
          <p:cNvSpPr/>
          <p:nvPr/>
        </p:nvSpPr>
        <p:spPr>
          <a:xfrm>
            <a:off x="380395" y="3730979"/>
            <a:ext cx="917234" cy="23226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4E01BDF3-8254-E509-7D8F-AE2AADADF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64" y="72340"/>
            <a:ext cx="1688359" cy="305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10AB075-2469-5610-DFEF-F8FC7E20B237}"/>
              </a:ext>
            </a:extLst>
          </p:cNvPr>
          <p:cNvCxnSpPr>
            <a:cxnSpLocks/>
          </p:cNvCxnSpPr>
          <p:nvPr/>
        </p:nvCxnSpPr>
        <p:spPr>
          <a:xfrm flipV="1">
            <a:off x="10467108" y="40810"/>
            <a:ext cx="0" cy="405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D62645E5-B2B0-C8F8-732E-0BAF18AD6B02}"/>
              </a:ext>
            </a:extLst>
          </p:cNvPr>
          <p:cNvSpPr txBox="1"/>
          <p:nvPr/>
        </p:nvSpPr>
        <p:spPr>
          <a:xfrm>
            <a:off x="5144925" y="3107022"/>
            <a:ext cx="85043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Azure</a:t>
            </a:r>
          </a:p>
        </p:txBody>
      </p:sp>
    </p:spTree>
    <p:extLst>
      <p:ext uri="{BB962C8B-B14F-4D97-AF65-F5344CB8AC3E}">
        <p14:creationId xmlns:p14="http://schemas.microsoft.com/office/powerpoint/2010/main" val="2309285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33E09-392C-00CC-EC63-9FF058FD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7131D46-BCBC-5D1A-AD7A-3EB0589C1916}"/>
              </a:ext>
            </a:extLst>
          </p:cNvPr>
          <p:cNvSpPr txBox="1">
            <a:spLocks/>
          </p:cNvSpPr>
          <p:nvPr/>
        </p:nvSpPr>
        <p:spPr>
          <a:xfrm>
            <a:off x="11464925" y="6490661"/>
            <a:ext cx="727075" cy="32067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A227D-D6B4-481D-8178-2242024024DE}" type="slidenum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0510E8B-182D-EAF1-1CBF-03858FFDDDA2}"/>
              </a:ext>
            </a:extLst>
          </p:cNvPr>
          <p:cNvSpPr txBox="1">
            <a:spLocks/>
          </p:cNvSpPr>
          <p:nvPr/>
        </p:nvSpPr>
        <p:spPr>
          <a:xfrm>
            <a:off x="300708" y="6567492"/>
            <a:ext cx="4197927" cy="26814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© 2024 Collabera Digital  |  All Rights Reserved 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| collaberadigital.com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8170B0C-F7B5-469A-E20D-328FF5EA48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170" y="78525"/>
            <a:ext cx="1593677" cy="321764"/>
          </a:xfrm>
          <a:prstGeom prst="rect">
            <a:avLst/>
          </a:prstGeom>
          <a:ln>
            <a:noFill/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44C61C1-F5E3-68D5-4B69-BBB9876F54F0}"/>
              </a:ext>
            </a:extLst>
          </p:cNvPr>
          <p:cNvSpPr txBox="1">
            <a:spLocks/>
          </p:cNvSpPr>
          <p:nvPr/>
        </p:nvSpPr>
        <p:spPr>
          <a:xfrm>
            <a:off x="300708" y="-66906"/>
            <a:ext cx="7861985" cy="763600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rgbClr val="2859C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859C3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Patient Healthcare Summary</a:t>
            </a: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70012-8FA2-7954-05DB-8CDA0B76D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11" y="804391"/>
            <a:ext cx="2555589" cy="226101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4121C4F-6F0F-A25E-A69A-80725B3729C3}"/>
              </a:ext>
            </a:extLst>
          </p:cNvPr>
          <p:cNvGrpSpPr/>
          <p:nvPr/>
        </p:nvGrpSpPr>
        <p:grpSpPr>
          <a:xfrm>
            <a:off x="6404669" y="5517931"/>
            <a:ext cx="5575706" cy="998917"/>
            <a:chOff x="6341609" y="5517931"/>
            <a:chExt cx="5575706" cy="99891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98B7D6-0519-180E-79FC-E1C23DCDFF1D}"/>
                </a:ext>
              </a:extLst>
            </p:cNvPr>
            <p:cNvSpPr/>
            <p:nvPr/>
          </p:nvSpPr>
          <p:spPr>
            <a:xfrm>
              <a:off x="6341609" y="5517931"/>
              <a:ext cx="5575706" cy="998917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FE28EB-21A9-557C-1E63-35C4861E72EB}"/>
                </a:ext>
              </a:extLst>
            </p:cNvPr>
            <p:cNvSpPr txBox="1"/>
            <p:nvPr/>
          </p:nvSpPr>
          <p:spPr>
            <a:xfrm>
              <a:off x="6365494" y="5573409"/>
              <a:ext cx="547589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 required from the client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	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Care 21 schemas, sample anonymized patient records, and clinical workflow insights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7F7ACE-FA4C-7338-7133-561CB5E19971}"/>
              </a:ext>
            </a:extLst>
          </p:cNvPr>
          <p:cNvGrpSpPr/>
          <p:nvPr/>
        </p:nvGrpSpPr>
        <p:grpSpPr>
          <a:xfrm>
            <a:off x="6389156" y="3337452"/>
            <a:ext cx="6802773" cy="1896700"/>
            <a:chOff x="6315586" y="3337452"/>
            <a:chExt cx="6802773" cy="18967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F3BDD4F-6996-48E4-9257-E5778C4EE52F}"/>
                </a:ext>
              </a:extLst>
            </p:cNvPr>
            <p:cNvGrpSpPr/>
            <p:nvPr/>
          </p:nvGrpSpPr>
          <p:grpSpPr>
            <a:xfrm>
              <a:off x="6315586" y="3337452"/>
              <a:ext cx="5575706" cy="1896700"/>
              <a:chOff x="6315586" y="3337452"/>
              <a:chExt cx="5575706" cy="18967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B81EA8B-AC2C-3CC2-1474-0332A26B3C94}"/>
                  </a:ext>
                </a:extLst>
              </p:cNvPr>
              <p:cNvSpPr/>
              <p:nvPr/>
            </p:nvSpPr>
            <p:spPr>
              <a:xfrm>
                <a:off x="6315586" y="3337452"/>
                <a:ext cx="5575706" cy="1896700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marR="0" lvl="0" indent="-28575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C22DC0-CBC5-9C47-A246-B6459B97AD07}"/>
                  </a:ext>
                </a:extLst>
              </p:cNvPr>
              <p:cNvSpPr txBox="1"/>
              <p:nvPr/>
            </p:nvSpPr>
            <p:spPr>
              <a:xfrm>
                <a:off x="6365494" y="3793217"/>
                <a:ext cx="547589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AI </a:t>
                </a:r>
                <a:r>
                  <a: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– 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F9ED5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Using Natural language Processing and Large Language Models to summarize relevant data for the end user</a:t>
                </a: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F9ED5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D2F1FE-A6FE-8BDE-3A64-56A640618ACB}"/>
                  </a:ext>
                </a:extLst>
              </p:cNvPr>
              <p:cNvSpPr txBox="1"/>
              <p:nvPr/>
            </p:nvSpPr>
            <p:spPr>
              <a:xfrm>
                <a:off x="6365494" y="4448836"/>
                <a:ext cx="547589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Data Engineering </a:t>
                </a:r>
                <a:r>
                  <a: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– 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F9ED5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Fetch data from multiple records in the Data Layer, aggregating it to a staging layer</a:t>
                </a: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F9ED5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440476-178C-B8BB-360C-CDBA8F2D141D}"/>
                </a:ext>
              </a:extLst>
            </p:cNvPr>
            <p:cNvSpPr txBox="1"/>
            <p:nvPr/>
          </p:nvSpPr>
          <p:spPr>
            <a:xfrm>
              <a:off x="7642469" y="3361647"/>
              <a:ext cx="54758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Solution Approaches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1422B53-73C1-9B7C-9DC1-EDA8B6C6E049}"/>
              </a:ext>
            </a:extLst>
          </p:cNvPr>
          <p:cNvSpPr txBox="1"/>
          <p:nvPr/>
        </p:nvSpPr>
        <p:spPr>
          <a:xfrm>
            <a:off x="3450880" y="820683"/>
            <a:ext cx="8014045" cy="2223964"/>
          </a:xfrm>
          <a:prstGeom prst="rect">
            <a:avLst/>
          </a:prstGeom>
          <a:noFill/>
          <a:effectLst>
            <a:glow rad="63500">
              <a:srgbClr val="9E4C7D">
                <a:satMod val="175000"/>
                <a:alpha val="40000"/>
              </a:srgbClr>
            </a:glow>
            <a:outerShdw blurRad="152400" sx="102000" sy="102000" algn="ctr" rotWithShape="0">
              <a:srgbClr val="000000">
                <a:alpha val="10000"/>
              </a:srgbClr>
            </a:outerShdw>
          </a:effectLst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en-US"/>
            </a:defPPr>
            <a:lvl1pPr algn="ctr">
              <a:defRPr sz="2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R</a:t>
            </a:r>
            <a:r>
              <a:rPr kumimoji="0" lang="en-GB" sz="16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achel</a:t>
            </a: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is a nurse accessing patient records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She has to read and synthesize multiple patient medical records in the Care21 system which is a time-consuming task because it includes doctor’s prescriptions and previous medical records including test reports.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Rachel wishes there was a way to get a comprehensive healthcare summary of the patients, at any point in time – before appointments, procedures etc. 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7D8A017-FA09-53FA-D2DD-B10E157B0ED9}"/>
              </a:ext>
            </a:extLst>
          </p:cNvPr>
          <p:cNvGrpSpPr/>
          <p:nvPr/>
        </p:nvGrpSpPr>
        <p:grpSpPr>
          <a:xfrm>
            <a:off x="1645573" y="3460953"/>
            <a:ext cx="1600176" cy="2974230"/>
            <a:chOff x="229251" y="3593262"/>
            <a:chExt cx="1600176" cy="2974230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96780A7-5732-91E8-C59D-617B9C8D2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27983" y="4677452"/>
              <a:ext cx="672928" cy="710814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3E77C483-D627-F381-F04C-8B96ABF00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78430" y="3723395"/>
              <a:ext cx="656384" cy="653018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1EC8867-25BC-3759-1869-B6436CB6107B}"/>
                </a:ext>
              </a:extLst>
            </p:cNvPr>
            <p:cNvSpPr txBox="1"/>
            <p:nvPr/>
          </p:nvSpPr>
          <p:spPr>
            <a:xfrm>
              <a:off x="400182" y="4402540"/>
              <a:ext cx="1212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Medical Records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0A69CBB-A24B-978F-0343-2639ABD28EB3}"/>
                </a:ext>
              </a:extLst>
            </p:cNvPr>
            <p:cNvSpPr txBox="1"/>
            <p:nvPr/>
          </p:nvSpPr>
          <p:spPr>
            <a:xfrm>
              <a:off x="274685" y="5414393"/>
              <a:ext cx="155474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Doctors’  Prescriptions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2BEB8C1C-C31F-1DAE-42E0-5B1269C6B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01268" y="5685460"/>
              <a:ext cx="633546" cy="592451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6841915-CDFF-AE9A-2BD3-4903F8862B22}"/>
                </a:ext>
              </a:extLst>
            </p:cNvPr>
            <p:cNvSpPr txBox="1"/>
            <p:nvPr/>
          </p:nvSpPr>
          <p:spPr>
            <a:xfrm>
              <a:off x="229251" y="6279206"/>
              <a:ext cx="155474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Notes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912045F-49A1-5B05-24DF-5A507E136A52}"/>
                </a:ext>
              </a:extLst>
            </p:cNvPr>
            <p:cNvSpPr/>
            <p:nvPr/>
          </p:nvSpPr>
          <p:spPr>
            <a:xfrm>
              <a:off x="368356" y="3593262"/>
              <a:ext cx="1359836" cy="297423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6D11DBB-FF7E-FEDD-D8BD-11B2D0AC0A19}"/>
              </a:ext>
            </a:extLst>
          </p:cNvPr>
          <p:cNvGrpSpPr/>
          <p:nvPr/>
        </p:nvGrpSpPr>
        <p:grpSpPr>
          <a:xfrm>
            <a:off x="3415327" y="4477408"/>
            <a:ext cx="1554520" cy="834033"/>
            <a:chOff x="2795220" y="4477408"/>
            <a:chExt cx="1554520" cy="834033"/>
          </a:xfrm>
        </p:grpSpPr>
        <p:pic>
          <p:nvPicPr>
            <p:cNvPr id="82" name="Picture 81" descr="A computer chip with a black background&#10;&#10;Description automatically generated">
              <a:extLst>
                <a:ext uri="{FF2B5EF4-FFF2-40B4-BE49-F238E27FC236}">
                  <a16:creationId xmlns:a16="http://schemas.microsoft.com/office/drawing/2014/main" id="{BAB5EC3D-7965-4541-A471-075A93C9C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0799" y="4477408"/>
              <a:ext cx="636028" cy="567066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5AB772A-4F97-D60C-E68B-086DB7835D31}"/>
                </a:ext>
              </a:extLst>
            </p:cNvPr>
            <p:cNvSpPr txBox="1"/>
            <p:nvPr/>
          </p:nvSpPr>
          <p:spPr>
            <a:xfrm>
              <a:off x="2795220" y="5065220"/>
              <a:ext cx="15545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AI Agent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8D6FCC9-D9FB-2DA8-D7EC-A63E99FA02B3}"/>
              </a:ext>
            </a:extLst>
          </p:cNvPr>
          <p:cNvGrpSpPr/>
          <p:nvPr/>
        </p:nvGrpSpPr>
        <p:grpSpPr>
          <a:xfrm>
            <a:off x="4795239" y="4237728"/>
            <a:ext cx="1554520" cy="1418339"/>
            <a:chOff x="4711158" y="4237728"/>
            <a:chExt cx="1554520" cy="1418339"/>
          </a:xfrm>
        </p:grpSpPr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2350D3C4-A6E9-588D-ABBF-FEBF25134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86873" y="4237728"/>
              <a:ext cx="850437" cy="996424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33D74FD-7049-8402-57AF-EF91EE15F32A}"/>
                </a:ext>
              </a:extLst>
            </p:cNvPr>
            <p:cNvSpPr txBox="1"/>
            <p:nvPr/>
          </p:nvSpPr>
          <p:spPr>
            <a:xfrm>
              <a:off x="4711158" y="5255957"/>
              <a:ext cx="15545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Comprehensive Healthcare Summary</a:t>
              </a:r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9F9B497F-C7C9-9116-18F3-EA19E4949513}"/>
              </a:ext>
            </a:extLst>
          </p:cNvPr>
          <p:cNvSpPr/>
          <p:nvPr/>
        </p:nvSpPr>
        <p:spPr>
          <a:xfrm>
            <a:off x="300708" y="3311280"/>
            <a:ext cx="5938946" cy="32562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E8B0829-7A42-8EE2-375E-A970A18F4240}"/>
              </a:ext>
            </a:extLst>
          </p:cNvPr>
          <p:cNvCxnSpPr>
            <a:cxnSpLocks/>
          </p:cNvCxnSpPr>
          <p:nvPr/>
        </p:nvCxnSpPr>
        <p:spPr>
          <a:xfrm>
            <a:off x="4517901" y="4823546"/>
            <a:ext cx="572118" cy="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9BE6159-745F-B099-4D62-F03201C788E2}"/>
              </a:ext>
            </a:extLst>
          </p:cNvPr>
          <p:cNvCxnSpPr>
            <a:cxnSpLocks/>
          </p:cNvCxnSpPr>
          <p:nvPr/>
        </p:nvCxnSpPr>
        <p:spPr>
          <a:xfrm>
            <a:off x="3191117" y="4839176"/>
            <a:ext cx="572118" cy="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91AABEA-385B-5947-B9AC-79109A430DD2}"/>
              </a:ext>
            </a:extLst>
          </p:cNvPr>
          <p:cNvCxnSpPr>
            <a:cxnSpLocks/>
          </p:cNvCxnSpPr>
          <p:nvPr/>
        </p:nvCxnSpPr>
        <p:spPr>
          <a:xfrm>
            <a:off x="1354742" y="4845098"/>
            <a:ext cx="351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77D261A-5CC5-4437-9C33-50FADBD74A04}"/>
              </a:ext>
            </a:extLst>
          </p:cNvPr>
          <p:cNvGrpSpPr/>
          <p:nvPr/>
        </p:nvGrpSpPr>
        <p:grpSpPr>
          <a:xfrm>
            <a:off x="234629" y="3850629"/>
            <a:ext cx="1226308" cy="2149048"/>
            <a:chOff x="118386" y="3869284"/>
            <a:chExt cx="1226308" cy="2149048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99FE48E-D309-D2F6-4AAB-29A479815C30}"/>
                </a:ext>
              </a:extLst>
            </p:cNvPr>
            <p:cNvSpPr txBox="1"/>
            <p:nvPr/>
          </p:nvSpPr>
          <p:spPr>
            <a:xfrm>
              <a:off x="118386" y="4787804"/>
              <a:ext cx="1212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Or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77A7FA2B-1AFF-4BEC-C5D3-C3E31C022410}"/>
                </a:ext>
              </a:extLst>
            </p:cNvPr>
            <p:cNvGrpSpPr/>
            <p:nvPr/>
          </p:nvGrpSpPr>
          <p:grpSpPr>
            <a:xfrm>
              <a:off x="118386" y="3869284"/>
              <a:ext cx="1226308" cy="2149048"/>
              <a:chOff x="118386" y="3869284"/>
              <a:chExt cx="1226308" cy="2149048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1E8A828E-A4D3-E519-0360-FED0EF1DDD34}"/>
                  </a:ext>
                </a:extLst>
              </p:cNvPr>
              <p:cNvGrpSpPr/>
              <p:nvPr/>
            </p:nvGrpSpPr>
            <p:grpSpPr>
              <a:xfrm>
                <a:off x="118386" y="3869284"/>
                <a:ext cx="1212880" cy="883197"/>
                <a:chOff x="88315" y="4064871"/>
                <a:chExt cx="1212880" cy="883197"/>
              </a:xfrm>
            </p:grpSpPr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FBC333E2-ADFB-4AEA-3A56-01834B18BE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9164" y="4064871"/>
                  <a:ext cx="539740" cy="656940"/>
                </a:xfrm>
                <a:prstGeom prst="rect">
                  <a:avLst/>
                </a:prstGeom>
              </p:spPr>
            </p:pic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6250DA4-77AD-61A2-88EF-FC7BB0814D06}"/>
                    </a:ext>
                  </a:extLst>
                </p:cNvPr>
                <p:cNvSpPr txBox="1"/>
                <p:nvPr/>
              </p:nvSpPr>
              <p:spPr>
                <a:xfrm>
                  <a:off x="88315" y="4701847"/>
                  <a:ext cx="1212880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Nurse</a:t>
                  </a:r>
                </a:p>
              </p:txBody>
            </p:sp>
          </p:grpSp>
          <p:pic>
            <p:nvPicPr>
              <p:cNvPr id="3074" name="Picture 2" descr="Hospital, medical staff, nurse, orderly icon - Download on Iconfinder">
                <a:extLst>
                  <a:ext uri="{FF2B5EF4-FFF2-40B4-BE49-F238E27FC236}">
                    <a16:creationId xmlns:a16="http://schemas.microsoft.com/office/drawing/2014/main" id="{39908F28-5E92-FE07-7FEF-18274EDC1B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8497" y="5084228"/>
                <a:ext cx="721216" cy="7212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719D1743-0C92-5C06-1A7B-6ED07C5B8BF4}"/>
                  </a:ext>
                </a:extLst>
              </p:cNvPr>
              <p:cNvSpPr txBox="1"/>
              <p:nvPr/>
            </p:nvSpPr>
            <p:spPr>
              <a:xfrm>
                <a:off x="131814" y="5772111"/>
                <a:ext cx="1212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Hospital Staff</a:t>
                </a:r>
              </a:p>
            </p:txBody>
          </p:sp>
        </p:grp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D9CA368-304F-A4FB-28CC-EE2584409F1C}"/>
              </a:ext>
            </a:extLst>
          </p:cNvPr>
          <p:cNvSpPr/>
          <p:nvPr/>
        </p:nvSpPr>
        <p:spPr>
          <a:xfrm>
            <a:off x="380395" y="3730979"/>
            <a:ext cx="917234" cy="23226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4E01BDF3-8254-E509-7D8F-AE2AADADF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64" y="72340"/>
            <a:ext cx="1688359" cy="305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10AB075-2469-5610-DFEF-F8FC7E20B237}"/>
              </a:ext>
            </a:extLst>
          </p:cNvPr>
          <p:cNvCxnSpPr>
            <a:cxnSpLocks/>
          </p:cNvCxnSpPr>
          <p:nvPr/>
        </p:nvCxnSpPr>
        <p:spPr>
          <a:xfrm flipV="1">
            <a:off x="10467108" y="40810"/>
            <a:ext cx="0" cy="405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D62645E5-B2B0-C8F8-732E-0BAF18AD6B02}"/>
              </a:ext>
            </a:extLst>
          </p:cNvPr>
          <p:cNvSpPr txBox="1"/>
          <p:nvPr/>
        </p:nvSpPr>
        <p:spPr>
          <a:xfrm>
            <a:off x="5144925" y="3107022"/>
            <a:ext cx="85043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Azure</a:t>
            </a:r>
          </a:p>
        </p:txBody>
      </p:sp>
    </p:spTree>
    <p:extLst>
      <p:ext uri="{BB962C8B-B14F-4D97-AF65-F5344CB8AC3E}">
        <p14:creationId xmlns:p14="http://schemas.microsoft.com/office/powerpoint/2010/main" val="3702090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33E09-392C-00CC-EC63-9FF058FD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7131D46-BCBC-5D1A-AD7A-3EB0589C1916}"/>
              </a:ext>
            </a:extLst>
          </p:cNvPr>
          <p:cNvSpPr txBox="1">
            <a:spLocks/>
          </p:cNvSpPr>
          <p:nvPr/>
        </p:nvSpPr>
        <p:spPr>
          <a:xfrm>
            <a:off x="11464925" y="6490661"/>
            <a:ext cx="727075" cy="32067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A227D-D6B4-481D-8178-2242024024DE}" type="slidenum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0510E8B-182D-EAF1-1CBF-03858FFDDDA2}"/>
              </a:ext>
            </a:extLst>
          </p:cNvPr>
          <p:cNvSpPr txBox="1">
            <a:spLocks/>
          </p:cNvSpPr>
          <p:nvPr/>
        </p:nvSpPr>
        <p:spPr>
          <a:xfrm>
            <a:off x="300708" y="6567492"/>
            <a:ext cx="4197927" cy="26814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© 2024 Collabera Digital  |  All Rights Reserved 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| collaberadigital.com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8170B0C-F7B5-469A-E20D-328FF5EA48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170" y="78525"/>
            <a:ext cx="1593677" cy="321764"/>
          </a:xfrm>
          <a:prstGeom prst="rect">
            <a:avLst/>
          </a:prstGeom>
          <a:ln>
            <a:noFill/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44C61C1-F5E3-68D5-4B69-BBB9876F54F0}"/>
              </a:ext>
            </a:extLst>
          </p:cNvPr>
          <p:cNvSpPr txBox="1">
            <a:spLocks/>
          </p:cNvSpPr>
          <p:nvPr/>
        </p:nvSpPr>
        <p:spPr>
          <a:xfrm>
            <a:off x="300708" y="-66906"/>
            <a:ext cx="7861985" cy="763600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rgbClr val="2859C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859C3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Patient Healthcare Summary</a:t>
            </a: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70012-8FA2-7954-05DB-8CDA0B76D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11" y="804391"/>
            <a:ext cx="2555589" cy="226101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4121C4F-6F0F-A25E-A69A-80725B3729C3}"/>
              </a:ext>
            </a:extLst>
          </p:cNvPr>
          <p:cNvGrpSpPr/>
          <p:nvPr/>
        </p:nvGrpSpPr>
        <p:grpSpPr>
          <a:xfrm>
            <a:off x="6404669" y="5517931"/>
            <a:ext cx="5575706" cy="998917"/>
            <a:chOff x="6341609" y="5517931"/>
            <a:chExt cx="5575706" cy="99891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98B7D6-0519-180E-79FC-E1C23DCDFF1D}"/>
                </a:ext>
              </a:extLst>
            </p:cNvPr>
            <p:cNvSpPr/>
            <p:nvPr/>
          </p:nvSpPr>
          <p:spPr>
            <a:xfrm>
              <a:off x="6341609" y="5517931"/>
              <a:ext cx="5575706" cy="998917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FE28EB-21A9-557C-1E63-35C4861E72EB}"/>
                </a:ext>
              </a:extLst>
            </p:cNvPr>
            <p:cNvSpPr txBox="1"/>
            <p:nvPr/>
          </p:nvSpPr>
          <p:spPr>
            <a:xfrm>
              <a:off x="6365494" y="5573409"/>
              <a:ext cx="547589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 required from the client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	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Care 21 schemas, sample anonymized patient records, and clinical workflow insights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7F7ACE-FA4C-7338-7133-561CB5E19971}"/>
              </a:ext>
            </a:extLst>
          </p:cNvPr>
          <p:cNvGrpSpPr/>
          <p:nvPr/>
        </p:nvGrpSpPr>
        <p:grpSpPr>
          <a:xfrm>
            <a:off x="6389156" y="3337452"/>
            <a:ext cx="6802773" cy="1896700"/>
            <a:chOff x="6315586" y="3337452"/>
            <a:chExt cx="6802773" cy="18967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F3BDD4F-6996-48E4-9257-E5778C4EE52F}"/>
                </a:ext>
              </a:extLst>
            </p:cNvPr>
            <p:cNvGrpSpPr/>
            <p:nvPr/>
          </p:nvGrpSpPr>
          <p:grpSpPr>
            <a:xfrm>
              <a:off x="6315586" y="3337452"/>
              <a:ext cx="5575706" cy="1896700"/>
              <a:chOff x="6315586" y="3337452"/>
              <a:chExt cx="5575706" cy="18967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B81EA8B-AC2C-3CC2-1474-0332A26B3C94}"/>
                  </a:ext>
                </a:extLst>
              </p:cNvPr>
              <p:cNvSpPr/>
              <p:nvPr/>
            </p:nvSpPr>
            <p:spPr>
              <a:xfrm>
                <a:off x="6315586" y="3337452"/>
                <a:ext cx="5575706" cy="1896700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marR="0" lvl="0" indent="-28575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C22DC0-CBC5-9C47-A246-B6459B97AD07}"/>
                  </a:ext>
                </a:extLst>
              </p:cNvPr>
              <p:cNvSpPr txBox="1"/>
              <p:nvPr/>
            </p:nvSpPr>
            <p:spPr>
              <a:xfrm>
                <a:off x="6365494" y="3793217"/>
                <a:ext cx="547589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AI </a:t>
                </a:r>
                <a:r>
                  <a: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– 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F9ED5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Using Natural language Processing and Large Language Models to summarize relevant data for the end user</a:t>
                </a: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F9ED5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D2F1FE-A6FE-8BDE-3A64-56A640618ACB}"/>
                  </a:ext>
                </a:extLst>
              </p:cNvPr>
              <p:cNvSpPr txBox="1"/>
              <p:nvPr/>
            </p:nvSpPr>
            <p:spPr>
              <a:xfrm>
                <a:off x="6365494" y="4448836"/>
                <a:ext cx="547589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Data Engineering </a:t>
                </a:r>
                <a:r>
                  <a: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– 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F9ED5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Fetch data from multiple records in the Data Layer, aggregating it to a staging layer</a:t>
                </a: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F9ED5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440476-178C-B8BB-360C-CDBA8F2D141D}"/>
                </a:ext>
              </a:extLst>
            </p:cNvPr>
            <p:cNvSpPr txBox="1"/>
            <p:nvPr/>
          </p:nvSpPr>
          <p:spPr>
            <a:xfrm>
              <a:off x="7642469" y="3361647"/>
              <a:ext cx="54758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Solution Approaches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1422B53-73C1-9B7C-9DC1-EDA8B6C6E049}"/>
              </a:ext>
            </a:extLst>
          </p:cNvPr>
          <p:cNvSpPr txBox="1"/>
          <p:nvPr/>
        </p:nvSpPr>
        <p:spPr>
          <a:xfrm>
            <a:off x="3450880" y="820683"/>
            <a:ext cx="8014045" cy="2223964"/>
          </a:xfrm>
          <a:prstGeom prst="rect">
            <a:avLst/>
          </a:prstGeom>
          <a:noFill/>
          <a:effectLst>
            <a:glow rad="63500">
              <a:srgbClr val="9E4C7D">
                <a:satMod val="175000"/>
                <a:alpha val="40000"/>
              </a:srgbClr>
            </a:glow>
            <a:outerShdw blurRad="152400" sx="102000" sy="102000" algn="ctr" rotWithShape="0">
              <a:srgbClr val="000000">
                <a:alpha val="10000"/>
              </a:srgbClr>
            </a:outerShdw>
          </a:effectLst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en-US"/>
            </a:defPPr>
            <a:lvl1pPr algn="ctr">
              <a:defRPr sz="2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R</a:t>
            </a:r>
            <a:r>
              <a:rPr kumimoji="0" lang="en-GB" sz="16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achel</a:t>
            </a: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is a nurse accessing patient records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She has to read and synthesize multiple patient medical records in the Care21 system which is a time-consuming task because it includes doctor’s prescriptions and previous medical records including test reports.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Rachel wishes there was a way to get a comprehensive healthcare summary of the patients, at any point in time – before appointments, procedures etc. 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7D8A017-FA09-53FA-D2DD-B10E157B0ED9}"/>
              </a:ext>
            </a:extLst>
          </p:cNvPr>
          <p:cNvGrpSpPr/>
          <p:nvPr/>
        </p:nvGrpSpPr>
        <p:grpSpPr>
          <a:xfrm>
            <a:off x="1645573" y="3460953"/>
            <a:ext cx="1600176" cy="2974230"/>
            <a:chOff x="229251" y="3593262"/>
            <a:chExt cx="1600176" cy="2974230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96780A7-5732-91E8-C59D-617B9C8D2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27983" y="4677452"/>
              <a:ext cx="672928" cy="710814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3E77C483-D627-F381-F04C-8B96ABF00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78430" y="3723395"/>
              <a:ext cx="656384" cy="653018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1EC8867-25BC-3759-1869-B6436CB6107B}"/>
                </a:ext>
              </a:extLst>
            </p:cNvPr>
            <p:cNvSpPr txBox="1"/>
            <p:nvPr/>
          </p:nvSpPr>
          <p:spPr>
            <a:xfrm>
              <a:off x="400182" y="4402540"/>
              <a:ext cx="1212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Medical Records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0A69CBB-A24B-978F-0343-2639ABD28EB3}"/>
                </a:ext>
              </a:extLst>
            </p:cNvPr>
            <p:cNvSpPr txBox="1"/>
            <p:nvPr/>
          </p:nvSpPr>
          <p:spPr>
            <a:xfrm>
              <a:off x="274685" y="5414393"/>
              <a:ext cx="155474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Doctors’  Prescriptions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2BEB8C1C-C31F-1DAE-42E0-5B1269C6B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01268" y="5685460"/>
              <a:ext cx="633546" cy="592451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6841915-CDFF-AE9A-2BD3-4903F8862B22}"/>
                </a:ext>
              </a:extLst>
            </p:cNvPr>
            <p:cNvSpPr txBox="1"/>
            <p:nvPr/>
          </p:nvSpPr>
          <p:spPr>
            <a:xfrm>
              <a:off x="229251" y="6279206"/>
              <a:ext cx="155474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Notes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912045F-49A1-5B05-24DF-5A507E136A52}"/>
                </a:ext>
              </a:extLst>
            </p:cNvPr>
            <p:cNvSpPr/>
            <p:nvPr/>
          </p:nvSpPr>
          <p:spPr>
            <a:xfrm>
              <a:off x="368356" y="3593262"/>
              <a:ext cx="1359836" cy="297423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6D11DBB-FF7E-FEDD-D8BD-11B2D0AC0A19}"/>
              </a:ext>
            </a:extLst>
          </p:cNvPr>
          <p:cNvGrpSpPr/>
          <p:nvPr/>
        </p:nvGrpSpPr>
        <p:grpSpPr>
          <a:xfrm>
            <a:off x="3415327" y="4477408"/>
            <a:ext cx="1554520" cy="834033"/>
            <a:chOff x="2795220" y="4477408"/>
            <a:chExt cx="1554520" cy="834033"/>
          </a:xfrm>
        </p:grpSpPr>
        <p:pic>
          <p:nvPicPr>
            <p:cNvPr id="82" name="Picture 81" descr="A computer chip with a black background&#10;&#10;Description automatically generated">
              <a:extLst>
                <a:ext uri="{FF2B5EF4-FFF2-40B4-BE49-F238E27FC236}">
                  <a16:creationId xmlns:a16="http://schemas.microsoft.com/office/drawing/2014/main" id="{BAB5EC3D-7965-4541-A471-075A93C9C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0799" y="4477408"/>
              <a:ext cx="636028" cy="567066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5AB772A-4F97-D60C-E68B-086DB7835D31}"/>
                </a:ext>
              </a:extLst>
            </p:cNvPr>
            <p:cNvSpPr txBox="1"/>
            <p:nvPr/>
          </p:nvSpPr>
          <p:spPr>
            <a:xfrm>
              <a:off x="2795220" y="5065220"/>
              <a:ext cx="15545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AI Agent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8D6FCC9-D9FB-2DA8-D7EC-A63E99FA02B3}"/>
              </a:ext>
            </a:extLst>
          </p:cNvPr>
          <p:cNvGrpSpPr/>
          <p:nvPr/>
        </p:nvGrpSpPr>
        <p:grpSpPr>
          <a:xfrm>
            <a:off x="4795239" y="4237728"/>
            <a:ext cx="1554520" cy="1418339"/>
            <a:chOff x="4711158" y="4237728"/>
            <a:chExt cx="1554520" cy="1418339"/>
          </a:xfrm>
        </p:grpSpPr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2350D3C4-A6E9-588D-ABBF-FEBF25134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86873" y="4237728"/>
              <a:ext cx="850437" cy="996424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33D74FD-7049-8402-57AF-EF91EE15F32A}"/>
                </a:ext>
              </a:extLst>
            </p:cNvPr>
            <p:cNvSpPr txBox="1"/>
            <p:nvPr/>
          </p:nvSpPr>
          <p:spPr>
            <a:xfrm>
              <a:off x="4711158" y="5255957"/>
              <a:ext cx="15545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Comprehensive Healthcare Summary</a:t>
              </a:r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9F9B497F-C7C9-9116-18F3-EA19E4949513}"/>
              </a:ext>
            </a:extLst>
          </p:cNvPr>
          <p:cNvSpPr/>
          <p:nvPr/>
        </p:nvSpPr>
        <p:spPr>
          <a:xfrm>
            <a:off x="300708" y="3311280"/>
            <a:ext cx="5938946" cy="32562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E8B0829-7A42-8EE2-375E-A970A18F4240}"/>
              </a:ext>
            </a:extLst>
          </p:cNvPr>
          <p:cNvCxnSpPr>
            <a:cxnSpLocks/>
          </p:cNvCxnSpPr>
          <p:nvPr/>
        </p:nvCxnSpPr>
        <p:spPr>
          <a:xfrm>
            <a:off x="4517901" y="4823546"/>
            <a:ext cx="572118" cy="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9BE6159-745F-B099-4D62-F03201C788E2}"/>
              </a:ext>
            </a:extLst>
          </p:cNvPr>
          <p:cNvCxnSpPr>
            <a:cxnSpLocks/>
          </p:cNvCxnSpPr>
          <p:nvPr/>
        </p:nvCxnSpPr>
        <p:spPr>
          <a:xfrm>
            <a:off x="3191117" y="4839176"/>
            <a:ext cx="572118" cy="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91AABEA-385B-5947-B9AC-79109A430DD2}"/>
              </a:ext>
            </a:extLst>
          </p:cNvPr>
          <p:cNvCxnSpPr>
            <a:cxnSpLocks/>
          </p:cNvCxnSpPr>
          <p:nvPr/>
        </p:nvCxnSpPr>
        <p:spPr>
          <a:xfrm>
            <a:off x="1354742" y="4845098"/>
            <a:ext cx="351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77D261A-5CC5-4437-9C33-50FADBD74A04}"/>
              </a:ext>
            </a:extLst>
          </p:cNvPr>
          <p:cNvGrpSpPr/>
          <p:nvPr/>
        </p:nvGrpSpPr>
        <p:grpSpPr>
          <a:xfrm>
            <a:off x="234629" y="3850629"/>
            <a:ext cx="1226308" cy="2149048"/>
            <a:chOff x="118386" y="3869284"/>
            <a:chExt cx="1226308" cy="2149048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99FE48E-D309-D2F6-4AAB-29A479815C30}"/>
                </a:ext>
              </a:extLst>
            </p:cNvPr>
            <p:cNvSpPr txBox="1"/>
            <p:nvPr/>
          </p:nvSpPr>
          <p:spPr>
            <a:xfrm>
              <a:off x="118386" y="4787804"/>
              <a:ext cx="1212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Or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77A7FA2B-1AFF-4BEC-C5D3-C3E31C022410}"/>
                </a:ext>
              </a:extLst>
            </p:cNvPr>
            <p:cNvGrpSpPr/>
            <p:nvPr/>
          </p:nvGrpSpPr>
          <p:grpSpPr>
            <a:xfrm>
              <a:off x="118386" y="3869284"/>
              <a:ext cx="1226308" cy="2149048"/>
              <a:chOff x="118386" y="3869284"/>
              <a:chExt cx="1226308" cy="2149048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1E8A828E-A4D3-E519-0360-FED0EF1DDD34}"/>
                  </a:ext>
                </a:extLst>
              </p:cNvPr>
              <p:cNvGrpSpPr/>
              <p:nvPr/>
            </p:nvGrpSpPr>
            <p:grpSpPr>
              <a:xfrm>
                <a:off x="118386" y="3869284"/>
                <a:ext cx="1212880" cy="883197"/>
                <a:chOff x="88315" y="4064871"/>
                <a:chExt cx="1212880" cy="883197"/>
              </a:xfrm>
            </p:grpSpPr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FBC333E2-ADFB-4AEA-3A56-01834B18BE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9164" y="4064871"/>
                  <a:ext cx="539740" cy="656940"/>
                </a:xfrm>
                <a:prstGeom prst="rect">
                  <a:avLst/>
                </a:prstGeom>
              </p:spPr>
            </p:pic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6250DA4-77AD-61A2-88EF-FC7BB0814D06}"/>
                    </a:ext>
                  </a:extLst>
                </p:cNvPr>
                <p:cNvSpPr txBox="1"/>
                <p:nvPr/>
              </p:nvSpPr>
              <p:spPr>
                <a:xfrm>
                  <a:off x="88315" y="4701847"/>
                  <a:ext cx="1212880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Nurse</a:t>
                  </a:r>
                </a:p>
              </p:txBody>
            </p:sp>
          </p:grpSp>
          <p:pic>
            <p:nvPicPr>
              <p:cNvPr id="3074" name="Picture 2" descr="Hospital, medical staff, nurse, orderly icon - Download on Iconfinder">
                <a:extLst>
                  <a:ext uri="{FF2B5EF4-FFF2-40B4-BE49-F238E27FC236}">
                    <a16:creationId xmlns:a16="http://schemas.microsoft.com/office/drawing/2014/main" id="{39908F28-5E92-FE07-7FEF-18274EDC1B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8497" y="5084228"/>
                <a:ext cx="721216" cy="7212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719D1743-0C92-5C06-1A7B-6ED07C5B8BF4}"/>
                  </a:ext>
                </a:extLst>
              </p:cNvPr>
              <p:cNvSpPr txBox="1"/>
              <p:nvPr/>
            </p:nvSpPr>
            <p:spPr>
              <a:xfrm>
                <a:off x="131814" y="5772111"/>
                <a:ext cx="1212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Hospital Staff</a:t>
                </a:r>
              </a:p>
            </p:txBody>
          </p:sp>
        </p:grp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D9CA368-304F-A4FB-28CC-EE2584409F1C}"/>
              </a:ext>
            </a:extLst>
          </p:cNvPr>
          <p:cNvSpPr/>
          <p:nvPr/>
        </p:nvSpPr>
        <p:spPr>
          <a:xfrm>
            <a:off x="380395" y="3730979"/>
            <a:ext cx="917234" cy="23226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4E01BDF3-8254-E509-7D8F-AE2AADADF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64" y="72340"/>
            <a:ext cx="1688359" cy="305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10AB075-2469-5610-DFEF-F8FC7E20B237}"/>
              </a:ext>
            </a:extLst>
          </p:cNvPr>
          <p:cNvCxnSpPr>
            <a:cxnSpLocks/>
          </p:cNvCxnSpPr>
          <p:nvPr/>
        </p:nvCxnSpPr>
        <p:spPr>
          <a:xfrm flipV="1">
            <a:off x="10467108" y="40810"/>
            <a:ext cx="0" cy="405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D62645E5-B2B0-C8F8-732E-0BAF18AD6B02}"/>
              </a:ext>
            </a:extLst>
          </p:cNvPr>
          <p:cNvSpPr txBox="1"/>
          <p:nvPr/>
        </p:nvSpPr>
        <p:spPr>
          <a:xfrm>
            <a:off x="5144925" y="3107022"/>
            <a:ext cx="85043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Azure</a:t>
            </a:r>
          </a:p>
        </p:txBody>
      </p:sp>
    </p:spTree>
    <p:extLst>
      <p:ext uri="{BB962C8B-B14F-4D97-AF65-F5344CB8AC3E}">
        <p14:creationId xmlns:p14="http://schemas.microsoft.com/office/powerpoint/2010/main" val="1922513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8427B-4F08-A067-7DF2-B372D1149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70EA51D-7E7E-BC99-728C-8840347C6C5D}"/>
              </a:ext>
            </a:extLst>
          </p:cNvPr>
          <p:cNvSpPr txBox="1">
            <a:spLocks/>
          </p:cNvSpPr>
          <p:nvPr/>
        </p:nvSpPr>
        <p:spPr>
          <a:xfrm>
            <a:off x="11464925" y="6490661"/>
            <a:ext cx="727075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A227D-D6B4-481D-8178-2242024024DE}" type="slidenum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49D746D-D2F1-E22E-CBF2-959D3B974C8C}"/>
              </a:ext>
            </a:extLst>
          </p:cNvPr>
          <p:cNvSpPr txBox="1">
            <a:spLocks/>
          </p:cNvSpPr>
          <p:nvPr/>
        </p:nvSpPr>
        <p:spPr>
          <a:xfrm>
            <a:off x="300708" y="6567492"/>
            <a:ext cx="4197927" cy="268143"/>
          </a:xfrm>
          <a:prstGeom prst="rect">
            <a:avLst/>
          </a:prstGeom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© 2024 Collabera Digital  |  All Rights Reserved 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| collaberadigital.com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6271E7A-242E-1469-3F3B-A6BF411AA5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170" y="78525"/>
            <a:ext cx="1593677" cy="32176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63F9948-251E-BAB6-FF9A-1AAD2D09FB27}"/>
              </a:ext>
            </a:extLst>
          </p:cNvPr>
          <p:cNvSpPr txBox="1">
            <a:spLocks/>
          </p:cNvSpPr>
          <p:nvPr/>
        </p:nvSpPr>
        <p:spPr>
          <a:xfrm>
            <a:off x="300708" y="-66906"/>
            <a:ext cx="7861985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rgbClr val="2859C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859C3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Our proposition for Globe Telecom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862478-F0D2-F76E-1C96-555E751A7D5F}"/>
              </a:ext>
            </a:extLst>
          </p:cNvPr>
          <p:cNvSpPr/>
          <p:nvPr/>
        </p:nvSpPr>
        <p:spPr>
          <a:xfrm>
            <a:off x="474047" y="664627"/>
            <a:ext cx="11354415" cy="746543"/>
          </a:xfrm>
          <a:prstGeom prst="roundRect">
            <a:avLst/>
          </a:prstGeom>
          <a:solidFill>
            <a:srgbClr val="272936">
              <a:lumMod val="10000"/>
              <a:lumOff val="90000"/>
            </a:srgbClr>
          </a:solidFill>
          <a:ln w="12700" cap="flat" cmpd="sng" algn="ctr">
            <a:solidFill>
              <a:srgbClr val="0070AD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Engagement designed to help Globe Telecom adopt Gen AI widely to drive innovation &amp; efficiency across operations enabled through a comprehensive analysis of the existing AI infrastructure, talent, and strategic roadmap to provide actionable insights and recommendations.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C1D0E9E-5937-FB76-3511-4630785097C2}"/>
              </a:ext>
            </a:extLst>
          </p:cNvPr>
          <p:cNvGrpSpPr/>
          <p:nvPr/>
        </p:nvGrpSpPr>
        <p:grpSpPr>
          <a:xfrm>
            <a:off x="491674" y="2315433"/>
            <a:ext cx="2747953" cy="3953479"/>
            <a:chOff x="9388576" y="2598798"/>
            <a:chExt cx="5536888" cy="7932299"/>
          </a:xfrm>
        </p:grpSpPr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A88C34F2-BA73-FA3D-8228-900C09868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8576" y="2598800"/>
              <a:ext cx="5536888" cy="3606403"/>
            </a:xfrm>
            <a:custGeom>
              <a:avLst/>
              <a:gdLst>
                <a:gd name="T0" fmla="*/ 0 w 5260"/>
                <a:gd name="T1" fmla="*/ 3425 h 3426"/>
                <a:gd name="T2" fmla="*/ 5259 w 5260"/>
                <a:gd name="T3" fmla="*/ 1353 h 3426"/>
                <a:gd name="T4" fmla="*/ 5259 w 5260"/>
                <a:gd name="T5" fmla="*/ 0 h 3426"/>
                <a:gd name="T6" fmla="*/ 0 w 5260"/>
                <a:gd name="T7" fmla="*/ 2074 h 3426"/>
                <a:gd name="T8" fmla="*/ 0 w 5260"/>
                <a:gd name="T9" fmla="*/ 3425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60" h="3426">
                  <a:moveTo>
                    <a:pt x="0" y="3425"/>
                  </a:moveTo>
                  <a:lnTo>
                    <a:pt x="5259" y="1353"/>
                  </a:lnTo>
                  <a:lnTo>
                    <a:pt x="5259" y="0"/>
                  </a:lnTo>
                  <a:lnTo>
                    <a:pt x="0" y="2074"/>
                  </a:lnTo>
                  <a:lnTo>
                    <a:pt x="0" y="3425"/>
                  </a:ln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18286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CD68225B-B6EC-2509-02B5-D5C1CD3F2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8576" y="4752433"/>
              <a:ext cx="5536888" cy="3606403"/>
            </a:xfrm>
            <a:custGeom>
              <a:avLst/>
              <a:gdLst>
                <a:gd name="T0" fmla="*/ 0 w 5260"/>
                <a:gd name="T1" fmla="*/ 3424 h 3425"/>
                <a:gd name="T2" fmla="*/ 5259 w 5260"/>
                <a:gd name="T3" fmla="*/ 1352 h 3425"/>
                <a:gd name="T4" fmla="*/ 5259 w 5260"/>
                <a:gd name="T5" fmla="*/ 0 h 3425"/>
                <a:gd name="T6" fmla="*/ 0 w 5260"/>
                <a:gd name="T7" fmla="*/ 2074 h 3425"/>
                <a:gd name="T8" fmla="*/ 0 w 5260"/>
                <a:gd name="T9" fmla="*/ 3424 h 3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60" h="3425">
                  <a:moveTo>
                    <a:pt x="0" y="3424"/>
                  </a:moveTo>
                  <a:lnTo>
                    <a:pt x="5259" y="1352"/>
                  </a:lnTo>
                  <a:lnTo>
                    <a:pt x="5259" y="0"/>
                  </a:lnTo>
                  <a:lnTo>
                    <a:pt x="0" y="2074"/>
                  </a:lnTo>
                  <a:lnTo>
                    <a:pt x="0" y="3424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18286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14" name="Freeform 21">
              <a:extLst>
                <a:ext uri="{FF2B5EF4-FFF2-40B4-BE49-F238E27FC236}">
                  <a16:creationId xmlns:a16="http://schemas.microsoft.com/office/drawing/2014/main" id="{A8576C67-2117-C641-76EA-B541CEC20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8576" y="6906063"/>
              <a:ext cx="5536888" cy="3606403"/>
            </a:xfrm>
            <a:custGeom>
              <a:avLst/>
              <a:gdLst>
                <a:gd name="T0" fmla="*/ 0 w 5260"/>
                <a:gd name="T1" fmla="*/ 3425 h 3426"/>
                <a:gd name="T2" fmla="*/ 5259 w 5260"/>
                <a:gd name="T3" fmla="*/ 1351 h 3426"/>
                <a:gd name="T4" fmla="*/ 5259 w 5260"/>
                <a:gd name="T5" fmla="*/ 0 h 3426"/>
                <a:gd name="T6" fmla="*/ 0 w 5260"/>
                <a:gd name="T7" fmla="*/ 2072 h 3426"/>
                <a:gd name="T8" fmla="*/ 0 w 5260"/>
                <a:gd name="T9" fmla="*/ 3425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60" h="3426">
                  <a:moveTo>
                    <a:pt x="0" y="3425"/>
                  </a:moveTo>
                  <a:lnTo>
                    <a:pt x="5259" y="1351"/>
                  </a:lnTo>
                  <a:lnTo>
                    <a:pt x="5259" y="0"/>
                  </a:lnTo>
                  <a:lnTo>
                    <a:pt x="0" y="2072"/>
                  </a:lnTo>
                  <a:lnTo>
                    <a:pt x="0" y="3425"/>
                  </a:ln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18286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6F7CD31E-7E4D-A2B8-153E-D05EC3225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8576" y="2598798"/>
              <a:ext cx="5536888" cy="1424922"/>
            </a:xfrm>
            <a:custGeom>
              <a:avLst/>
              <a:gdLst>
                <a:gd name="T0" fmla="*/ 5259 w 5260"/>
                <a:gd name="T1" fmla="*/ 1353 h 1354"/>
                <a:gd name="T2" fmla="*/ 0 w 5260"/>
                <a:gd name="T3" fmla="*/ 1353 h 1354"/>
                <a:gd name="T4" fmla="*/ 603 w 5260"/>
                <a:gd name="T5" fmla="*/ 677 h 1354"/>
                <a:gd name="T6" fmla="*/ 0 w 5260"/>
                <a:gd name="T7" fmla="*/ 0 h 1354"/>
                <a:gd name="T8" fmla="*/ 5259 w 5260"/>
                <a:gd name="T9" fmla="*/ 0 h 1354"/>
                <a:gd name="T10" fmla="*/ 5259 w 5260"/>
                <a:gd name="T11" fmla="*/ 1353 h 1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60" h="1354">
                  <a:moveTo>
                    <a:pt x="5259" y="1353"/>
                  </a:moveTo>
                  <a:lnTo>
                    <a:pt x="0" y="1353"/>
                  </a:lnTo>
                  <a:lnTo>
                    <a:pt x="603" y="677"/>
                  </a:lnTo>
                  <a:lnTo>
                    <a:pt x="0" y="0"/>
                  </a:lnTo>
                  <a:lnTo>
                    <a:pt x="5259" y="0"/>
                  </a:lnTo>
                  <a:lnTo>
                    <a:pt x="5259" y="135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18286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6C2EFD57-5F70-3C43-E892-B83CC3E02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8576" y="4752428"/>
              <a:ext cx="5536888" cy="1424922"/>
            </a:xfrm>
            <a:custGeom>
              <a:avLst/>
              <a:gdLst>
                <a:gd name="T0" fmla="*/ 5259 w 5260"/>
                <a:gd name="T1" fmla="*/ 1352 h 1353"/>
                <a:gd name="T2" fmla="*/ 0 w 5260"/>
                <a:gd name="T3" fmla="*/ 1352 h 1353"/>
                <a:gd name="T4" fmla="*/ 0 w 5260"/>
                <a:gd name="T5" fmla="*/ 0 h 1353"/>
                <a:gd name="T6" fmla="*/ 5259 w 5260"/>
                <a:gd name="T7" fmla="*/ 0 h 1353"/>
                <a:gd name="T8" fmla="*/ 5259 w 5260"/>
                <a:gd name="T9" fmla="*/ 1352 h 1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60" h="1353">
                  <a:moveTo>
                    <a:pt x="5259" y="1352"/>
                  </a:moveTo>
                  <a:lnTo>
                    <a:pt x="0" y="1352"/>
                  </a:lnTo>
                  <a:lnTo>
                    <a:pt x="0" y="0"/>
                  </a:lnTo>
                  <a:lnTo>
                    <a:pt x="5259" y="0"/>
                  </a:lnTo>
                  <a:lnTo>
                    <a:pt x="5259" y="1352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18286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04D209A7-0CA3-D452-9A56-AA87D4162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8576" y="6896778"/>
              <a:ext cx="5536888" cy="1424922"/>
            </a:xfrm>
            <a:custGeom>
              <a:avLst/>
              <a:gdLst>
                <a:gd name="T0" fmla="*/ 5259 w 5260"/>
                <a:gd name="T1" fmla="*/ 1351 h 1352"/>
                <a:gd name="T2" fmla="*/ 0 w 5260"/>
                <a:gd name="T3" fmla="*/ 1351 h 1352"/>
                <a:gd name="T4" fmla="*/ 0 w 5260"/>
                <a:gd name="T5" fmla="*/ 0 h 1352"/>
                <a:gd name="T6" fmla="*/ 5259 w 5260"/>
                <a:gd name="T7" fmla="*/ 0 h 1352"/>
                <a:gd name="T8" fmla="*/ 5259 w 5260"/>
                <a:gd name="T9" fmla="*/ 1351 h 1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60" h="1352">
                  <a:moveTo>
                    <a:pt x="5259" y="1351"/>
                  </a:moveTo>
                  <a:lnTo>
                    <a:pt x="0" y="1351"/>
                  </a:lnTo>
                  <a:lnTo>
                    <a:pt x="0" y="0"/>
                  </a:lnTo>
                  <a:lnTo>
                    <a:pt x="5259" y="0"/>
                  </a:lnTo>
                  <a:lnTo>
                    <a:pt x="5259" y="1351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18286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 27">
              <a:extLst>
                <a:ext uri="{FF2B5EF4-FFF2-40B4-BE49-F238E27FC236}">
                  <a16:creationId xmlns:a16="http://schemas.microsoft.com/office/drawing/2014/main" id="{B05BA10E-EB2E-F9F0-E981-0B48F4DD2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8576" y="9106173"/>
              <a:ext cx="5536888" cy="1424924"/>
            </a:xfrm>
            <a:custGeom>
              <a:avLst/>
              <a:gdLst>
                <a:gd name="T0" fmla="*/ 5259 w 5260"/>
                <a:gd name="T1" fmla="*/ 1352 h 1353"/>
                <a:gd name="T2" fmla="*/ 0 w 5260"/>
                <a:gd name="T3" fmla="*/ 1352 h 1353"/>
                <a:gd name="T4" fmla="*/ 0 w 5260"/>
                <a:gd name="T5" fmla="*/ 0 h 1353"/>
                <a:gd name="T6" fmla="*/ 5259 w 5260"/>
                <a:gd name="T7" fmla="*/ 0 h 1353"/>
                <a:gd name="T8" fmla="*/ 4647 w 5260"/>
                <a:gd name="T9" fmla="*/ 677 h 1353"/>
                <a:gd name="T10" fmla="*/ 5259 w 5260"/>
                <a:gd name="T11" fmla="*/ 1352 h 1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60" h="1353">
                  <a:moveTo>
                    <a:pt x="5259" y="1352"/>
                  </a:moveTo>
                  <a:lnTo>
                    <a:pt x="0" y="1352"/>
                  </a:lnTo>
                  <a:lnTo>
                    <a:pt x="0" y="0"/>
                  </a:lnTo>
                  <a:lnTo>
                    <a:pt x="5259" y="0"/>
                  </a:lnTo>
                  <a:lnTo>
                    <a:pt x="4647" y="677"/>
                  </a:lnTo>
                  <a:lnTo>
                    <a:pt x="5259" y="1352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18286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B311A1A-30ED-2341-D178-8FB06542AC93}"/>
              </a:ext>
            </a:extLst>
          </p:cNvPr>
          <p:cNvSpPr txBox="1"/>
          <p:nvPr/>
        </p:nvSpPr>
        <p:spPr>
          <a:xfrm>
            <a:off x="3928994" y="2332980"/>
            <a:ext cx="2526676" cy="775587"/>
          </a:xfrm>
          <a:prstGeom prst="rect">
            <a:avLst/>
          </a:prstGeom>
          <a:noFill/>
        </p:spPr>
        <p:txBody>
          <a:bodyPr wrap="square" lIns="219444" tIns="109723" rIns="219444" bIns="109723" rtlCol="0">
            <a:spAutoFit/>
          </a:bodyPr>
          <a:lstStyle/>
          <a:p>
            <a:pPr marL="0" marR="0" lvl="0" indent="0" algn="just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Identify gaps in current AI capabilities, adoption, and infrastructure.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Aptos" panose="02110004020202020204"/>
              <a:ea typeface="Lato"/>
              <a:cs typeface="Lato Light"/>
            </a:endParaRPr>
          </a:p>
        </p:txBody>
      </p:sp>
      <p:sp>
        <p:nvSpPr>
          <p:cNvPr id="25" name="Round Same Side Corner Rectangle 83">
            <a:extLst>
              <a:ext uri="{FF2B5EF4-FFF2-40B4-BE49-F238E27FC236}">
                <a16:creationId xmlns:a16="http://schemas.microsoft.com/office/drawing/2014/main" id="{1A544F27-ACA9-E5AF-8A12-5DEE2AEBA047}"/>
              </a:ext>
            </a:extLst>
          </p:cNvPr>
          <p:cNvSpPr/>
          <p:nvPr/>
        </p:nvSpPr>
        <p:spPr>
          <a:xfrm rot="10800000" flipH="1">
            <a:off x="3691064" y="3331625"/>
            <a:ext cx="101445" cy="784658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44" tIns="109723" rIns="219444" bIns="109723" rtlCol="0" anchor="ctr"/>
          <a:lstStyle/>
          <a:p>
            <a:pPr marL="0" marR="0" lvl="0" indent="0" algn="ctr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18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6" name="Round Same Side Corner Rectangle 84">
            <a:extLst>
              <a:ext uri="{FF2B5EF4-FFF2-40B4-BE49-F238E27FC236}">
                <a16:creationId xmlns:a16="http://schemas.microsoft.com/office/drawing/2014/main" id="{7933934C-9DE3-0939-A7C6-A10CE34434F1}"/>
              </a:ext>
            </a:extLst>
          </p:cNvPr>
          <p:cNvSpPr/>
          <p:nvPr/>
        </p:nvSpPr>
        <p:spPr>
          <a:xfrm rot="10800000" flipH="1">
            <a:off x="3691064" y="5486428"/>
            <a:ext cx="101445" cy="784659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44" tIns="109723" rIns="219444" bIns="109723" rtlCol="0" anchor="ctr"/>
          <a:lstStyle/>
          <a:p>
            <a:pPr marL="0" marR="0" lvl="0" indent="0" algn="ctr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18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7" name="Round Same Side Corner Rectangle 86">
            <a:extLst>
              <a:ext uri="{FF2B5EF4-FFF2-40B4-BE49-F238E27FC236}">
                <a16:creationId xmlns:a16="http://schemas.microsoft.com/office/drawing/2014/main" id="{EAE78352-3994-629C-D21B-8FD583A47F3A}"/>
              </a:ext>
            </a:extLst>
          </p:cNvPr>
          <p:cNvSpPr/>
          <p:nvPr/>
        </p:nvSpPr>
        <p:spPr>
          <a:xfrm rot="10800000" flipH="1">
            <a:off x="3691064" y="2283165"/>
            <a:ext cx="101445" cy="784658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44" tIns="109723" rIns="219444" bIns="109723" rtlCol="0" anchor="ctr"/>
          <a:lstStyle/>
          <a:p>
            <a:pPr marL="0" marR="0" lvl="0" indent="0" algn="ctr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18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0" name="Round Same Side Corner Rectangle 89">
            <a:extLst>
              <a:ext uri="{FF2B5EF4-FFF2-40B4-BE49-F238E27FC236}">
                <a16:creationId xmlns:a16="http://schemas.microsoft.com/office/drawing/2014/main" id="{94954404-2F16-D76E-F0F3-3F727C6A62EE}"/>
              </a:ext>
            </a:extLst>
          </p:cNvPr>
          <p:cNvSpPr/>
          <p:nvPr/>
        </p:nvSpPr>
        <p:spPr>
          <a:xfrm rot="10800000" flipH="1">
            <a:off x="3691064" y="4388222"/>
            <a:ext cx="101445" cy="784658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44" tIns="109723" rIns="219444" bIns="109723" rtlCol="0" anchor="ctr"/>
          <a:lstStyle/>
          <a:p>
            <a:pPr marL="0" marR="0" lvl="0" indent="0" algn="ctr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18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3" name="TextBox 72">
            <a:extLst>
              <a:ext uri="{FF2B5EF4-FFF2-40B4-BE49-F238E27FC236}">
                <a16:creationId xmlns:a16="http://schemas.microsoft.com/office/drawing/2014/main" id="{B817E65F-4BFF-0A7A-2348-4BDD32CCA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777" y="2559688"/>
            <a:ext cx="15979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9pPr>
          </a:lstStyle>
          <a:p>
            <a:pPr marL="0" marR="0" lvl="0" indent="0" algn="ctr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ＭＳ Ｐゴシック" charset="0"/>
                <a:cs typeface="Lato Regular" charset="0"/>
              </a:rPr>
              <a:t>Gap Analysis</a:t>
            </a:r>
          </a:p>
        </p:txBody>
      </p:sp>
      <p:sp>
        <p:nvSpPr>
          <p:cNvPr id="34" name="TextBox 72">
            <a:extLst>
              <a:ext uri="{FF2B5EF4-FFF2-40B4-BE49-F238E27FC236}">
                <a16:creationId xmlns:a16="http://schemas.microsoft.com/office/drawing/2014/main" id="{27911BD3-2DAB-1735-73AB-E12726223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568" y="3454015"/>
            <a:ext cx="247303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9pPr>
          </a:lstStyle>
          <a:p>
            <a:pPr marL="0" marR="0" lvl="0" indent="0" algn="ctr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ＭＳ Ｐゴシック" charset="0"/>
                <a:cs typeface="Lato Regular" charset="0"/>
              </a:rPr>
              <a:t>Tech Landscape Assessment</a:t>
            </a:r>
          </a:p>
        </p:txBody>
      </p:sp>
      <p:sp>
        <p:nvSpPr>
          <p:cNvPr id="35" name="TextBox 72">
            <a:extLst>
              <a:ext uri="{FF2B5EF4-FFF2-40B4-BE49-F238E27FC236}">
                <a16:creationId xmlns:a16="http://schemas.microsoft.com/office/drawing/2014/main" id="{1631A648-393D-5D67-8883-BB5165DD8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244" y="4709188"/>
            <a:ext cx="24730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9pPr>
          </a:lstStyle>
          <a:p>
            <a:pPr marL="0" marR="0" lvl="0" indent="0" algn="ctr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ＭＳ Ｐゴシック" charset="0"/>
                <a:cs typeface="Lato Regular" charset="0"/>
              </a:rPr>
              <a:t>Talent Assessment</a:t>
            </a:r>
          </a:p>
        </p:txBody>
      </p:sp>
      <p:sp>
        <p:nvSpPr>
          <p:cNvPr id="36" name="TextBox 72">
            <a:extLst>
              <a:ext uri="{FF2B5EF4-FFF2-40B4-BE49-F238E27FC236}">
                <a16:creationId xmlns:a16="http://schemas.microsoft.com/office/drawing/2014/main" id="{6C70C4C8-5C68-671D-FD94-219414EDD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563" y="5636820"/>
            <a:ext cx="247303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9pPr>
          </a:lstStyle>
          <a:p>
            <a:pPr marL="0" marR="0" lvl="0" indent="0" algn="ctr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ＭＳ Ｐゴシック" charset="0"/>
                <a:cs typeface="Lato Regular" charset="0"/>
              </a:rPr>
              <a:t>Roadmap &amp; Strategy Recommendations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E51A34-F62E-6511-EE77-FEA5076DCEB6}"/>
              </a:ext>
            </a:extLst>
          </p:cNvPr>
          <p:cNvSpPr txBox="1"/>
          <p:nvPr/>
        </p:nvSpPr>
        <p:spPr>
          <a:xfrm>
            <a:off x="6592156" y="2358378"/>
            <a:ext cx="2526676" cy="775587"/>
          </a:xfrm>
          <a:prstGeom prst="rect">
            <a:avLst/>
          </a:prstGeom>
          <a:noFill/>
        </p:spPr>
        <p:txBody>
          <a:bodyPr wrap="square" lIns="219444" tIns="109723" rIns="219444" bIns="109723" rtlCol="0">
            <a:spAutoFit/>
          </a:bodyPr>
          <a:lstStyle/>
          <a:p>
            <a:pPr marL="0" marR="0" lvl="0" indent="0" algn="just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 readiness, current AI initiatives, operational bottlenecks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Aptos" panose="02110004020202020204"/>
              <a:ea typeface="Lato"/>
              <a:cs typeface="Lato Ligh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887122-E6F8-03F2-FFFC-FC21FDD551D3}"/>
              </a:ext>
            </a:extLst>
          </p:cNvPr>
          <p:cNvSpPr txBox="1"/>
          <p:nvPr/>
        </p:nvSpPr>
        <p:spPr>
          <a:xfrm>
            <a:off x="9207103" y="2313793"/>
            <a:ext cx="2526676" cy="898697"/>
          </a:xfrm>
          <a:prstGeom prst="rect">
            <a:avLst/>
          </a:prstGeom>
          <a:noFill/>
        </p:spPr>
        <p:txBody>
          <a:bodyPr wrap="square" lIns="219444" tIns="109723" rIns="219444" bIns="109723" rtlCol="0">
            <a:spAutoFit/>
          </a:bodyPr>
          <a:lstStyle/>
          <a:p>
            <a:pPr marL="0" marR="0" lvl="0" indent="0" algn="just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Expertise in analyzing AI readiness, deep knowledge of sector specific challenges, &amp; the ability to uncover critical gaps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Aptos" panose="02110004020202020204"/>
              <a:ea typeface="Lato"/>
              <a:cs typeface="Lato Ligh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E9DFFB-A7B3-FDB5-6252-B84420EBC502}"/>
              </a:ext>
            </a:extLst>
          </p:cNvPr>
          <p:cNvSpPr txBox="1"/>
          <p:nvPr/>
        </p:nvSpPr>
        <p:spPr>
          <a:xfrm>
            <a:off x="3934570" y="3220911"/>
            <a:ext cx="2526676" cy="1144919"/>
          </a:xfrm>
          <a:prstGeom prst="rect">
            <a:avLst/>
          </a:prstGeom>
          <a:noFill/>
        </p:spPr>
        <p:txBody>
          <a:bodyPr wrap="square" lIns="219444" tIns="109723" rIns="219444" bIns="109723" rtlCol="0">
            <a:spAutoFit/>
          </a:bodyPr>
          <a:lstStyle/>
          <a:p>
            <a:pPr marL="0" marR="0" lvl="0" indent="0" algn="just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Assess current technology landscape related to AI and explore new technologies &amp; solutions to enhance competitiveness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Aptos" panose="02110004020202020204"/>
              <a:ea typeface="Lato"/>
              <a:cs typeface="Lato Ligh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AD10C0-97A7-EE87-8919-7B0560FA1782}"/>
              </a:ext>
            </a:extLst>
          </p:cNvPr>
          <p:cNvSpPr txBox="1"/>
          <p:nvPr/>
        </p:nvSpPr>
        <p:spPr>
          <a:xfrm>
            <a:off x="6592156" y="3200296"/>
            <a:ext cx="2526676" cy="960253"/>
          </a:xfrm>
          <a:prstGeom prst="rect">
            <a:avLst/>
          </a:prstGeom>
          <a:noFill/>
        </p:spPr>
        <p:txBody>
          <a:bodyPr wrap="square" lIns="219444" tIns="109723" rIns="219444" bIns="109723" rtlCol="0">
            <a:spAutoFit/>
          </a:bodyPr>
          <a:lstStyle/>
          <a:p>
            <a:pPr marL="0" marR="0" lvl="0" indent="0" algn="just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Generative AI tools, infrastructure, integration gaps, and potential technology investments.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Aptos" panose="02110004020202020204"/>
              <a:ea typeface="Lato"/>
              <a:cs typeface="Lato Ligh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0B6133-5CE4-1609-9EB6-DB059615AA41}"/>
              </a:ext>
            </a:extLst>
          </p:cNvPr>
          <p:cNvSpPr txBox="1"/>
          <p:nvPr/>
        </p:nvSpPr>
        <p:spPr>
          <a:xfrm>
            <a:off x="9207103" y="3200295"/>
            <a:ext cx="2526676" cy="898697"/>
          </a:xfrm>
          <a:prstGeom prst="rect">
            <a:avLst/>
          </a:prstGeom>
          <a:noFill/>
        </p:spPr>
        <p:txBody>
          <a:bodyPr wrap="square" lIns="219444" tIns="109723" rIns="219444" bIns="109723" rtlCol="0">
            <a:spAutoFit/>
          </a:bodyPr>
          <a:lstStyle/>
          <a:p>
            <a:pPr marL="0" marR="0" lvl="0" indent="0" algn="just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Extensive partnerships with AI technology providers &amp; experience in building cutting-edge solutions. tailored for telecom use cases.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Aptos" panose="02110004020202020204"/>
              <a:ea typeface="Lato"/>
              <a:cs typeface="Lato Ligh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B335A0-B2CD-E703-8B6F-9660CE405AA4}"/>
              </a:ext>
            </a:extLst>
          </p:cNvPr>
          <p:cNvSpPr txBox="1"/>
          <p:nvPr/>
        </p:nvSpPr>
        <p:spPr>
          <a:xfrm>
            <a:off x="3934570" y="4296649"/>
            <a:ext cx="2526676" cy="775587"/>
          </a:xfrm>
          <a:prstGeom prst="rect">
            <a:avLst/>
          </a:prstGeom>
          <a:noFill/>
        </p:spPr>
        <p:txBody>
          <a:bodyPr wrap="square" lIns="219444" tIns="109723" rIns="219444" bIns="109723" rtlCol="0">
            <a:spAutoFit/>
          </a:bodyPr>
          <a:lstStyle/>
          <a:p>
            <a:pPr marL="0" marR="0" lvl="0" indent="0" algn="just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Assess the readiness and skills of the workforce to adapt to AI technologies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Aptos" panose="02110004020202020204"/>
              <a:ea typeface="Lato"/>
              <a:cs typeface="Lato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100E91-365E-6368-87B3-7661F6E57431}"/>
              </a:ext>
            </a:extLst>
          </p:cNvPr>
          <p:cNvSpPr txBox="1"/>
          <p:nvPr/>
        </p:nvSpPr>
        <p:spPr>
          <a:xfrm>
            <a:off x="6592156" y="4276034"/>
            <a:ext cx="2526676" cy="590921"/>
          </a:xfrm>
          <a:prstGeom prst="rect">
            <a:avLst/>
          </a:prstGeom>
          <a:noFill/>
        </p:spPr>
        <p:txBody>
          <a:bodyPr wrap="square" lIns="219444" tIns="109723" rIns="219444" bIns="109723" rtlCol="0">
            <a:spAutoFit/>
          </a:bodyPr>
          <a:lstStyle/>
          <a:p>
            <a:pPr marL="0" marR="0" lvl="0" indent="0" algn="just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 skills gap, upskilling needs, talent acquisition, and training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Aptos" panose="02110004020202020204"/>
              <a:ea typeface="Lato"/>
              <a:cs typeface="Lato Ligh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34FB00-4239-B87A-23E5-771D429371B0}"/>
              </a:ext>
            </a:extLst>
          </p:cNvPr>
          <p:cNvSpPr txBox="1"/>
          <p:nvPr/>
        </p:nvSpPr>
        <p:spPr>
          <a:xfrm>
            <a:off x="9207103" y="4276033"/>
            <a:ext cx="2526676" cy="1067975"/>
          </a:xfrm>
          <a:prstGeom prst="rect">
            <a:avLst/>
          </a:prstGeom>
          <a:noFill/>
        </p:spPr>
        <p:txBody>
          <a:bodyPr wrap="square" lIns="219444" tIns="109723" rIns="219444" bIns="109723" rtlCol="0">
            <a:spAutoFit/>
          </a:bodyPr>
          <a:lstStyle/>
          <a:p>
            <a:pPr marL="0" marR="0" lvl="0" indent="0" algn="just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Proven frameworks to identify skill gaps and recommend talent development strategies. Expertise in structuring AI training and upskilling programs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Aptos" panose="02110004020202020204"/>
              <a:ea typeface="Lato"/>
              <a:cs typeface="Lato Ligh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21F5CB-591B-EEF4-232C-2356121B8349}"/>
              </a:ext>
            </a:extLst>
          </p:cNvPr>
          <p:cNvSpPr txBox="1"/>
          <p:nvPr/>
        </p:nvSpPr>
        <p:spPr>
          <a:xfrm>
            <a:off x="3934570" y="5372385"/>
            <a:ext cx="2526676" cy="960253"/>
          </a:xfrm>
          <a:prstGeom prst="rect">
            <a:avLst/>
          </a:prstGeom>
          <a:noFill/>
        </p:spPr>
        <p:txBody>
          <a:bodyPr wrap="square" lIns="219444" tIns="109723" rIns="219444" bIns="109723" rtlCol="0">
            <a:spAutoFit/>
          </a:bodyPr>
          <a:lstStyle/>
          <a:p>
            <a:pPr marL="0" marR="0" lvl="0" indent="0" algn="just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Defining a clear roadmap for AI growth, including partnership opportunities with tech providers &amp; vendors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Aptos" panose="02110004020202020204"/>
              <a:ea typeface="Lato"/>
              <a:cs typeface="Lato Ligh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B3F759-FC96-8177-4016-EED4BBE97F8F}"/>
              </a:ext>
            </a:extLst>
          </p:cNvPr>
          <p:cNvSpPr txBox="1"/>
          <p:nvPr/>
        </p:nvSpPr>
        <p:spPr>
          <a:xfrm>
            <a:off x="6592156" y="5351770"/>
            <a:ext cx="2526676" cy="775587"/>
          </a:xfrm>
          <a:prstGeom prst="rect">
            <a:avLst/>
          </a:prstGeom>
          <a:noFill/>
        </p:spPr>
        <p:txBody>
          <a:bodyPr wrap="square" lIns="219444" tIns="109723" rIns="219444" bIns="109723" rtlCol="0">
            <a:spAutoFit/>
          </a:bodyPr>
          <a:lstStyle/>
          <a:p>
            <a:pPr marL="0" marR="0" lvl="0" indent="0" algn="just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Short, medium, and long-term AI goals, partnership strategies, and implementation steps.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Aptos" panose="02110004020202020204"/>
              <a:ea typeface="Lato"/>
              <a:cs typeface="Lato Ligh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E0016B-D3AC-325E-93C2-05A5FF899BAA}"/>
              </a:ext>
            </a:extLst>
          </p:cNvPr>
          <p:cNvSpPr txBox="1"/>
          <p:nvPr/>
        </p:nvSpPr>
        <p:spPr>
          <a:xfrm>
            <a:off x="9207103" y="5351769"/>
            <a:ext cx="2526676" cy="1067975"/>
          </a:xfrm>
          <a:prstGeom prst="rect">
            <a:avLst/>
          </a:prstGeom>
          <a:noFill/>
        </p:spPr>
        <p:txBody>
          <a:bodyPr wrap="square" lIns="219444" tIns="109723" rIns="219444" bIns="109723" rtlCol="0">
            <a:spAutoFit/>
          </a:bodyPr>
          <a:lstStyle/>
          <a:p>
            <a:pPr marL="0" marR="0" lvl="0" indent="0" algn="just" defTabSz="18286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Experience in crafting AI strategies aligned with business goals to help develop a practical roadmap aligned with partnership strategies to deliver real results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445469"/>
              </a:solidFill>
              <a:effectLst/>
              <a:uLnTx/>
              <a:uFillTx/>
              <a:latin typeface="Aptos" panose="02110004020202020204"/>
              <a:ea typeface="Lato"/>
              <a:cs typeface="Lato Light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1D1C971-FA6E-795C-6C3B-98192D249DC8}"/>
              </a:ext>
            </a:extLst>
          </p:cNvPr>
          <p:cNvGrpSpPr/>
          <p:nvPr/>
        </p:nvGrpSpPr>
        <p:grpSpPr>
          <a:xfrm>
            <a:off x="4089233" y="1650650"/>
            <a:ext cx="2526676" cy="692711"/>
            <a:chOff x="4573783" y="1618487"/>
            <a:chExt cx="2141034" cy="692711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2">
                  <a:lumMod val="90000"/>
                  <a:lumOff val="10000"/>
                </a:schemeClr>
              </a:gs>
            </a:gsLst>
            <a:lin ang="5400000" scaled="1"/>
          </a:gradFill>
        </p:grpSpPr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69785574-F0F1-51AD-99D7-7E9E01C1EF71}"/>
                </a:ext>
              </a:extLst>
            </p:cNvPr>
            <p:cNvSpPr/>
            <p:nvPr/>
          </p:nvSpPr>
          <p:spPr>
            <a:xfrm rot="5400000" flipV="1">
              <a:off x="6282284" y="1878665"/>
              <a:ext cx="636955" cy="228111"/>
            </a:xfrm>
            <a:prstGeom prst="parallelogram">
              <a:avLst>
                <a:gd name="adj" fmla="val 66077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4385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40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CDB8EBD-DD53-2212-3E76-C661749E89C8}"/>
                </a:ext>
              </a:extLst>
            </p:cNvPr>
            <p:cNvSpPr/>
            <p:nvPr/>
          </p:nvSpPr>
          <p:spPr>
            <a:xfrm>
              <a:off x="4573783" y="1618487"/>
              <a:ext cx="2141034" cy="5241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Objective(s)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C5633FD-FFFB-BF14-2D02-C89FD2434E2D}"/>
              </a:ext>
            </a:extLst>
          </p:cNvPr>
          <p:cNvGrpSpPr/>
          <p:nvPr/>
        </p:nvGrpSpPr>
        <p:grpSpPr>
          <a:xfrm>
            <a:off x="6726183" y="1645266"/>
            <a:ext cx="2526676" cy="692711"/>
            <a:chOff x="4573783" y="1618487"/>
            <a:chExt cx="2141034" cy="692711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5400000" scaled="1"/>
          </a:gradFill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6169DE3-42E2-3A33-2346-D21893FF5309}"/>
                </a:ext>
              </a:extLst>
            </p:cNvPr>
            <p:cNvSpPr/>
            <p:nvPr/>
          </p:nvSpPr>
          <p:spPr>
            <a:xfrm rot="5400000" flipV="1">
              <a:off x="6282284" y="1878665"/>
              <a:ext cx="636955" cy="228111"/>
            </a:xfrm>
            <a:prstGeom prst="parallelogram">
              <a:avLst>
                <a:gd name="adj" fmla="val 66077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4385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40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BDC8E00-3BF0-0B75-E5E6-DA8A25B53D35}"/>
                </a:ext>
              </a:extLst>
            </p:cNvPr>
            <p:cNvSpPr/>
            <p:nvPr/>
          </p:nvSpPr>
          <p:spPr>
            <a:xfrm>
              <a:off x="4573783" y="1618487"/>
              <a:ext cx="2141034" cy="5241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Key Focus Areas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DA298CA-67F7-F0E8-C240-C9CF9A689D48}"/>
              </a:ext>
            </a:extLst>
          </p:cNvPr>
          <p:cNvGrpSpPr/>
          <p:nvPr/>
        </p:nvGrpSpPr>
        <p:grpSpPr>
          <a:xfrm>
            <a:off x="9362918" y="1661801"/>
            <a:ext cx="2526676" cy="692711"/>
            <a:chOff x="4573783" y="1618487"/>
            <a:chExt cx="2141034" cy="692711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FFC000"/>
              </a:gs>
            </a:gsLst>
            <a:lin ang="5400000" scaled="1"/>
          </a:gradFill>
        </p:grpSpPr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93CB1B70-1AE7-7816-AD0E-6C9D6F918DC8}"/>
                </a:ext>
              </a:extLst>
            </p:cNvPr>
            <p:cNvSpPr/>
            <p:nvPr/>
          </p:nvSpPr>
          <p:spPr>
            <a:xfrm rot="5400000" flipV="1">
              <a:off x="6282284" y="1878665"/>
              <a:ext cx="636955" cy="228111"/>
            </a:xfrm>
            <a:prstGeom prst="parallelogram">
              <a:avLst>
                <a:gd name="adj" fmla="val 66077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4385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40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0D54637-154A-D835-DA96-F0286547EF82}"/>
                </a:ext>
              </a:extLst>
            </p:cNvPr>
            <p:cNvSpPr/>
            <p:nvPr/>
          </p:nvSpPr>
          <p:spPr>
            <a:xfrm>
              <a:off x="4573783" y="1618487"/>
              <a:ext cx="2141034" cy="5241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Our Value Adds</a:t>
              </a:r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51120D6-77CA-C288-3800-97F55D8E29DD}"/>
              </a:ext>
            </a:extLst>
          </p:cNvPr>
          <p:cNvCxnSpPr>
            <a:cxnSpLocks/>
          </p:cNvCxnSpPr>
          <p:nvPr/>
        </p:nvCxnSpPr>
        <p:spPr>
          <a:xfrm>
            <a:off x="4078082" y="3133389"/>
            <a:ext cx="225747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3EA43CA-A368-82EF-EAE4-B123ECEF946F}"/>
              </a:ext>
            </a:extLst>
          </p:cNvPr>
          <p:cNvCxnSpPr>
            <a:cxnSpLocks/>
          </p:cNvCxnSpPr>
          <p:nvPr/>
        </p:nvCxnSpPr>
        <p:spPr>
          <a:xfrm>
            <a:off x="6728354" y="3129675"/>
            <a:ext cx="225747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E1801AE-C548-0D35-0F1F-48F468BDAAED}"/>
              </a:ext>
            </a:extLst>
          </p:cNvPr>
          <p:cNvCxnSpPr>
            <a:cxnSpLocks/>
          </p:cNvCxnSpPr>
          <p:nvPr/>
        </p:nvCxnSpPr>
        <p:spPr>
          <a:xfrm>
            <a:off x="9322862" y="4296830"/>
            <a:ext cx="225747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061876A-8EC4-5B15-590B-9F20776429BD}"/>
              </a:ext>
            </a:extLst>
          </p:cNvPr>
          <p:cNvCxnSpPr>
            <a:cxnSpLocks/>
          </p:cNvCxnSpPr>
          <p:nvPr/>
        </p:nvCxnSpPr>
        <p:spPr>
          <a:xfrm>
            <a:off x="6720920" y="4293111"/>
            <a:ext cx="225747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D3979F7-5D63-53D9-349F-5E0C2160000E}"/>
              </a:ext>
            </a:extLst>
          </p:cNvPr>
          <p:cNvCxnSpPr>
            <a:cxnSpLocks/>
          </p:cNvCxnSpPr>
          <p:nvPr/>
        </p:nvCxnSpPr>
        <p:spPr>
          <a:xfrm>
            <a:off x="4130126" y="4289397"/>
            <a:ext cx="225747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331DD62-E8BC-5B35-B15E-391F528A68D5}"/>
              </a:ext>
            </a:extLst>
          </p:cNvPr>
          <p:cNvCxnSpPr>
            <a:cxnSpLocks/>
          </p:cNvCxnSpPr>
          <p:nvPr/>
        </p:nvCxnSpPr>
        <p:spPr>
          <a:xfrm>
            <a:off x="9311713" y="5356200"/>
            <a:ext cx="225747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23CA7ED-AE2D-C031-045A-32D6A97A22CB}"/>
              </a:ext>
            </a:extLst>
          </p:cNvPr>
          <p:cNvCxnSpPr>
            <a:cxnSpLocks/>
          </p:cNvCxnSpPr>
          <p:nvPr/>
        </p:nvCxnSpPr>
        <p:spPr>
          <a:xfrm>
            <a:off x="6720919" y="5341328"/>
            <a:ext cx="225747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3C6B9EB-B19E-8342-5F4A-02962F8B3A83}"/>
              </a:ext>
            </a:extLst>
          </p:cNvPr>
          <p:cNvCxnSpPr>
            <a:cxnSpLocks/>
          </p:cNvCxnSpPr>
          <p:nvPr/>
        </p:nvCxnSpPr>
        <p:spPr>
          <a:xfrm>
            <a:off x="4085519" y="5337611"/>
            <a:ext cx="225747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E170DE0-8D6C-62B1-C2A2-EB162BD2F203}"/>
              </a:ext>
            </a:extLst>
          </p:cNvPr>
          <p:cNvCxnSpPr>
            <a:cxnSpLocks/>
          </p:cNvCxnSpPr>
          <p:nvPr/>
        </p:nvCxnSpPr>
        <p:spPr>
          <a:xfrm>
            <a:off x="9412083" y="3137110"/>
            <a:ext cx="225747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73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F8E1C-8A68-A964-15E3-6D0A62A5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FA551C0-425B-3716-3072-311D0AAE7ECE}"/>
              </a:ext>
            </a:extLst>
          </p:cNvPr>
          <p:cNvSpPr txBox="1">
            <a:spLocks/>
          </p:cNvSpPr>
          <p:nvPr/>
        </p:nvSpPr>
        <p:spPr>
          <a:xfrm>
            <a:off x="11464925" y="6490661"/>
            <a:ext cx="727075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A227D-D6B4-481D-8178-2242024024DE}" type="slidenum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4C52A20-162C-FC29-2235-3254FB3A54A7}"/>
              </a:ext>
            </a:extLst>
          </p:cNvPr>
          <p:cNvSpPr txBox="1">
            <a:spLocks/>
          </p:cNvSpPr>
          <p:nvPr/>
        </p:nvSpPr>
        <p:spPr>
          <a:xfrm>
            <a:off x="300708" y="6567492"/>
            <a:ext cx="4197927" cy="268143"/>
          </a:xfrm>
          <a:prstGeom prst="rect">
            <a:avLst/>
          </a:prstGeom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© 2024 Collabera Digital  |  All Rights Reserved 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| collaberadigital.com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3E250D8-4D55-8CB1-E904-9A38AE03C8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170" y="78525"/>
            <a:ext cx="1593677" cy="3217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AC5BB24-D71D-F138-2E18-4D84F8C8E30E}"/>
              </a:ext>
            </a:extLst>
          </p:cNvPr>
          <p:cNvSpPr txBox="1">
            <a:spLocks/>
          </p:cNvSpPr>
          <p:nvPr/>
        </p:nvSpPr>
        <p:spPr>
          <a:xfrm>
            <a:off x="300708" y="-66906"/>
            <a:ext cx="7861985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rgbClr val="2859C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859C3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AI Services Suite</a:t>
            </a: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7" name="Rounded Rectangle 15">
            <a:extLst>
              <a:ext uri="{FF2B5EF4-FFF2-40B4-BE49-F238E27FC236}">
                <a16:creationId xmlns:a16="http://schemas.microsoft.com/office/drawing/2014/main" id="{F7DFAAB0-86BA-3619-ED33-BB548867979E}"/>
              </a:ext>
            </a:extLst>
          </p:cNvPr>
          <p:cNvSpPr/>
          <p:nvPr/>
        </p:nvSpPr>
        <p:spPr>
          <a:xfrm>
            <a:off x="8051546" y="1936072"/>
            <a:ext cx="3839746" cy="4283073"/>
          </a:xfrm>
          <a:prstGeom prst="roundRect">
            <a:avLst>
              <a:gd name="adj" fmla="val 1216"/>
            </a:avLst>
          </a:prstGeom>
          <a:solidFill>
            <a:schemeClr val="bg1"/>
          </a:solidFill>
          <a:ln>
            <a:noFill/>
          </a:ln>
          <a:effectLst>
            <a:outerShdw blurRad="463645" dist="91265" dir="2100000" sx="99366" sy="99366" algn="tl" rotWithShape="0">
              <a:prstClr val="black">
                <a:alpha val="572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262C23B7-4812-B3F5-AAF9-A2123E340839}"/>
              </a:ext>
            </a:extLst>
          </p:cNvPr>
          <p:cNvSpPr/>
          <p:nvPr/>
        </p:nvSpPr>
        <p:spPr>
          <a:xfrm>
            <a:off x="676120" y="719496"/>
            <a:ext cx="7258182" cy="1082048"/>
          </a:xfrm>
          <a:prstGeom prst="roundRect">
            <a:avLst>
              <a:gd name="adj" fmla="val 3922"/>
            </a:avLst>
          </a:prstGeom>
          <a:solidFill>
            <a:srgbClr val="002060"/>
          </a:solidFill>
          <a:ln>
            <a:noFill/>
          </a:ln>
          <a:effectLst>
            <a:outerShdw blurRad="463645" dist="91265" dir="2100000" sx="99366" sy="99366" algn="tl" rotWithShape="0">
              <a:prstClr val="black">
                <a:alpha val="572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4550FA3F-DAF7-CE07-CA8E-8279B839B3DB}"/>
              </a:ext>
            </a:extLst>
          </p:cNvPr>
          <p:cNvSpPr/>
          <p:nvPr/>
        </p:nvSpPr>
        <p:spPr>
          <a:xfrm>
            <a:off x="8051546" y="723636"/>
            <a:ext cx="3839746" cy="1082048"/>
          </a:xfrm>
          <a:prstGeom prst="roundRect">
            <a:avLst>
              <a:gd name="adj" fmla="val 3922"/>
            </a:avLst>
          </a:prstGeom>
          <a:solidFill>
            <a:srgbClr val="FFF3F4"/>
          </a:solidFill>
          <a:ln>
            <a:noFill/>
          </a:ln>
          <a:effectLst>
            <a:outerShdw blurRad="463645" dist="91265" dir="2100000" sx="99366" sy="99366" algn="tl" rotWithShape="0">
              <a:prstClr val="black">
                <a:alpha val="572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Propositions</a:t>
            </a:r>
            <a:endParaRPr kumimoji="0" lang="en-IN" sz="20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253F528F-BB2F-8BB9-B945-4989E611AF9D}"/>
              </a:ext>
            </a:extLst>
          </p:cNvPr>
          <p:cNvSpPr/>
          <p:nvPr/>
        </p:nvSpPr>
        <p:spPr>
          <a:xfrm>
            <a:off x="676118" y="4572924"/>
            <a:ext cx="7258180" cy="412372"/>
          </a:xfrm>
          <a:prstGeom prst="roundRect">
            <a:avLst>
              <a:gd name="adj" fmla="val 3922"/>
            </a:avLst>
          </a:prstGeom>
          <a:solidFill>
            <a:srgbClr val="002060"/>
          </a:solidFill>
          <a:ln>
            <a:noFill/>
          </a:ln>
          <a:effectLst>
            <a:outerShdw blurRad="463645" dist="91265" dir="2100000" sx="99366" sy="99366" algn="tl" rotWithShape="0">
              <a:prstClr val="black">
                <a:alpha val="572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 Partners</a:t>
            </a:r>
          </a:p>
        </p:txBody>
      </p:sp>
      <p:sp>
        <p:nvSpPr>
          <p:cNvPr id="12" name="object 39">
            <a:extLst>
              <a:ext uri="{FF2B5EF4-FFF2-40B4-BE49-F238E27FC236}">
                <a16:creationId xmlns:a16="http://schemas.microsoft.com/office/drawing/2014/main" id="{09DB9BDB-8E30-86B3-1FD8-5300577554EB}"/>
              </a:ext>
            </a:extLst>
          </p:cNvPr>
          <p:cNvSpPr txBox="1"/>
          <p:nvPr/>
        </p:nvSpPr>
        <p:spPr>
          <a:xfrm>
            <a:off x="5067374" y="873867"/>
            <a:ext cx="1950367" cy="715581"/>
          </a:xfrm>
          <a:prstGeom prst="rect">
            <a:avLst/>
          </a:prstGeom>
          <a:noFill/>
        </p:spPr>
        <p:txBody>
          <a:bodyPr vert="horz" wrap="square" lIns="0" tIns="12700" rIns="0" bIns="0" rtlCol="0">
            <a:spAutoFit/>
          </a:bodyPr>
          <a:lstStyle/>
          <a:p>
            <a:pPr marL="635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25</a:t>
            </a:r>
            <a:r>
              <a:rPr kumimoji="0" sz="1600" b="1" i="0" u="none" strike="noStrike" kern="1200" cap="none" spc="-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  <a:endParaRPr kumimoji="0" lang="en-US" sz="1600" b="1" i="0" u="none" strike="noStrike" kern="1200" cap="none" spc="-5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635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-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buntu" panose="020B050403060203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Solutions </a:t>
            </a:r>
          </a:p>
          <a:p>
            <a:pPr marL="635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-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buntu" panose="020B050403060203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Developed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buntu" panose="020B050403060203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object 41">
            <a:extLst>
              <a:ext uri="{FF2B5EF4-FFF2-40B4-BE49-F238E27FC236}">
                <a16:creationId xmlns:a16="http://schemas.microsoft.com/office/drawing/2014/main" id="{BC6708D0-9A4D-4D88-C19A-189B6320E66C}"/>
              </a:ext>
            </a:extLst>
          </p:cNvPr>
          <p:cNvSpPr txBox="1"/>
          <p:nvPr/>
        </p:nvSpPr>
        <p:spPr>
          <a:xfrm>
            <a:off x="1446263" y="864837"/>
            <a:ext cx="2072007" cy="733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1100+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Generative AI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Certified Professionals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652AAB-DA53-A8F1-1200-D3C0EB998D79}"/>
              </a:ext>
            </a:extLst>
          </p:cNvPr>
          <p:cNvSpPr/>
          <p:nvPr/>
        </p:nvSpPr>
        <p:spPr>
          <a:xfrm>
            <a:off x="8229686" y="2124654"/>
            <a:ext cx="3483465" cy="387964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Tailored AI for Business Growth -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 AI strategies with gap analysis and risk assessment.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Seamless Integration &amp; Data Security -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 solutions integrate smoothly with secure data governance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Faster, Smarter Development -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AI-driven coding, auto-completion, and test automation for efficiency.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AI-Optimized Talent &amp; Learning –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 based hiring, skill analysis, and personalized learning paths.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Improved Operational Efficiency –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AI-enhanced user stories, test coverage, and process automation.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Lato" panose="020F0502020204030203" pitchFamily="34" charset="77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B8DB8067-C08B-6831-D845-7D6D9EF366D1}"/>
              </a:ext>
            </a:extLst>
          </p:cNvPr>
          <p:cNvSpPr/>
          <p:nvPr/>
        </p:nvSpPr>
        <p:spPr>
          <a:xfrm>
            <a:off x="676117" y="1936072"/>
            <a:ext cx="7258181" cy="2502323"/>
          </a:xfrm>
          <a:prstGeom prst="roundRect">
            <a:avLst>
              <a:gd name="adj" fmla="val 1216"/>
            </a:avLst>
          </a:prstGeom>
          <a:solidFill>
            <a:schemeClr val="bg1"/>
          </a:solidFill>
          <a:ln>
            <a:noFill/>
          </a:ln>
          <a:effectLst>
            <a:outerShdw blurRad="463645" dist="91265" dir="2100000" sx="99366" sy="99366" algn="tl" rotWithShape="0">
              <a:prstClr val="black">
                <a:alpha val="572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638E56-B621-2C7C-B23F-04C9FD3605EA}"/>
              </a:ext>
            </a:extLst>
          </p:cNvPr>
          <p:cNvSpPr txBox="1"/>
          <p:nvPr/>
        </p:nvSpPr>
        <p:spPr>
          <a:xfrm>
            <a:off x="878936" y="3105725"/>
            <a:ext cx="1754468" cy="998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AI Roadmap Development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AI Ecosystem Integration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Gen AI Solutions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2DC191-4D00-4E55-4840-AC2E16613298}"/>
              </a:ext>
            </a:extLst>
          </p:cNvPr>
          <p:cNvSpPr txBox="1"/>
          <p:nvPr/>
        </p:nvSpPr>
        <p:spPr>
          <a:xfrm>
            <a:off x="2494180" y="3077547"/>
            <a:ext cx="1675597" cy="998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Robotic Process Automation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LLM+SLM API led Applications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 Optimization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C9D4A9-62C2-77FD-6D43-CB18F08FEA9C}"/>
              </a:ext>
            </a:extLst>
          </p:cNvPr>
          <p:cNvSpPr txBox="1"/>
          <p:nvPr/>
        </p:nvSpPr>
        <p:spPr>
          <a:xfrm>
            <a:off x="4335996" y="3089043"/>
            <a:ext cx="1516786" cy="998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Agile Story Creation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Test Case Generator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Code Assistance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A3A4DE-DE90-C833-BAB3-6512CCAFDD8A}"/>
              </a:ext>
            </a:extLst>
          </p:cNvPr>
          <p:cNvSpPr txBox="1"/>
          <p:nvPr/>
        </p:nvSpPr>
        <p:spPr>
          <a:xfrm>
            <a:off x="5872369" y="3105725"/>
            <a:ext cx="1915296" cy="998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AI Enhanced Talent Acquisition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Next Gen Tech-Talent Evolution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Gen AI Skilled Workforce </a:t>
            </a:r>
          </a:p>
        </p:txBody>
      </p:sp>
      <p:sp>
        <p:nvSpPr>
          <p:cNvPr id="20" name="object 30">
            <a:extLst>
              <a:ext uri="{FF2B5EF4-FFF2-40B4-BE49-F238E27FC236}">
                <a16:creationId xmlns:a16="http://schemas.microsoft.com/office/drawing/2014/main" id="{87664653-4179-3A2D-91C4-EE24A10DE5DC}"/>
              </a:ext>
            </a:extLst>
          </p:cNvPr>
          <p:cNvSpPr txBox="1"/>
          <p:nvPr/>
        </p:nvSpPr>
        <p:spPr>
          <a:xfrm>
            <a:off x="1038051" y="2520232"/>
            <a:ext cx="11050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5" normalizeH="0" baseline="0" noProof="0">
                <a:ln>
                  <a:noFill/>
                </a:ln>
                <a:solidFill>
                  <a:srgbClr val="2B59C3"/>
                </a:solidFill>
                <a:effectLst/>
                <a:uLnTx/>
                <a:uFillTx/>
                <a:latin typeface="Helvetica Neue" panose="02000503000000020004" pitchFamily="2" charset="0"/>
                <a:ea typeface="+mn-ea"/>
                <a:cs typeface="+mn-cs"/>
              </a:rPr>
              <a:t>AI Consulting &amp; Engineering</a:t>
            </a:r>
          </a:p>
        </p:txBody>
      </p:sp>
      <p:sp>
        <p:nvSpPr>
          <p:cNvPr id="21" name="object 31">
            <a:extLst>
              <a:ext uri="{FF2B5EF4-FFF2-40B4-BE49-F238E27FC236}">
                <a16:creationId xmlns:a16="http://schemas.microsoft.com/office/drawing/2014/main" id="{C98DFFA5-DB67-FEF8-D06C-3B9372FD2D89}"/>
              </a:ext>
            </a:extLst>
          </p:cNvPr>
          <p:cNvSpPr txBox="1"/>
          <p:nvPr/>
        </p:nvSpPr>
        <p:spPr>
          <a:xfrm>
            <a:off x="2491453" y="2546399"/>
            <a:ext cx="1678324" cy="4056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12700" algn="ctr">
              <a:spcBef>
                <a:spcPts val="95"/>
              </a:spcBef>
              <a:defRPr sz="1200" b="1" spc="-15">
                <a:solidFill>
                  <a:srgbClr val="2B59C3"/>
                </a:solidFill>
                <a:latin typeface="Helvetica Neue" panose="02000503000000020004" pitchFamily="2" charset="0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5" normalizeH="0" baseline="0" noProof="0">
                <a:ln>
                  <a:noFill/>
                </a:ln>
                <a:solidFill>
                  <a:srgbClr val="2B59C3"/>
                </a:solidFill>
                <a:effectLst/>
                <a:uLnTx/>
                <a:uFillTx/>
                <a:latin typeface="Helvetica Neue" panose="02000503000000020004" pitchFamily="2" charset="0"/>
                <a:ea typeface="+mn-ea"/>
                <a:cs typeface="+mn-cs"/>
              </a:rPr>
              <a:t>AI Led Business Process Reimagining</a:t>
            </a:r>
          </a:p>
        </p:txBody>
      </p:sp>
      <p:sp>
        <p:nvSpPr>
          <p:cNvPr id="22" name="object 32">
            <a:extLst>
              <a:ext uri="{FF2B5EF4-FFF2-40B4-BE49-F238E27FC236}">
                <a16:creationId xmlns:a16="http://schemas.microsoft.com/office/drawing/2014/main" id="{37591B5E-8CB7-438D-44C1-5C18D90D8D31}"/>
              </a:ext>
            </a:extLst>
          </p:cNvPr>
          <p:cNvSpPr txBox="1"/>
          <p:nvPr/>
        </p:nvSpPr>
        <p:spPr>
          <a:xfrm>
            <a:off x="4304199" y="2555829"/>
            <a:ext cx="1516786" cy="4056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12700" algn="ctr">
              <a:spcBef>
                <a:spcPts val="95"/>
              </a:spcBef>
              <a:defRPr sz="1200" b="1" spc="-15">
                <a:solidFill>
                  <a:srgbClr val="2B59C3"/>
                </a:solidFill>
                <a:latin typeface="Helvetica Neue" panose="02000503000000020004" pitchFamily="2" charset="0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5" normalizeH="0" baseline="0" noProof="0">
                <a:ln>
                  <a:noFill/>
                </a:ln>
                <a:solidFill>
                  <a:srgbClr val="2B59C3"/>
                </a:solidFill>
                <a:effectLst/>
                <a:uLnTx/>
                <a:uFillTx/>
                <a:latin typeface="Helvetica Neue" panose="02000503000000020004" pitchFamily="2" charset="0"/>
                <a:ea typeface="+mn-ea"/>
                <a:cs typeface="+mn-cs"/>
              </a:rPr>
              <a:t>AI Assisted Software Engineering</a:t>
            </a:r>
          </a:p>
        </p:txBody>
      </p:sp>
      <p:sp>
        <p:nvSpPr>
          <p:cNvPr id="23" name="object 33">
            <a:extLst>
              <a:ext uri="{FF2B5EF4-FFF2-40B4-BE49-F238E27FC236}">
                <a16:creationId xmlns:a16="http://schemas.microsoft.com/office/drawing/2014/main" id="{64A2303A-57BA-B9ED-42B6-7216669F625C}"/>
              </a:ext>
            </a:extLst>
          </p:cNvPr>
          <p:cNvSpPr txBox="1"/>
          <p:nvPr/>
        </p:nvSpPr>
        <p:spPr>
          <a:xfrm>
            <a:off x="6057775" y="2542731"/>
            <a:ext cx="1251585" cy="4056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12700" algn="ctr">
              <a:spcBef>
                <a:spcPts val="95"/>
              </a:spcBef>
              <a:defRPr sz="1200" b="1" spc="-15">
                <a:solidFill>
                  <a:srgbClr val="2B59C3"/>
                </a:solidFill>
                <a:latin typeface="Helvetica Neue" panose="02000503000000020004" pitchFamily="2" charset="0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5" normalizeH="0" baseline="0" noProof="0">
                <a:ln>
                  <a:noFill/>
                </a:ln>
                <a:solidFill>
                  <a:srgbClr val="2B59C3"/>
                </a:solidFill>
                <a:effectLst/>
                <a:uLnTx/>
                <a:uFillTx/>
                <a:latin typeface="Helvetica Neue" panose="02000503000000020004" pitchFamily="2" charset="0"/>
                <a:ea typeface="+mn-ea"/>
                <a:cs typeface="+mn-cs"/>
              </a:rPr>
              <a:t>AI Driven Talent Solutioning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8D57DC5-366E-EFC3-5F8F-EEAB7F256BD9}"/>
              </a:ext>
            </a:extLst>
          </p:cNvPr>
          <p:cNvGrpSpPr/>
          <p:nvPr/>
        </p:nvGrpSpPr>
        <p:grpSpPr>
          <a:xfrm>
            <a:off x="899199" y="5094617"/>
            <a:ext cx="7209459" cy="1304586"/>
            <a:chOff x="3040440" y="2846063"/>
            <a:chExt cx="8249764" cy="1686244"/>
          </a:xfrm>
        </p:grpSpPr>
        <p:pic>
          <p:nvPicPr>
            <p:cNvPr id="25" name="Picture 24" descr="A blue logo with a black background&#10;&#10;Description automatically generated">
              <a:extLst>
                <a:ext uri="{FF2B5EF4-FFF2-40B4-BE49-F238E27FC236}">
                  <a16:creationId xmlns:a16="http://schemas.microsoft.com/office/drawing/2014/main" id="{9ABC980C-5EBA-E1FA-28E2-DFC203004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440" y="2846063"/>
              <a:ext cx="1382288" cy="839424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010FB2A-C787-1ED5-27C9-69AA10E6791F}"/>
                </a:ext>
              </a:extLst>
            </p:cNvPr>
            <p:cNvGrpSpPr/>
            <p:nvPr/>
          </p:nvGrpSpPr>
          <p:grpSpPr>
            <a:xfrm>
              <a:off x="3550241" y="3858321"/>
              <a:ext cx="2332624" cy="611957"/>
              <a:chOff x="9857526" y="4764003"/>
              <a:chExt cx="3166868" cy="745327"/>
            </a:xfrm>
          </p:grpSpPr>
          <p:pic>
            <p:nvPicPr>
              <p:cNvPr id="35" name="Picture 34" descr="A blue lines and dots&#10;&#10;Description automatically generated">
                <a:extLst>
                  <a:ext uri="{FF2B5EF4-FFF2-40B4-BE49-F238E27FC236}">
                    <a16:creationId xmlns:a16="http://schemas.microsoft.com/office/drawing/2014/main" id="{56788A13-39FE-186B-8C7B-7E3A5270C4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57526" y="4807004"/>
                <a:ext cx="1122171" cy="70232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37FDBCC-E58C-C5F7-401F-4E2599AD2403}"/>
                  </a:ext>
                </a:extLst>
              </p:cNvPr>
              <p:cNvSpPr txBox="1"/>
              <p:nvPr/>
            </p:nvSpPr>
            <p:spPr>
              <a:xfrm>
                <a:off x="10832010" y="4764003"/>
                <a:ext cx="2192384" cy="669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Salesforce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Einstein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22F1C8B-9AD9-234D-ADB9-C9517942EC5F}"/>
                </a:ext>
              </a:extLst>
            </p:cNvPr>
            <p:cNvGrpSpPr/>
            <p:nvPr/>
          </p:nvGrpSpPr>
          <p:grpSpPr>
            <a:xfrm>
              <a:off x="4193799" y="2921251"/>
              <a:ext cx="2053136" cy="660653"/>
              <a:chOff x="3087723" y="4575736"/>
              <a:chExt cx="2540115" cy="908569"/>
            </a:xfrm>
          </p:grpSpPr>
          <p:pic>
            <p:nvPicPr>
              <p:cNvPr id="33" name="Picture 32" descr="A blue and white brain with circuit board&#10;&#10;Description automatically generated">
                <a:extLst>
                  <a:ext uri="{FF2B5EF4-FFF2-40B4-BE49-F238E27FC236}">
                    <a16:creationId xmlns:a16="http://schemas.microsoft.com/office/drawing/2014/main" id="{8CD8F3DA-728F-1CD1-DCDC-55AFC3952C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87723" y="4575736"/>
                <a:ext cx="1849128" cy="908569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68615AF-3083-47E0-8C7C-0D3BC024BD10}"/>
                  </a:ext>
                </a:extLst>
              </p:cNvPr>
              <p:cNvSpPr txBox="1"/>
              <p:nvPr/>
            </p:nvSpPr>
            <p:spPr>
              <a:xfrm>
                <a:off x="4381443" y="4648369"/>
                <a:ext cx="1246395" cy="814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Amazon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Bedrock</a:t>
                </a:r>
              </a:p>
            </p:txBody>
          </p:sp>
        </p:grpSp>
        <p:pic>
          <p:nvPicPr>
            <p:cNvPr id="28" name="Picture 27" descr="A logo of a cloud&#10;&#10;Description automatically generated">
              <a:extLst>
                <a:ext uri="{FF2B5EF4-FFF2-40B4-BE49-F238E27FC236}">
                  <a16:creationId xmlns:a16="http://schemas.microsoft.com/office/drawing/2014/main" id="{A621F594-FC5E-5431-8C56-EF7F4000B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11149" y="2894205"/>
              <a:ext cx="1107070" cy="690629"/>
            </a:xfrm>
            <a:prstGeom prst="rect">
              <a:avLst/>
            </a:prstGeom>
          </p:spPr>
        </p:pic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FCC6CB3-FF41-1B09-74AA-928617F899B2}"/>
                </a:ext>
              </a:extLst>
            </p:cNvPr>
            <p:cNvSpPr/>
            <p:nvPr/>
          </p:nvSpPr>
          <p:spPr>
            <a:xfrm>
              <a:off x="5531432" y="3734259"/>
              <a:ext cx="1287903" cy="798048"/>
            </a:xfrm>
            <a:custGeom>
              <a:avLst/>
              <a:gdLst/>
              <a:ahLst/>
              <a:cxnLst/>
              <a:rect l="l" t="t" r="r" b="b"/>
              <a:pathLst>
                <a:path w="1694750" h="651827">
                  <a:moveTo>
                    <a:pt x="0" y="0"/>
                  </a:moveTo>
                  <a:lnTo>
                    <a:pt x="1694750" y="0"/>
                  </a:lnTo>
                  <a:lnTo>
                    <a:pt x="1694750" y="651827"/>
                  </a:lnTo>
                  <a:lnTo>
                    <a:pt x="0" y="651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7452FE6-D6F7-70B7-F9C9-9FF47F381CA8}"/>
                </a:ext>
              </a:extLst>
            </p:cNvPr>
            <p:cNvGrpSpPr/>
            <p:nvPr/>
          </p:nvGrpSpPr>
          <p:grpSpPr>
            <a:xfrm>
              <a:off x="7696277" y="2977453"/>
              <a:ext cx="3593927" cy="1369792"/>
              <a:chOff x="7696277" y="2977453"/>
              <a:chExt cx="3593927" cy="1369792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E048EB3-FE7B-C525-E685-1BABDBF84BDA}"/>
                  </a:ext>
                </a:extLst>
              </p:cNvPr>
              <p:cNvSpPr txBox="1"/>
              <p:nvPr/>
            </p:nvSpPr>
            <p:spPr>
              <a:xfrm>
                <a:off x="8713100" y="3199012"/>
                <a:ext cx="2577104" cy="972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haroni" panose="02010803020104030203" pitchFamily="2" charset="-79"/>
                    <a:ea typeface="+mn-ea"/>
                    <a:cs typeface="Aharoni" panose="02010803020104030203" pitchFamily="2" charset="-79"/>
                  </a:rPr>
                  <a:t>Inhouse Generative AI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haroni" panose="02010803020104030203" pitchFamily="2" charset="-79"/>
                    <a:ea typeface="+mn-ea"/>
                    <a:cs typeface="Aharoni" panose="02010803020104030203" pitchFamily="2" charset="-79"/>
                  </a:rPr>
                  <a:t>Certification Courses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rPr>
                  <a:t>Gen AI 101, 201, 301       </a:t>
                </a:r>
              </a:p>
            </p:txBody>
          </p:sp>
          <p:pic>
            <p:nvPicPr>
              <p:cNvPr id="32" name="Picture 31" descr="A robot thinking with a glowing brain&#10;&#10;Description automatically generated with medium confidence">
                <a:extLst>
                  <a:ext uri="{FF2B5EF4-FFF2-40B4-BE49-F238E27FC236}">
                    <a16:creationId xmlns:a16="http://schemas.microsoft.com/office/drawing/2014/main" id="{5EF045CE-6A61-D2D8-2377-93187CCE25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6277" y="2977453"/>
                <a:ext cx="958467" cy="1369792"/>
              </a:xfrm>
              <a:prstGeom prst="rect">
                <a:avLst/>
              </a:prstGeom>
            </p:spPr>
          </p:pic>
        </p:grpSp>
      </p:grpSp>
      <p:pic>
        <p:nvPicPr>
          <p:cNvPr id="37" name="Picture 36" descr="A white line drawing of a human head with a light bulb and brain inside&#10;&#10;Description automatically generated">
            <a:extLst>
              <a:ext uri="{FF2B5EF4-FFF2-40B4-BE49-F238E27FC236}">
                <a16:creationId xmlns:a16="http://schemas.microsoft.com/office/drawing/2014/main" id="{B7D75CAB-FDC3-8C3C-74A5-E62846F41142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466" y="2085434"/>
            <a:ext cx="466450" cy="418572"/>
          </a:xfrm>
          <a:prstGeom prst="rect">
            <a:avLst/>
          </a:prstGeom>
        </p:spPr>
      </p:pic>
      <p:pic>
        <p:nvPicPr>
          <p:cNvPr id="38" name="Picture 37" descr="A light bulb with a gear inside&#10;&#10;Description automatically generated">
            <a:extLst>
              <a:ext uri="{FF2B5EF4-FFF2-40B4-BE49-F238E27FC236}">
                <a16:creationId xmlns:a16="http://schemas.microsoft.com/office/drawing/2014/main" id="{298C3782-D92A-315A-28AE-DB4CABFD80F5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077" y="2055102"/>
            <a:ext cx="522691" cy="500727"/>
          </a:xfrm>
          <a:prstGeom prst="rect">
            <a:avLst/>
          </a:prstGeom>
        </p:spPr>
      </p:pic>
      <p:pic>
        <p:nvPicPr>
          <p:cNvPr id="39" name="Picture 38" descr="A white line drawing of a computer screen with gears&#10;&#10;Description automatically generated">
            <a:extLst>
              <a:ext uri="{FF2B5EF4-FFF2-40B4-BE49-F238E27FC236}">
                <a16:creationId xmlns:a16="http://schemas.microsoft.com/office/drawing/2014/main" id="{B6428DB2-3B79-A507-B502-9AD0FC17F79C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343" y="2099949"/>
            <a:ext cx="526951" cy="500727"/>
          </a:xfrm>
          <a:prstGeom prst="rect">
            <a:avLst/>
          </a:prstGeom>
        </p:spPr>
      </p:pic>
      <p:pic>
        <p:nvPicPr>
          <p:cNvPr id="40" name="Picture 39" descr="A group of people with a star above them&#10;&#10;Description automatically generated">
            <a:extLst>
              <a:ext uri="{FF2B5EF4-FFF2-40B4-BE49-F238E27FC236}">
                <a16:creationId xmlns:a16="http://schemas.microsoft.com/office/drawing/2014/main" id="{24B918B4-6AF4-4F79-8FCE-52FC92B884C3}"/>
              </a:ext>
            </a:extLst>
          </p:cNvPr>
          <p:cNvPicPr>
            <a:picLocks noChangeAspect="1"/>
          </p:cNvPicPr>
          <p:nvPr/>
        </p:nvPicPr>
        <p:blipFill>
          <a:blip r:embed="rId15">
            <a:biLevel thresh="7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825" y="1998403"/>
            <a:ext cx="617735" cy="592630"/>
          </a:xfrm>
          <a:prstGeom prst="rect">
            <a:avLst/>
          </a:prstGeom>
        </p:spPr>
      </p:pic>
      <p:pic>
        <p:nvPicPr>
          <p:cNvPr id="5" name="Picture 4" descr="Company Update: 4 August 2021 – Infineon Technologies (IFNNY US) • KGI  Research Singapore">
            <a:extLst>
              <a:ext uri="{FF2B5EF4-FFF2-40B4-BE49-F238E27FC236}">
                <a16:creationId xmlns:a16="http://schemas.microsoft.com/office/drawing/2014/main" id="{0573A83F-4CB3-6D91-9A88-4171DD226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9464" y="-258383"/>
            <a:ext cx="1112084" cy="111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0FF1E03-30E5-B90B-F84C-D0A7BABF05CE}"/>
              </a:ext>
            </a:extLst>
          </p:cNvPr>
          <p:cNvCxnSpPr/>
          <p:nvPr/>
        </p:nvCxnSpPr>
        <p:spPr>
          <a:xfrm flipV="1">
            <a:off x="10438095" y="49840"/>
            <a:ext cx="0" cy="457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496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774D0-59F1-DC1D-9593-E0855995A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838434D1-60F4-091C-F403-57F82CE7DC24}"/>
              </a:ext>
            </a:extLst>
          </p:cNvPr>
          <p:cNvSpPr txBox="1">
            <a:spLocks/>
          </p:cNvSpPr>
          <p:nvPr/>
        </p:nvSpPr>
        <p:spPr>
          <a:xfrm>
            <a:off x="0" y="-1271"/>
            <a:ext cx="9144476" cy="4462781"/>
          </a:xfrm>
          <a:custGeom>
            <a:avLst/>
            <a:gdLst>
              <a:gd name="connsiteX0" fmla="*/ 0 w 9144000"/>
              <a:gd name="connsiteY0" fmla="*/ 0 h 4442826"/>
              <a:gd name="connsiteX1" fmla="*/ 9144000 w 9144000"/>
              <a:gd name="connsiteY1" fmla="*/ 0 h 4442826"/>
              <a:gd name="connsiteX2" fmla="*/ 9144000 w 9144000"/>
              <a:gd name="connsiteY2" fmla="*/ 4442826 h 4442826"/>
              <a:gd name="connsiteX3" fmla="*/ 0 w 9144000"/>
              <a:gd name="connsiteY3" fmla="*/ 4442826 h 4442826"/>
              <a:gd name="connsiteX4" fmla="*/ 0 w 9144000"/>
              <a:gd name="connsiteY4" fmla="*/ 0 h 444282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0 w 9151620"/>
              <a:gd name="connsiteY3" fmla="*/ 4442826 h 4458066"/>
              <a:gd name="connsiteX4" fmla="*/ 0 w 9151620"/>
              <a:gd name="connsiteY4" fmla="*/ 0 h 445806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8991600 w 9151620"/>
              <a:gd name="connsiteY3" fmla="*/ 4443731 h 4458066"/>
              <a:gd name="connsiteX4" fmla="*/ 0 w 9151620"/>
              <a:gd name="connsiteY4" fmla="*/ 4442826 h 4458066"/>
              <a:gd name="connsiteX5" fmla="*/ 0 w 9151620"/>
              <a:gd name="connsiteY5" fmla="*/ 0 h 445806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8991600 w 9151620"/>
              <a:gd name="connsiteY3" fmla="*/ 4443731 h 4458066"/>
              <a:gd name="connsiteX4" fmla="*/ 7551420 w 9151620"/>
              <a:gd name="connsiteY4" fmla="*/ 4436111 h 4458066"/>
              <a:gd name="connsiteX5" fmla="*/ 0 w 9151620"/>
              <a:gd name="connsiteY5" fmla="*/ 4442826 h 4458066"/>
              <a:gd name="connsiteX6" fmla="*/ 0 w 9151620"/>
              <a:gd name="connsiteY6" fmla="*/ 0 h 445806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8991600 w 9151620"/>
              <a:gd name="connsiteY3" fmla="*/ 4443731 h 4458066"/>
              <a:gd name="connsiteX4" fmla="*/ 8282940 w 9151620"/>
              <a:gd name="connsiteY4" fmla="*/ 4436111 h 4458066"/>
              <a:gd name="connsiteX5" fmla="*/ 7551420 w 9151620"/>
              <a:gd name="connsiteY5" fmla="*/ 4436111 h 4458066"/>
              <a:gd name="connsiteX6" fmla="*/ 0 w 9151620"/>
              <a:gd name="connsiteY6" fmla="*/ 4442826 h 4458066"/>
              <a:gd name="connsiteX7" fmla="*/ 0 w 9151620"/>
              <a:gd name="connsiteY7" fmla="*/ 0 h 4458066"/>
              <a:gd name="connsiteX0" fmla="*/ 0 w 9151620"/>
              <a:gd name="connsiteY0" fmla="*/ 0 h 4458066"/>
              <a:gd name="connsiteX1" fmla="*/ 9144000 w 9151620"/>
              <a:gd name="connsiteY1" fmla="*/ 0 h 4458066"/>
              <a:gd name="connsiteX2" fmla="*/ 9151620 w 9151620"/>
              <a:gd name="connsiteY2" fmla="*/ 4458066 h 4458066"/>
              <a:gd name="connsiteX3" fmla="*/ 8991600 w 9151620"/>
              <a:gd name="connsiteY3" fmla="*/ 4443731 h 4458066"/>
              <a:gd name="connsiteX4" fmla="*/ 8260080 w 9151620"/>
              <a:gd name="connsiteY4" fmla="*/ 4306571 h 4458066"/>
              <a:gd name="connsiteX5" fmla="*/ 7551420 w 9151620"/>
              <a:gd name="connsiteY5" fmla="*/ 4436111 h 4458066"/>
              <a:gd name="connsiteX6" fmla="*/ 0 w 9151620"/>
              <a:gd name="connsiteY6" fmla="*/ 4442826 h 4458066"/>
              <a:gd name="connsiteX7" fmla="*/ 0 w 9151620"/>
              <a:gd name="connsiteY7" fmla="*/ 0 h 4458066"/>
              <a:gd name="connsiteX0" fmla="*/ 0 w 9151620"/>
              <a:gd name="connsiteY0" fmla="*/ 0 h 4462781"/>
              <a:gd name="connsiteX1" fmla="*/ 9144000 w 9151620"/>
              <a:gd name="connsiteY1" fmla="*/ 0 h 4462781"/>
              <a:gd name="connsiteX2" fmla="*/ 9151620 w 9151620"/>
              <a:gd name="connsiteY2" fmla="*/ 4458066 h 4462781"/>
              <a:gd name="connsiteX3" fmla="*/ 8941594 w 9151620"/>
              <a:gd name="connsiteY3" fmla="*/ 4462781 h 4462781"/>
              <a:gd name="connsiteX4" fmla="*/ 8260080 w 9151620"/>
              <a:gd name="connsiteY4" fmla="*/ 4306571 h 4462781"/>
              <a:gd name="connsiteX5" fmla="*/ 7551420 w 9151620"/>
              <a:gd name="connsiteY5" fmla="*/ 4436111 h 4462781"/>
              <a:gd name="connsiteX6" fmla="*/ 0 w 9151620"/>
              <a:gd name="connsiteY6" fmla="*/ 4442826 h 4462781"/>
              <a:gd name="connsiteX7" fmla="*/ 0 w 9151620"/>
              <a:gd name="connsiteY7" fmla="*/ 0 h 4462781"/>
              <a:gd name="connsiteX0" fmla="*/ 0 w 9151620"/>
              <a:gd name="connsiteY0" fmla="*/ 0 h 4462781"/>
              <a:gd name="connsiteX1" fmla="*/ 9144000 w 9151620"/>
              <a:gd name="connsiteY1" fmla="*/ 0 h 4462781"/>
              <a:gd name="connsiteX2" fmla="*/ 9151620 w 9151620"/>
              <a:gd name="connsiteY2" fmla="*/ 4458066 h 4462781"/>
              <a:gd name="connsiteX3" fmla="*/ 8941594 w 9151620"/>
              <a:gd name="connsiteY3" fmla="*/ 4462781 h 4462781"/>
              <a:gd name="connsiteX4" fmla="*/ 8260080 w 9151620"/>
              <a:gd name="connsiteY4" fmla="*/ 4306571 h 4462781"/>
              <a:gd name="connsiteX5" fmla="*/ 7556182 w 9151620"/>
              <a:gd name="connsiteY5" fmla="*/ 4462304 h 4462781"/>
              <a:gd name="connsiteX6" fmla="*/ 0 w 9151620"/>
              <a:gd name="connsiteY6" fmla="*/ 4442826 h 4462781"/>
              <a:gd name="connsiteX7" fmla="*/ 0 w 9151620"/>
              <a:gd name="connsiteY7" fmla="*/ 0 h 4462781"/>
              <a:gd name="connsiteX0" fmla="*/ 0 w 9144476"/>
              <a:gd name="connsiteY0" fmla="*/ 0 h 4462781"/>
              <a:gd name="connsiteX1" fmla="*/ 9144000 w 9144476"/>
              <a:gd name="connsiteY1" fmla="*/ 0 h 4462781"/>
              <a:gd name="connsiteX2" fmla="*/ 9144476 w 9144476"/>
              <a:gd name="connsiteY2" fmla="*/ 4458066 h 4462781"/>
              <a:gd name="connsiteX3" fmla="*/ 8941594 w 9144476"/>
              <a:gd name="connsiteY3" fmla="*/ 4462781 h 4462781"/>
              <a:gd name="connsiteX4" fmla="*/ 8260080 w 9144476"/>
              <a:gd name="connsiteY4" fmla="*/ 4306571 h 4462781"/>
              <a:gd name="connsiteX5" fmla="*/ 7556182 w 9144476"/>
              <a:gd name="connsiteY5" fmla="*/ 4462304 h 4462781"/>
              <a:gd name="connsiteX6" fmla="*/ 0 w 9144476"/>
              <a:gd name="connsiteY6" fmla="*/ 4442826 h 4462781"/>
              <a:gd name="connsiteX7" fmla="*/ 0 w 9144476"/>
              <a:gd name="connsiteY7" fmla="*/ 0 h 4462781"/>
              <a:gd name="connsiteX0" fmla="*/ 0 w 9144476"/>
              <a:gd name="connsiteY0" fmla="*/ 0 h 4462781"/>
              <a:gd name="connsiteX1" fmla="*/ 9144000 w 9144476"/>
              <a:gd name="connsiteY1" fmla="*/ 0 h 4462781"/>
              <a:gd name="connsiteX2" fmla="*/ 9144476 w 9144476"/>
              <a:gd name="connsiteY2" fmla="*/ 4458066 h 4462781"/>
              <a:gd name="connsiteX3" fmla="*/ 8941594 w 9144476"/>
              <a:gd name="connsiteY3" fmla="*/ 4462781 h 4462781"/>
              <a:gd name="connsiteX4" fmla="*/ 8260080 w 9144476"/>
              <a:gd name="connsiteY4" fmla="*/ 4306571 h 4462781"/>
              <a:gd name="connsiteX5" fmla="*/ 7541895 w 9144476"/>
              <a:gd name="connsiteY5" fmla="*/ 4452779 h 4462781"/>
              <a:gd name="connsiteX6" fmla="*/ 0 w 9144476"/>
              <a:gd name="connsiteY6" fmla="*/ 4442826 h 4462781"/>
              <a:gd name="connsiteX7" fmla="*/ 0 w 9144476"/>
              <a:gd name="connsiteY7" fmla="*/ 0 h 4462781"/>
              <a:gd name="connsiteX0" fmla="*/ 0 w 9144476"/>
              <a:gd name="connsiteY0" fmla="*/ 0 h 4462781"/>
              <a:gd name="connsiteX1" fmla="*/ 9144000 w 9144476"/>
              <a:gd name="connsiteY1" fmla="*/ 0 h 4462781"/>
              <a:gd name="connsiteX2" fmla="*/ 9144476 w 9144476"/>
              <a:gd name="connsiteY2" fmla="*/ 4458066 h 4462781"/>
              <a:gd name="connsiteX3" fmla="*/ 8953500 w 9144476"/>
              <a:gd name="connsiteY3" fmla="*/ 4462781 h 4462781"/>
              <a:gd name="connsiteX4" fmla="*/ 8260080 w 9144476"/>
              <a:gd name="connsiteY4" fmla="*/ 4306571 h 4462781"/>
              <a:gd name="connsiteX5" fmla="*/ 7541895 w 9144476"/>
              <a:gd name="connsiteY5" fmla="*/ 4452779 h 4462781"/>
              <a:gd name="connsiteX6" fmla="*/ 0 w 9144476"/>
              <a:gd name="connsiteY6" fmla="*/ 4442826 h 4462781"/>
              <a:gd name="connsiteX7" fmla="*/ 0 w 9144476"/>
              <a:gd name="connsiteY7" fmla="*/ 0 h 4462781"/>
              <a:gd name="connsiteX0" fmla="*/ 0 w 9144476"/>
              <a:gd name="connsiteY0" fmla="*/ 0 h 4462781"/>
              <a:gd name="connsiteX1" fmla="*/ 9144000 w 9144476"/>
              <a:gd name="connsiteY1" fmla="*/ 0 h 4462781"/>
              <a:gd name="connsiteX2" fmla="*/ 9144476 w 9144476"/>
              <a:gd name="connsiteY2" fmla="*/ 4458066 h 4462781"/>
              <a:gd name="connsiteX3" fmla="*/ 8953500 w 9144476"/>
              <a:gd name="connsiteY3" fmla="*/ 4462781 h 4462781"/>
              <a:gd name="connsiteX4" fmla="*/ 8260080 w 9144476"/>
              <a:gd name="connsiteY4" fmla="*/ 4306571 h 4462781"/>
              <a:gd name="connsiteX5" fmla="*/ 7551131 w 9144476"/>
              <a:gd name="connsiteY5" fmla="*/ 4462015 h 4462781"/>
              <a:gd name="connsiteX6" fmla="*/ 0 w 9144476"/>
              <a:gd name="connsiteY6" fmla="*/ 4442826 h 4462781"/>
              <a:gd name="connsiteX7" fmla="*/ 0 w 9144476"/>
              <a:gd name="connsiteY7" fmla="*/ 0 h 4462781"/>
              <a:gd name="connsiteX0" fmla="*/ 0 w 9144476"/>
              <a:gd name="connsiteY0" fmla="*/ 0 h 4462781"/>
              <a:gd name="connsiteX1" fmla="*/ 9144000 w 9144476"/>
              <a:gd name="connsiteY1" fmla="*/ 0 h 4462781"/>
              <a:gd name="connsiteX2" fmla="*/ 9144476 w 9144476"/>
              <a:gd name="connsiteY2" fmla="*/ 4458066 h 4462781"/>
              <a:gd name="connsiteX3" fmla="*/ 8953500 w 9144476"/>
              <a:gd name="connsiteY3" fmla="*/ 4462781 h 4462781"/>
              <a:gd name="connsiteX4" fmla="*/ 8260080 w 9144476"/>
              <a:gd name="connsiteY4" fmla="*/ 4306571 h 4462781"/>
              <a:gd name="connsiteX5" fmla="*/ 7551131 w 9144476"/>
              <a:gd name="connsiteY5" fmla="*/ 4462015 h 4462781"/>
              <a:gd name="connsiteX6" fmla="*/ 18473 w 9144476"/>
              <a:gd name="connsiteY6" fmla="*/ 4461299 h 4462781"/>
              <a:gd name="connsiteX7" fmla="*/ 0 w 9144476"/>
              <a:gd name="connsiteY7" fmla="*/ 0 h 4462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476" h="4462781">
                <a:moveTo>
                  <a:pt x="0" y="0"/>
                </a:moveTo>
                <a:lnTo>
                  <a:pt x="9144000" y="0"/>
                </a:lnTo>
                <a:cubicBezTo>
                  <a:pt x="9144159" y="1486022"/>
                  <a:pt x="9144317" y="2972044"/>
                  <a:pt x="9144476" y="4458066"/>
                </a:cubicBezTo>
                <a:lnTo>
                  <a:pt x="8953500" y="4462781"/>
                </a:lnTo>
                <a:lnTo>
                  <a:pt x="8260080" y="4306571"/>
                </a:lnTo>
                <a:lnTo>
                  <a:pt x="7551131" y="4462015"/>
                </a:lnTo>
                <a:lnTo>
                  <a:pt x="18473" y="4461299"/>
                </a:lnTo>
                <a:cubicBezTo>
                  <a:pt x="12315" y="2974199"/>
                  <a:pt x="6158" y="1487100"/>
                  <a:pt x="0" y="0"/>
                </a:cubicBezTo>
                <a:close/>
              </a:path>
            </a:pathLst>
          </a:custGeom>
          <a:noFill/>
        </p:spPr>
        <p:txBody>
          <a:bodyPr/>
          <a:lstStyle>
            <a:lvl1pPr marL="1143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</a:t>
            </a:r>
            <a:endParaRPr kumimoji="0" lang="en-AU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B5A6AF-71FA-0576-7F4F-57FD1BA99C5B}"/>
              </a:ext>
            </a:extLst>
          </p:cNvPr>
          <p:cNvGrpSpPr/>
          <p:nvPr/>
        </p:nvGrpSpPr>
        <p:grpSpPr>
          <a:xfrm>
            <a:off x="-10160" y="6350000"/>
            <a:ext cx="12202160" cy="508000"/>
            <a:chOff x="-10160" y="6350000"/>
            <a:chExt cx="12202160" cy="508000"/>
          </a:xfr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</a:gra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075E66-2EC0-C410-B5C2-F959CA230467}"/>
                </a:ext>
              </a:extLst>
            </p:cNvPr>
            <p:cNvGrpSpPr/>
            <p:nvPr/>
          </p:nvGrpSpPr>
          <p:grpSpPr>
            <a:xfrm>
              <a:off x="-10160" y="6350000"/>
              <a:ext cx="12202160" cy="508000"/>
              <a:chOff x="-10160" y="6299200"/>
              <a:chExt cx="12202160" cy="558800"/>
            </a:xfrm>
            <a:grpFill/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D4174C4D-49E3-84B1-5815-3770020C6D02}"/>
                  </a:ext>
                </a:extLst>
              </p:cNvPr>
              <p:cNvSpPr/>
              <p:nvPr/>
            </p:nvSpPr>
            <p:spPr>
              <a:xfrm>
                <a:off x="-10160" y="6299200"/>
                <a:ext cx="12202160" cy="558800"/>
              </a:xfrm>
              <a:custGeom>
                <a:avLst/>
                <a:gdLst>
                  <a:gd name="connsiteX0" fmla="*/ 0 w 9144000"/>
                  <a:gd name="connsiteY0" fmla="*/ 857250 h 857250"/>
                  <a:gd name="connsiteX1" fmla="*/ 0 w 9144000"/>
                  <a:gd name="connsiteY1" fmla="*/ 149828 h 857250"/>
                  <a:gd name="connsiteX2" fmla="*/ 7540609 w 9144000"/>
                  <a:gd name="connsiteY2" fmla="*/ 149828 h 857250"/>
                  <a:gd name="connsiteX3" fmla="*/ 8245698 w 9144000"/>
                  <a:gd name="connsiteY3" fmla="*/ 0 h 857250"/>
                  <a:gd name="connsiteX4" fmla="*/ 8933831 w 9144000"/>
                  <a:gd name="connsiteY4" fmla="*/ 149828 h 857250"/>
                  <a:gd name="connsiteX5" fmla="*/ 9144000 w 9144000"/>
                  <a:gd name="connsiteY5" fmla="*/ 149828 h 857250"/>
                  <a:gd name="connsiteX6" fmla="*/ 9144000 w 9144000"/>
                  <a:gd name="connsiteY6" fmla="*/ 857250 h 857250"/>
                  <a:gd name="connsiteX7" fmla="*/ 0 w 9144000"/>
                  <a:gd name="connsiteY7" fmla="*/ 857250 h 85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4000" h="857250">
                    <a:moveTo>
                      <a:pt x="0" y="857250"/>
                    </a:moveTo>
                    <a:lnTo>
                      <a:pt x="0" y="149828"/>
                    </a:lnTo>
                    <a:lnTo>
                      <a:pt x="7540609" y="149828"/>
                    </a:lnTo>
                    <a:lnTo>
                      <a:pt x="8245698" y="0"/>
                    </a:lnTo>
                    <a:lnTo>
                      <a:pt x="8933831" y="149828"/>
                    </a:lnTo>
                    <a:lnTo>
                      <a:pt x="9144000" y="149828"/>
                    </a:lnTo>
                    <a:lnTo>
                      <a:pt x="9144000" y="857250"/>
                    </a:lnTo>
                    <a:lnTo>
                      <a:pt x="0" y="857250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C2CAF506-A0E2-D8E0-E67F-7E01F2AD57F1}"/>
                  </a:ext>
                </a:extLst>
              </p:cNvPr>
              <p:cNvSpPr/>
              <p:nvPr/>
            </p:nvSpPr>
            <p:spPr>
              <a:xfrm>
                <a:off x="10281920" y="6418580"/>
                <a:ext cx="1350024" cy="339967"/>
              </a:xfrm>
              <a:custGeom>
                <a:avLst/>
                <a:gdLst>
                  <a:gd name="connsiteX0" fmla="*/ 718995 w 1246536"/>
                  <a:gd name="connsiteY0" fmla="*/ 0 h 285083"/>
                  <a:gd name="connsiteX1" fmla="*/ 769239 w 1246536"/>
                  <a:gd name="connsiteY1" fmla="*/ 10668 h 285083"/>
                  <a:gd name="connsiteX2" fmla="*/ 842391 w 1246536"/>
                  <a:gd name="connsiteY2" fmla="*/ 94726 h 285083"/>
                  <a:gd name="connsiteX3" fmla="*/ 769239 w 1246536"/>
                  <a:gd name="connsiteY3" fmla="*/ 147876 h 285083"/>
                  <a:gd name="connsiteX4" fmla="*/ 718995 w 1246536"/>
                  <a:gd name="connsiteY4" fmla="*/ 137208 h 285083"/>
                  <a:gd name="connsiteX5" fmla="*/ 718995 w 1246536"/>
                  <a:gd name="connsiteY5" fmla="*/ 48 h 285083"/>
                  <a:gd name="connsiteX6" fmla="*/ 769239 w 1246536"/>
                  <a:gd name="connsiteY6" fmla="*/ 116729 h 285083"/>
                  <a:gd name="connsiteX7" fmla="*/ 808530 w 1246536"/>
                  <a:gd name="connsiteY7" fmla="*/ 87535 h 285083"/>
                  <a:gd name="connsiteX8" fmla="*/ 769239 w 1246536"/>
                  <a:gd name="connsiteY8" fmla="*/ 41624 h 285083"/>
                  <a:gd name="connsiteX9" fmla="*/ 752856 w 1246536"/>
                  <a:gd name="connsiteY9" fmla="*/ 38148 h 285083"/>
                  <a:gd name="connsiteX10" fmla="*/ 752856 w 1246536"/>
                  <a:gd name="connsiteY10" fmla="*/ 113252 h 285083"/>
                  <a:gd name="connsiteX11" fmla="*/ 769239 w 1246536"/>
                  <a:gd name="connsiteY11" fmla="*/ 116729 h 285083"/>
                  <a:gd name="connsiteX12" fmla="*/ 947024 w 1246536"/>
                  <a:gd name="connsiteY12" fmla="*/ 48482 h 285083"/>
                  <a:gd name="connsiteX13" fmla="*/ 947024 w 1246536"/>
                  <a:gd name="connsiteY13" fmla="*/ 79391 h 285083"/>
                  <a:gd name="connsiteX14" fmla="*/ 917067 w 1246536"/>
                  <a:gd name="connsiteY14" fmla="*/ 73009 h 285083"/>
                  <a:gd name="connsiteX15" fmla="*/ 917067 w 1246536"/>
                  <a:gd name="connsiteY15" fmla="*/ 148114 h 285083"/>
                  <a:gd name="connsiteX16" fmla="*/ 947024 w 1246536"/>
                  <a:gd name="connsiteY16" fmla="*/ 154496 h 285083"/>
                  <a:gd name="connsiteX17" fmla="*/ 947024 w 1246536"/>
                  <a:gd name="connsiteY17" fmla="*/ 185642 h 285083"/>
                  <a:gd name="connsiteX18" fmla="*/ 853393 w 1246536"/>
                  <a:gd name="connsiteY18" fmla="*/ 165735 h 285083"/>
                  <a:gd name="connsiteX19" fmla="*/ 853393 w 1246536"/>
                  <a:gd name="connsiteY19" fmla="*/ 134588 h 285083"/>
                  <a:gd name="connsiteX20" fmla="*/ 883349 w 1246536"/>
                  <a:gd name="connsiteY20" fmla="*/ 140970 h 285083"/>
                  <a:gd name="connsiteX21" fmla="*/ 883349 w 1246536"/>
                  <a:gd name="connsiteY21" fmla="*/ 65865 h 285083"/>
                  <a:gd name="connsiteX22" fmla="*/ 853393 w 1246536"/>
                  <a:gd name="connsiteY22" fmla="*/ 59484 h 285083"/>
                  <a:gd name="connsiteX23" fmla="*/ 853393 w 1246536"/>
                  <a:gd name="connsiteY23" fmla="*/ 28575 h 285083"/>
                  <a:gd name="connsiteX24" fmla="*/ 947024 w 1246536"/>
                  <a:gd name="connsiteY24" fmla="*/ 48482 h 285083"/>
                  <a:gd name="connsiteX25" fmla="*/ 1026319 w 1246536"/>
                  <a:gd name="connsiteY25" fmla="*/ 62627 h 285083"/>
                  <a:gd name="connsiteX26" fmla="*/ 1094994 w 1246536"/>
                  <a:gd name="connsiteY26" fmla="*/ 148447 h 285083"/>
                  <a:gd name="connsiteX27" fmla="*/ 1026319 w 1246536"/>
                  <a:gd name="connsiteY27" fmla="*/ 205264 h 285083"/>
                  <a:gd name="connsiteX28" fmla="*/ 957263 w 1246536"/>
                  <a:gd name="connsiteY28" fmla="*/ 119205 h 285083"/>
                  <a:gd name="connsiteX29" fmla="*/ 1026319 w 1246536"/>
                  <a:gd name="connsiteY29" fmla="*/ 62675 h 285083"/>
                  <a:gd name="connsiteX30" fmla="*/ 1026319 w 1246536"/>
                  <a:gd name="connsiteY30" fmla="*/ 173117 h 285083"/>
                  <a:gd name="connsiteX31" fmla="*/ 1060180 w 1246536"/>
                  <a:gd name="connsiteY31" fmla="*/ 141018 h 285083"/>
                  <a:gd name="connsiteX32" fmla="*/ 1026319 w 1246536"/>
                  <a:gd name="connsiteY32" fmla="*/ 94726 h 285083"/>
                  <a:gd name="connsiteX33" fmla="*/ 992267 w 1246536"/>
                  <a:gd name="connsiteY33" fmla="*/ 126587 h 285083"/>
                  <a:gd name="connsiteX34" fmla="*/ 1026319 w 1246536"/>
                  <a:gd name="connsiteY34" fmla="*/ 173117 h 285083"/>
                  <a:gd name="connsiteX35" fmla="*/ 1111949 w 1246536"/>
                  <a:gd name="connsiteY35" fmla="*/ 83534 h 285083"/>
                  <a:gd name="connsiteX36" fmla="*/ 1175814 w 1246536"/>
                  <a:gd name="connsiteY36" fmla="*/ 97107 h 285083"/>
                  <a:gd name="connsiteX37" fmla="*/ 1212675 w 1246536"/>
                  <a:gd name="connsiteY37" fmla="*/ 230791 h 285083"/>
                  <a:gd name="connsiteX38" fmla="*/ 1212675 w 1246536"/>
                  <a:gd name="connsiteY38" fmla="*/ 104918 h 285083"/>
                  <a:gd name="connsiteX39" fmla="*/ 1246537 w 1246536"/>
                  <a:gd name="connsiteY39" fmla="*/ 112109 h 285083"/>
                  <a:gd name="connsiteX40" fmla="*/ 1246537 w 1246536"/>
                  <a:gd name="connsiteY40" fmla="*/ 249269 h 285083"/>
                  <a:gd name="connsiteX41" fmla="*/ 1182672 w 1246536"/>
                  <a:gd name="connsiteY41" fmla="*/ 235696 h 285083"/>
                  <a:gd name="connsiteX42" fmla="*/ 1145810 w 1246536"/>
                  <a:gd name="connsiteY42" fmla="*/ 102013 h 285083"/>
                  <a:gd name="connsiteX43" fmla="*/ 1145810 w 1246536"/>
                  <a:gd name="connsiteY43" fmla="*/ 227886 h 285083"/>
                  <a:gd name="connsiteX44" fmla="*/ 1111949 w 1246536"/>
                  <a:gd name="connsiteY44" fmla="*/ 220694 h 285083"/>
                  <a:gd name="connsiteX45" fmla="*/ 1111949 w 1246536"/>
                  <a:gd name="connsiteY45" fmla="*/ 83534 h 285083"/>
                  <a:gd name="connsiteX46" fmla="*/ 42101 w 1246536"/>
                  <a:gd name="connsiteY46" fmla="*/ 138970 h 285083"/>
                  <a:gd name="connsiteX47" fmla="*/ 104108 w 1246536"/>
                  <a:gd name="connsiteY47" fmla="*/ 125778 h 285083"/>
                  <a:gd name="connsiteX48" fmla="*/ 145971 w 1246536"/>
                  <a:gd name="connsiteY48" fmla="*/ 254032 h 285083"/>
                  <a:gd name="connsiteX49" fmla="*/ 110061 w 1246536"/>
                  <a:gd name="connsiteY49" fmla="*/ 261652 h 285083"/>
                  <a:gd name="connsiteX50" fmla="*/ 97774 w 1246536"/>
                  <a:gd name="connsiteY50" fmla="*/ 222837 h 285083"/>
                  <a:gd name="connsiteX51" fmla="*/ 47863 w 1246536"/>
                  <a:gd name="connsiteY51" fmla="*/ 233458 h 285083"/>
                  <a:gd name="connsiteX52" fmla="*/ 35576 w 1246536"/>
                  <a:gd name="connsiteY52" fmla="*/ 277511 h 285083"/>
                  <a:gd name="connsiteX53" fmla="*/ 0 w 1246536"/>
                  <a:gd name="connsiteY53" fmla="*/ 285083 h 285083"/>
                  <a:gd name="connsiteX54" fmla="*/ 42053 w 1246536"/>
                  <a:gd name="connsiteY54" fmla="*/ 138970 h 285083"/>
                  <a:gd name="connsiteX55" fmla="*/ 88440 w 1246536"/>
                  <a:gd name="connsiteY55" fmla="*/ 193929 h 285083"/>
                  <a:gd name="connsiteX56" fmla="*/ 72819 w 1246536"/>
                  <a:gd name="connsiteY56" fmla="*/ 144923 h 285083"/>
                  <a:gd name="connsiteX57" fmla="*/ 57198 w 1246536"/>
                  <a:gd name="connsiteY57" fmla="*/ 200597 h 285083"/>
                  <a:gd name="connsiteX58" fmla="*/ 88488 w 1246536"/>
                  <a:gd name="connsiteY58" fmla="*/ 193929 h 285083"/>
                  <a:gd name="connsiteX59" fmla="*/ 214646 w 1246536"/>
                  <a:gd name="connsiteY59" fmla="*/ 242173 h 285083"/>
                  <a:gd name="connsiteX60" fmla="*/ 148733 w 1246536"/>
                  <a:gd name="connsiteY60" fmla="*/ 199930 h 285083"/>
                  <a:gd name="connsiteX61" fmla="*/ 183738 w 1246536"/>
                  <a:gd name="connsiteY61" fmla="*/ 192500 h 285083"/>
                  <a:gd name="connsiteX62" fmla="*/ 215408 w 1246536"/>
                  <a:gd name="connsiteY62" fmla="*/ 212408 h 285083"/>
                  <a:gd name="connsiteX63" fmla="*/ 239030 w 1246536"/>
                  <a:gd name="connsiteY63" fmla="*/ 195310 h 285083"/>
                  <a:gd name="connsiteX64" fmla="*/ 227886 w 1246536"/>
                  <a:gd name="connsiteY64" fmla="*/ 187166 h 285083"/>
                  <a:gd name="connsiteX65" fmla="*/ 183975 w 1246536"/>
                  <a:gd name="connsiteY65" fmla="*/ 184452 h 285083"/>
                  <a:gd name="connsiteX66" fmla="*/ 154210 w 1246536"/>
                  <a:gd name="connsiteY66" fmla="*/ 153210 h 285083"/>
                  <a:gd name="connsiteX67" fmla="*/ 207645 w 1246536"/>
                  <a:gd name="connsiteY67" fmla="*/ 101013 h 285083"/>
                  <a:gd name="connsiteX68" fmla="*/ 268891 w 1246536"/>
                  <a:gd name="connsiteY68" fmla="*/ 138017 h 285083"/>
                  <a:gd name="connsiteX69" fmla="*/ 234077 w 1246536"/>
                  <a:gd name="connsiteY69" fmla="*/ 145399 h 285083"/>
                  <a:gd name="connsiteX70" fmla="*/ 208217 w 1246536"/>
                  <a:gd name="connsiteY70" fmla="*/ 129873 h 285083"/>
                  <a:gd name="connsiteX71" fmla="*/ 189215 w 1246536"/>
                  <a:gd name="connsiteY71" fmla="*/ 145018 h 285083"/>
                  <a:gd name="connsiteX72" fmla="*/ 199454 w 1246536"/>
                  <a:gd name="connsiteY72" fmla="*/ 152352 h 285083"/>
                  <a:gd name="connsiteX73" fmla="*/ 242078 w 1246536"/>
                  <a:gd name="connsiteY73" fmla="*/ 154400 h 285083"/>
                  <a:gd name="connsiteX74" fmla="*/ 273891 w 1246536"/>
                  <a:gd name="connsiteY74" fmla="*/ 186357 h 285083"/>
                  <a:gd name="connsiteX75" fmla="*/ 214694 w 1246536"/>
                  <a:gd name="connsiteY75" fmla="*/ 242125 h 285083"/>
                  <a:gd name="connsiteX76" fmla="*/ 283702 w 1246536"/>
                  <a:gd name="connsiteY76" fmla="*/ 156115 h 285083"/>
                  <a:gd name="connsiteX77" fmla="*/ 353330 w 1246536"/>
                  <a:gd name="connsiteY77" fmla="*/ 70104 h 285083"/>
                  <a:gd name="connsiteX78" fmla="*/ 419767 w 1246536"/>
                  <a:gd name="connsiteY78" fmla="*/ 111633 h 285083"/>
                  <a:gd name="connsiteX79" fmla="*/ 384953 w 1246536"/>
                  <a:gd name="connsiteY79" fmla="*/ 119015 h 285083"/>
                  <a:gd name="connsiteX80" fmla="*/ 353473 w 1246536"/>
                  <a:gd name="connsiteY80" fmla="*/ 102156 h 285083"/>
                  <a:gd name="connsiteX81" fmla="*/ 318659 w 1246536"/>
                  <a:gd name="connsiteY81" fmla="*/ 148638 h 285083"/>
                  <a:gd name="connsiteX82" fmla="*/ 353473 w 1246536"/>
                  <a:gd name="connsiteY82" fmla="*/ 180546 h 285083"/>
                  <a:gd name="connsiteX83" fmla="*/ 384953 w 1246536"/>
                  <a:gd name="connsiteY83" fmla="*/ 150114 h 285083"/>
                  <a:gd name="connsiteX84" fmla="*/ 419767 w 1246536"/>
                  <a:gd name="connsiteY84" fmla="*/ 142732 h 285083"/>
                  <a:gd name="connsiteX85" fmla="*/ 353330 w 1246536"/>
                  <a:gd name="connsiteY85" fmla="*/ 212693 h 285083"/>
                  <a:gd name="connsiteX86" fmla="*/ 283702 w 1246536"/>
                  <a:gd name="connsiteY86" fmla="*/ 156115 h 285083"/>
                  <a:gd name="connsiteX87" fmla="*/ 436340 w 1246536"/>
                  <a:gd name="connsiteY87" fmla="*/ 55150 h 285083"/>
                  <a:gd name="connsiteX88" fmla="*/ 540782 w 1246536"/>
                  <a:gd name="connsiteY88" fmla="*/ 32956 h 285083"/>
                  <a:gd name="connsiteX89" fmla="*/ 540782 w 1246536"/>
                  <a:gd name="connsiteY89" fmla="*/ 63865 h 285083"/>
                  <a:gd name="connsiteX90" fmla="*/ 470440 w 1246536"/>
                  <a:gd name="connsiteY90" fmla="*/ 78819 h 285083"/>
                  <a:gd name="connsiteX91" fmla="*/ 470440 w 1246536"/>
                  <a:gd name="connsiteY91" fmla="*/ 101775 h 285083"/>
                  <a:gd name="connsiteX92" fmla="*/ 531495 w 1246536"/>
                  <a:gd name="connsiteY92" fmla="*/ 88821 h 285083"/>
                  <a:gd name="connsiteX93" fmla="*/ 531495 w 1246536"/>
                  <a:gd name="connsiteY93" fmla="*/ 118015 h 285083"/>
                  <a:gd name="connsiteX94" fmla="*/ 470440 w 1246536"/>
                  <a:gd name="connsiteY94" fmla="*/ 131016 h 285083"/>
                  <a:gd name="connsiteX95" fmla="*/ 470440 w 1246536"/>
                  <a:gd name="connsiteY95" fmla="*/ 154162 h 285083"/>
                  <a:gd name="connsiteX96" fmla="*/ 540782 w 1246536"/>
                  <a:gd name="connsiteY96" fmla="*/ 139208 h 285083"/>
                  <a:gd name="connsiteX97" fmla="*/ 540782 w 1246536"/>
                  <a:gd name="connsiteY97" fmla="*/ 170117 h 285083"/>
                  <a:gd name="connsiteX98" fmla="*/ 436340 w 1246536"/>
                  <a:gd name="connsiteY98" fmla="*/ 192310 h 285083"/>
                  <a:gd name="connsiteX99" fmla="*/ 436340 w 1246536"/>
                  <a:gd name="connsiteY99" fmla="*/ 55150 h 285083"/>
                  <a:gd name="connsiteX100" fmla="*/ 561308 w 1246536"/>
                  <a:gd name="connsiteY100" fmla="*/ 28623 h 285083"/>
                  <a:gd name="connsiteX101" fmla="*/ 625173 w 1246536"/>
                  <a:gd name="connsiteY101" fmla="*/ 15049 h 285083"/>
                  <a:gd name="connsiteX102" fmla="*/ 662035 w 1246536"/>
                  <a:gd name="connsiteY102" fmla="*/ 133112 h 285083"/>
                  <a:gd name="connsiteX103" fmla="*/ 662035 w 1246536"/>
                  <a:gd name="connsiteY103" fmla="*/ 7239 h 285083"/>
                  <a:gd name="connsiteX104" fmla="*/ 695897 w 1246536"/>
                  <a:gd name="connsiteY104" fmla="*/ 48 h 285083"/>
                  <a:gd name="connsiteX105" fmla="*/ 695897 w 1246536"/>
                  <a:gd name="connsiteY105" fmla="*/ 137208 h 285083"/>
                  <a:gd name="connsiteX106" fmla="*/ 632032 w 1246536"/>
                  <a:gd name="connsiteY106" fmla="*/ 150781 h 285083"/>
                  <a:gd name="connsiteX107" fmla="*/ 595170 w 1246536"/>
                  <a:gd name="connsiteY107" fmla="*/ 32718 h 285083"/>
                  <a:gd name="connsiteX108" fmla="*/ 595170 w 1246536"/>
                  <a:gd name="connsiteY108" fmla="*/ 158591 h 285083"/>
                  <a:gd name="connsiteX109" fmla="*/ 561308 w 1246536"/>
                  <a:gd name="connsiteY109" fmla="*/ 165783 h 285083"/>
                  <a:gd name="connsiteX110" fmla="*/ 561308 w 1246536"/>
                  <a:gd name="connsiteY110" fmla="*/ 28623 h 28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</a:cxnLst>
                <a:rect l="l" t="t" r="r" b="b"/>
                <a:pathLst>
                  <a:path w="1246536" h="285083">
                    <a:moveTo>
                      <a:pt x="718995" y="0"/>
                    </a:moveTo>
                    <a:lnTo>
                      <a:pt x="769239" y="10668"/>
                    </a:lnTo>
                    <a:cubicBezTo>
                      <a:pt x="805149" y="18288"/>
                      <a:pt x="842391" y="35766"/>
                      <a:pt x="842391" y="94726"/>
                    </a:cubicBezTo>
                    <a:cubicBezTo>
                      <a:pt x="842391" y="153876"/>
                      <a:pt x="805149" y="155496"/>
                      <a:pt x="769239" y="147876"/>
                    </a:cubicBezTo>
                    <a:lnTo>
                      <a:pt x="718995" y="137208"/>
                    </a:lnTo>
                    <a:lnTo>
                      <a:pt x="718995" y="48"/>
                    </a:lnTo>
                    <a:close/>
                    <a:moveTo>
                      <a:pt x="769239" y="116729"/>
                    </a:moveTo>
                    <a:cubicBezTo>
                      <a:pt x="791766" y="121539"/>
                      <a:pt x="808530" y="124301"/>
                      <a:pt x="808530" y="87535"/>
                    </a:cubicBezTo>
                    <a:cubicBezTo>
                      <a:pt x="808530" y="50768"/>
                      <a:pt x="791623" y="46387"/>
                      <a:pt x="769239" y="41624"/>
                    </a:cubicBezTo>
                    <a:lnTo>
                      <a:pt x="752856" y="38148"/>
                    </a:lnTo>
                    <a:lnTo>
                      <a:pt x="752856" y="113252"/>
                    </a:lnTo>
                    <a:cubicBezTo>
                      <a:pt x="752856" y="113252"/>
                      <a:pt x="769239" y="116729"/>
                      <a:pt x="769239" y="116729"/>
                    </a:cubicBezTo>
                    <a:close/>
                    <a:moveTo>
                      <a:pt x="947024" y="48482"/>
                    </a:moveTo>
                    <a:lnTo>
                      <a:pt x="947024" y="79391"/>
                    </a:lnTo>
                    <a:cubicBezTo>
                      <a:pt x="947024" y="79391"/>
                      <a:pt x="917067" y="73009"/>
                      <a:pt x="917067" y="73009"/>
                    </a:cubicBezTo>
                    <a:lnTo>
                      <a:pt x="917067" y="148114"/>
                    </a:lnTo>
                    <a:cubicBezTo>
                      <a:pt x="917067" y="148114"/>
                      <a:pt x="947024" y="154496"/>
                      <a:pt x="947024" y="154496"/>
                    </a:cubicBezTo>
                    <a:lnTo>
                      <a:pt x="947024" y="185642"/>
                    </a:lnTo>
                    <a:cubicBezTo>
                      <a:pt x="947024" y="185642"/>
                      <a:pt x="853393" y="165735"/>
                      <a:pt x="853393" y="165735"/>
                    </a:cubicBezTo>
                    <a:lnTo>
                      <a:pt x="853393" y="134588"/>
                    </a:lnTo>
                    <a:cubicBezTo>
                      <a:pt x="853393" y="134588"/>
                      <a:pt x="883349" y="140970"/>
                      <a:pt x="883349" y="140970"/>
                    </a:cubicBezTo>
                    <a:lnTo>
                      <a:pt x="883349" y="65865"/>
                    </a:lnTo>
                    <a:cubicBezTo>
                      <a:pt x="883349" y="65865"/>
                      <a:pt x="853393" y="59484"/>
                      <a:pt x="853393" y="59484"/>
                    </a:cubicBezTo>
                    <a:lnTo>
                      <a:pt x="853393" y="28575"/>
                    </a:lnTo>
                    <a:cubicBezTo>
                      <a:pt x="853393" y="28575"/>
                      <a:pt x="947024" y="48482"/>
                      <a:pt x="947024" y="48482"/>
                    </a:cubicBezTo>
                    <a:close/>
                    <a:moveTo>
                      <a:pt x="1026319" y="62627"/>
                    </a:moveTo>
                    <a:cubicBezTo>
                      <a:pt x="1068944" y="71676"/>
                      <a:pt x="1094994" y="107966"/>
                      <a:pt x="1094994" y="148447"/>
                    </a:cubicBezTo>
                    <a:cubicBezTo>
                      <a:pt x="1094994" y="189119"/>
                      <a:pt x="1068944" y="214313"/>
                      <a:pt x="1026319" y="205264"/>
                    </a:cubicBezTo>
                    <a:cubicBezTo>
                      <a:pt x="983504" y="196167"/>
                      <a:pt x="957263" y="159829"/>
                      <a:pt x="957263" y="119205"/>
                    </a:cubicBezTo>
                    <a:cubicBezTo>
                      <a:pt x="957263" y="78724"/>
                      <a:pt x="983504" y="53578"/>
                      <a:pt x="1026319" y="62675"/>
                    </a:cubicBezTo>
                    <a:moveTo>
                      <a:pt x="1026319" y="173117"/>
                    </a:moveTo>
                    <a:cubicBezTo>
                      <a:pt x="1049036" y="177927"/>
                      <a:pt x="1060180" y="165926"/>
                      <a:pt x="1060180" y="141018"/>
                    </a:cubicBezTo>
                    <a:cubicBezTo>
                      <a:pt x="1060180" y="116110"/>
                      <a:pt x="1048846" y="99489"/>
                      <a:pt x="1026319" y="94726"/>
                    </a:cubicBezTo>
                    <a:cubicBezTo>
                      <a:pt x="1003602" y="89916"/>
                      <a:pt x="992267" y="101870"/>
                      <a:pt x="992267" y="126587"/>
                    </a:cubicBezTo>
                    <a:cubicBezTo>
                      <a:pt x="992267" y="151495"/>
                      <a:pt x="1003649" y="168307"/>
                      <a:pt x="1026319" y="173117"/>
                    </a:cubicBezTo>
                    <a:moveTo>
                      <a:pt x="1111949" y="83534"/>
                    </a:moveTo>
                    <a:lnTo>
                      <a:pt x="1175814" y="97107"/>
                    </a:lnTo>
                    <a:lnTo>
                      <a:pt x="1212675" y="230791"/>
                    </a:lnTo>
                    <a:lnTo>
                      <a:pt x="1212675" y="104918"/>
                    </a:lnTo>
                    <a:cubicBezTo>
                      <a:pt x="1212675" y="104918"/>
                      <a:pt x="1246537" y="112109"/>
                      <a:pt x="1246537" y="112109"/>
                    </a:cubicBezTo>
                    <a:lnTo>
                      <a:pt x="1246537" y="249269"/>
                    </a:lnTo>
                    <a:cubicBezTo>
                      <a:pt x="1246537" y="249269"/>
                      <a:pt x="1182672" y="235696"/>
                      <a:pt x="1182672" y="235696"/>
                    </a:cubicBezTo>
                    <a:lnTo>
                      <a:pt x="1145810" y="102013"/>
                    </a:lnTo>
                    <a:lnTo>
                      <a:pt x="1145810" y="227886"/>
                    </a:lnTo>
                    <a:cubicBezTo>
                      <a:pt x="1145810" y="227886"/>
                      <a:pt x="1111949" y="220694"/>
                      <a:pt x="1111949" y="220694"/>
                    </a:cubicBezTo>
                    <a:lnTo>
                      <a:pt x="1111949" y="83534"/>
                    </a:lnTo>
                    <a:close/>
                    <a:moveTo>
                      <a:pt x="42101" y="138970"/>
                    </a:moveTo>
                    <a:lnTo>
                      <a:pt x="104108" y="125778"/>
                    </a:lnTo>
                    <a:lnTo>
                      <a:pt x="145971" y="254032"/>
                    </a:lnTo>
                    <a:lnTo>
                      <a:pt x="110061" y="261652"/>
                    </a:lnTo>
                    <a:lnTo>
                      <a:pt x="97774" y="222837"/>
                    </a:lnTo>
                    <a:lnTo>
                      <a:pt x="47863" y="233458"/>
                    </a:lnTo>
                    <a:lnTo>
                      <a:pt x="35576" y="277511"/>
                    </a:lnTo>
                    <a:lnTo>
                      <a:pt x="0" y="285083"/>
                    </a:lnTo>
                    <a:lnTo>
                      <a:pt x="42053" y="138970"/>
                    </a:lnTo>
                    <a:close/>
                    <a:moveTo>
                      <a:pt x="88440" y="193929"/>
                    </a:moveTo>
                    <a:lnTo>
                      <a:pt x="72819" y="144923"/>
                    </a:lnTo>
                    <a:lnTo>
                      <a:pt x="57198" y="200597"/>
                    </a:lnTo>
                    <a:lnTo>
                      <a:pt x="88488" y="193929"/>
                    </a:lnTo>
                    <a:close/>
                    <a:moveTo>
                      <a:pt x="214646" y="242173"/>
                    </a:moveTo>
                    <a:cubicBezTo>
                      <a:pt x="168307" y="252031"/>
                      <a:pt x="148733" y="235553"/>
                      <a:pt x="148733" y="199930"/>
                    </a:cubicBezTo>
                    <a:lnTo>
                      <a:pt x="183738" y="192500"/>
                    </a:lnTo>
                    <a:cubicBezTo>
                      <a:pt x="183738" y="211979"/>
                      <a:pt x="190977" y="217599"/>
                      <a:pt x="215408" y="212408"/>
                    </a:cubicBezTo>
                    <a:cubicBezTo>
                      <a:pt x="231982" y="208883"/>
                      <a:pt x="239030" y="203883"/>
                      <a:pt x="239030" y="195310"/>
                    </a:cubicBezTo>
                    <a:cubicBezTo>
                      <a:pt x="239030" y="190452"/>
                      <a:pt x="235315" y="187547"/>
                      <a:pt x="227886" y="187166"/>
                    </a:cubicBezTo>
                    <a:lnTo>
                      <a:pt x="183975" y="184452"/>
                    </a:lnTo>
                    <a:cubicBezTo>
                      <a:pt x="161258" y="182880"/>
                      <a:pt x="154210" y="170545"/>
                      <a:pt x="154210" y="153210"/>
                    </a:cubicBezTo>
                    <a:cubicBezTo>
                      <a:pt x="154210" y="126540"/>
                      <a:pt x="173212" y="108299"/>
                      <a:pt x="207645" y="101013"/>
                    </a:cubicBezTo>
                    <a:cubicBezTo>
                      <a:pt x="248603" y="92297"/>
                      <a:pt x="268891" y="108252"/>
                      <a:pt x="268891" y="138017"/>
                    </a:cubicBezTo>
                    <a:lnTo>
                      <a:pt x="234077" y="145399"/>
                    </a:lnTo>
                    <a:cubicBezTo>
                      <a:pt x="234077" y="130635"/>
                      <a:pt x="226076" y="126111"/>
                      <a:pt x="208217" y="129873"/>
                    </a:cubicBezTo>
                    <a:cubicBezTo>
                      <a:pt x="195739" y="132540"/>
                      <a:pt x="189215" y="137208"/>
                      <a:pt x="189215" y="145018"/>
                    </a:cubicBezTo>
                    <a:cubicBezTo>
                      <a:pt x="189215" y="148923"/>
                      <a:pt x="191262" y="151781"/>
                      <a:pt x="199454" y="152352"/>
                    </a:cubicBezTo>
                    <a:lnTo>
                      <a:pt x="242078" y="154400"/>
                    </a:lnTo>
                    <a:cubicBezTo>
                      <a:pt x="263843" y="155400"/>
                      <a:pt x="273891" y="166306"/>
                      <a:pt x="273891" y="186357"/>
                    </a:cubicBezTo>
                    <a:cubicBezTo>
                      <a:pt x="273891" y="212408"/>
                      <a:pt x="256747" y="233172"/>
                      <a:pt x="214694" y="242125"/>
                    </a:cubicBezTo>
                    <a:moveTo>
                      <a:pt x="283702" y="156115"/>
                    </a:moveTo>
                    <a:cubicBezTo>
                      <a:pt x="283702" y="115633"/>
                      <a:pt x="310325" y="79248"/>
                      <a:pt x="353330" y="70104"/>
                    </a:cubicBezTo>
                    <a:cubicBezTo>
                      <a:pt x="390906" y="62103"/>
                      <a:pt x="415862" y="78010"/>
                      <a:pt x="419767" y="111633"/>
                    </a:cubicBezTo>
                    <a:lnTo>
                      <a:pt x="384953" y="119015"/>
                    </a:lnTo>
                    <a:cubicBezTo>
                      <a:pt x="382143" y="104823"/>
                      <a:pt x="370047" y="98631"/>
                      <a:pt x="353473" y="102156"/>
                    </a:cubicBezTo>
                    <a:cubicBezTo>
                      <a:pt x="333185" y="106490"/>
                      <a:pt x="318659" y="121634"/>
                      <a:pt x="318659" y="148638"/>
                    </a:cubicBezTo>
                    <a:cubicBezTo>
                      <a:pt x="318659" y="175879"/>
                      <a:pt x="333185" y="184833"/>
                      <a:pt x="353473" y="180546"/>
                    </a:cubicBezTo>
                    <a:cubicBezTo>
                      <a:pt x="370047" y="177022"/>
                      <a:pt x="382143" y="165497"/>
                      <a:pt x="384953" y="150114"/>
                    </a:cubicBezTo>
                    <a:lnTo>
                      <a:pt x="419767" y="142732"/>
                    </a:lnTo>
                    <a:cubicBezTo>
                      <a:pt x="415862" y="178213"/>
                      <a:pt x="390906" y="204692"/>
                      <a:pt x="353330" y="212693"/>
                    </a:cubicBezTo>
                    <a:cubicBezTo>
                      <a:pt x="310325" y="221837"/>
                      <a:pt x="283702" y="196739"/>
                      <a:pt x="283702" y="156115"/>
                    </a:cubicBezTo>
                    <a:moveTo>
                      <a:pt x="436340" y="55150"/>
                    </a:moveTo>
                    <a:lnTo>
                      <a:pt x="540782" y="32956"/>
                    </a:lnTo>
                    <a:lnTo>
                      <a:pt x="540782" y="63865"/>
                    </a:lnTo>
                    <a:cubicBezTo>
                      <a:pt x="540782" y="63865"/>
                      <a:pt x="470440" y="78819"/>
                      <a:pt x="470440" y="78819"/>
                    </a:cubicBezTo>
                    <a:lnTo>
                      <a:pt x="470440" y="101775"/>
                    </a:lnTo>
                    <a:cubicBezTo>
                      <a:pt x="470440" y="101775"/>
                      <a:pt x="531495" y="88821"/>
                      <a:pt x="531495" y="88821"/>
                    </a:cubicBezTo>
                    <a:lnTo>
                      <a:pt x="531495" y="118015"/>
                    </a:lnTo>
                    <a:cubicBezTo>
                      <a:pt x="531495" y="118015"/>
                      <a:pt x="470440" y="131016"/>
                      <a:pt x="470440" y="131016"/>
                    </a:cubicBezTo>
                    <a:lnTo>
                      <a:pt x="470440" y="154162"/>
                    </a:lnTo>
                    <a:cubicBezTo>
                      <a:pt x="470440" y="154162"/>
                      <a:pt x="540782" y="139208"/>
                      <a:pt x="540782" y="139208"/>
                    </a:cubicBezTo>
                    <a:lnTo>
                      <a:pt x="540782" y="170117"/>
                    </a:lnTo>
                    <a:cubicBezTo>
                      <a:pt x="540782" y="170117"/>
                      <a:pt x="436340" y="192310"/>
                      <a:pt x="436340" y="192310"/>
                    </a:cubicBezTo>
                    <a:lnTo>
                      <a:pt x="436340" y="55150"/>
                    </a:lnTo>
                    <a:close/>
                    <a:moveTo>
                      <a:pt x="561308" y="28623"/>
                    </a:moveTo>
                    <a:lnTo>
                      <a:pt x="625173" y="15049"/>
                    </a:lnTo>
                    <a:lnTo>
                      <a:pt x="662035" y="133112"/>
                    </a:lnTo>
                    <a:lnTo>
                      <a:pt x="662035" y="7239"/>
                    </a:lnTo>
                    <a:cubicBezTo>
                      <a:pt x="662035" y="7239"/>
                      <a:pt x="695897" y="48"/>
                      <a:pt x="695897" y="48"/>
                    </a:cubicBezTo>
                    <a:lnTo>
                      <a:pt x="695897" y="137208"/>
                    </a:lnTo>
                    <a:cubicBezTo>
                      <a:pt x="695897" y="137208"/>
                      <a:pt x="632032" y="150781"/>
                      <a:pt x="632032" y="150781"/>
                    </a:cubicBezTo>
                    <a:lnTo>
                      <a:pt x="595170" y="32718"/>
                    </a:lnTo>
                    <a:lnTo>
                      <a:pt x="595170" y="158591"/>
                    </a:lnTo>
                    <a:cubicBezTo>
                      <a:pt x="595170" y="158591"/>
                      <a:pt x="561308" y="165783"/>
                      <a:pt x="561308" y="165783"/>
                    </a:cubicBezTo>
                    <a:lnTo>
                      <a:pt x="561308" y="28623"/>
                    </a:lnTo>
                    <a:close/>
                  </a:path>
                </a:pathLst>
              </a:custGeom>
              <a:grpFill/>
              <a:ln w="4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64C9539-CE7C-30D4-C649-0D7D133CEE72}"/>
                </a:ext>
              </a:extLst>
            </p:cNvPr>
            <p:cNvSpPr txBox="1"/>
            <p:nvPr/>
          </p:nvSpPr>
          <p:spPr>
            <a:xfrm>
              <a:off x="30480" y="6523176"/>
              <a:ext cx="3144375" cy="24622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defRPr sz="700">
                  <a:solidFill>
                    <a:schemeClr val="bg1"/>
                  </a:solidFill>
                  <a:effectLst/>
                  <a:latin typeface="Verdana" panose="020B0604030504040204" pitchFamily="34" charset="0"/>
                  <a:ea typeface="Verdana" panose="020B060403050404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Ascendion Confidential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B31DC84-BCF0-5DED-40FE-F5C4833836BA}"/>
              </a:ext>
            </a:extLst>
          </p:cNvPr>
          <p:cNvSpPr/>
          <p:nvPr/>
        </p:nvSpPr>
        <p:spPr>
          <a:xfrm>
            <a:off x="10698956" y="90412"/>
            <a:ext cx="1350024" cy="309061"/>
          </a:xfrm>
          <a:custGeom>
            <a:avLst/>
            <a:gdLst>
              <a:gd name="connsiteX0" fmla="*/ 718995 w 1246536"/>
              <a:gd name="connsiteY0" fmla="*/ 0 h 285083"/>
              <a:gd name="connsiteX1" fmla="*/ 769239 w 1246536"/>
              <a:gd name="connsiteY1" fmla="*/ 10668 h 285083"/>
              <a:gd name="connsiteX2" fmla="*/ 842391 w 1246536"/>
              <a:gd name="connsiteY2" fmla="*/ 94726 h 285083"/>
              <a:gd name="connsiteX3" fmla="*/ 769239 w 1246536"/>
              <a:gd name="connsiteY3" fmla="*/ 147876 h 285083"/>
              <a:gd name="connsiteX4" fmla="*/ 718995 w 1246536"/>
              <a:gd name="connsiteY4" fmla="*/ 137208 h 285083"/>
              <a:gd name="connsiteX5" fmla="*/ 718995 w 1246536"/>
              <a:gd name="connsiteY5" fmla="*/ 48 h 285083"/>
              <a:gd name="connsiteX6" fmla="*/ 769239 w 1246536"/>
              <a:gd name="connsiteY6" fmla="*/ 116729 h 285083"/>
              <a:gd name="connsiteX7" fmla="*/ 808530 w 1246536"/>
              <a:gd name="connsiteY7" fmla="*/ 87535 h 285083"/>
              <a:gd name="connsiteX8" fmla="*/ 769239 w 1246536"/>
              <a:gd name="connsiteY8" fmla="*/ 41624 h 285083"/>
              <a:gd name="connsiteX9" fmla="*/ 752856 w 1246536"/>
              <a:gd name="connsiteY9" fmla="*/ 38148 h 285083"/>
              <a:gd name="connsiteX10" fmla="*/ 752856 w 1246536"/>
              <a:gd name="connsiteY10" fmla="*/ 113252 h 285083"/>
              <a:gd name="connsiteX11" fmla="*/ 769239 w 1246536"/>
              <a:gd name="connsiteY11" fmla="*/ 116729 h 285083"/>
              <a:gd name="connsiteX12" fmla="*/ 947024 w 1246536"/>
              <a:gd name="connsiteY12" fmla="*/ 48482 h 285083"/>
              <a:gd name="connsiteX13" fmla="*/ 947024 w 1246536"/>
              <a:gd name="connsiteY13" fmla="*/ 79391 h 285083"/>
              <a:gd name="connsiteX14" fmla="*/ 917067 w 1246536"/>
              <a:gd name="connsiteY14" fmla="*/ 73009 h 285083"/>
              <a:gd name="connsiteX15" fmla="*/ 917067 w 1246536"/>
              <a:gd name="connsiteY15" fmla="*/ 148114 h 285083"/>
              <a:gd name="connsiteX16" fmla="*/ 947024 w 1246536"/>
              <a:gd name="connsiteY16" fmla="*/ 154496 h 285083"/>
              <a:gd name="connsiteX17" fmla="*/ 947024 w 1246536"/>
              <a:gd name="connsiteY17" fmla="*/ 185642 h 285083"/>
              <a:gd name="connsiteX18" fmla="*/ 853393 w 1246536"/>
              <a:gd name="connsiteY18" fmla="*/ 165735 h 285083"/>
              <a:gd name="connsiteX19" fmla="*/ 853393 w 1246536"/>
              <a:gd name="connsiteY19" fmla="*/ 134588 h 285083"/>
              <a:gd name="connsiteX20" fmla="*/ 883349 w 1246536"/>
              <a:gd name="connsiteY20" fmla="*/ 140970 h 285083"/>
              <a:gd name="connsiteX21" fmla="*/ 883349 w 1246536"/>
              <a:gd name="connsiteY21" fmla="*/ 65865 h 285083"/>
              <a:gd name="connsiteX22" fmla="*/ 853393 w 1246536"/>
              <a:gd name="connsiteY22" fmla="*/ 59484 h 285083"/>
              <a:gd name="connsiteX23" fmla="*/ 853393 w 1246536"/>
              <a:gd name="connsiteY23" fmla="*/ 28575 h 285083"/>
              <a:gd name="connsiteX24" fmla="*/ 947024 w 1246536"/>
              <a:gd name="connsiteY24" fmla="*/ 48482 h 285083"/>
              <a:gd name="connsiteX25" fmla="*/ 1026319 w 1246536"/>
              <a:gd name="connsiteY25" fmla="*/ 62627 h 285083"/>
              <a:gd name="connsiteX26" fmla="*/ 1094994 w 1246536"/>
              <a:gd name="connsiteY26" fmla="*/ 148447 h 285083"/>
              <a:gd name="connsiteX27" fmla="*/ 1026319 w 1246536"/>
              <a:gd name="connsiteY27" fmla="*/ 205264 h 285083"/>
              <a:gd name="connsiteX28" fmla="*/ 957263 w 1246536"/>
              <a:gd name="connsiteY28" fmla="*/ 119205 h 285083"/>
              <a:gd name="connsiteX29" fmla="*/ 1026319 w 1246536"/>
              <a:gd name="connsiteY29" fmla="*/ 62675 h 285083"/>
              <a:gd name="connsiteX30" fmla="*/ 1026319 w 1246536"/>
              <a:gd name="connsiteY30" fmla="*/ 173117 h 285083"/>
              <a:gd name="connsiteX31" fmla="*/ 1060180 w 1246536"/>
              <a:gd name="connsiteY31" fmla="*/ 141018 h 285083"/>
              <a:gd name="connsiteX32" fmla="*/ 1026319 w 1246536"/>
              <a:gd name="connsiteY32" fmla="*/ 94726 h 285083"/>
              <a:gd name="connsiteX33" fmla="*/ 992267 w 1246536"/>
              <a:gd name="connsiteY33" fmla="*/ 126587 h 285083"/>
              <a:gd name="connsiteX34" fmla="*/ 1026319 w 1246536"/>
              <a:gd name="connsiteY34" fmla="*/ 173117 h 285083"/>
              <a:gd name="connsiteX35" fmla="*/ 1111949 w 1246536"/>
              <a:gd name="connsiteY35" fmla="*/ 83534 h 285083"/>
              <a:gd name="connsiteX36" fmla="*/ 1175814 w 1246536"/>
              <a:gd name="connsiteY36" fmla="*/ 97107 h 285083"/>
              <a:gd name="connsiteX37" fmla="*/ 1212675 w 1246536"/>
              <a:gd name="connsiteY37" fmla="*/ 230791 h 285083"/>
              <a:gd name="connsiteX38" fmla="*/ 1212675 w 1246536"/>
              <a:gd name="connsiteY38" fmla="*/ 104918 h 285083"/>
              <a:gd name="connsiteX39" fmla="*/ 1246537 w 1246536"/>
              <a:gd name="connsiteY39" fmla="*/ 112109 h 285083"/>
              <a:gd name="connsiteX40" fmla="*/ 1246537 w 1246536"/>
              <a:gd name="connsiteY40" fmla="*/ 249269 h 285083"/>
              <a:gd name="connsiteX41" fmla="*/ 1182672 w 1246536"/>
              <a:gd name="connsiteY41" fmla="*/ 235696 h 285083"/>
              <a:gd name="connsiteX42" fmla="*/ 1145810 w 1246536"/>
              <a:gd name="connsiteY42" fmla="*/ 102013 h 285083"/>
              <a:gd name="connsiteX43" fmla="*/ 1145810 w 1246536"/>
              <a:gd name="connsiteY43" fmla="*/ 227886 h 285083"/>
              <a:gd name="connsiteX44" fmla="*/ 1111949 w 1246536"/>
              <a:gd name="connsiteY44" fmla="*/ 220694 h 285083"/>
              <a:gd name="connsiteX45" fmla="*/ 1111949 w 1246536"/>
              <a:gd name="connsiteY45" fmla="*/ 83534 h 285083"/>
              <a:gd name="connsiteX46" fmla="*/ 42101 w 1246536"/>
              <a:gd name="connsiteY46" fmla="*/ 138970 h 285083"/>
              <a:gd name="connsiteX47" fmla="*/ 104108 w 1246536"/>
              <a:gd name="connsiteY47" fmla="*/ 125778 h 285083"/>
              <a:gd name="connsiteX48" fmla="*/ 145971 w 1246536"/>
              <a:gd name="connsiteY48" fmla="*/ 254032 h 285083"/>
              <a:gd name="connsiteX49" fmla="*/ 110061 w 1246536"/>
              <a:gd name="connsiteY49" fmla="*/ 261652 h 285083"/>
              <a:gd name="connsiteX50" fmla="*/ 97774 w 1246536"/>
              <a:gd name="connsiteY50" fmla="*/ 222837 h 285083"/>
              <a:gd name="connsiteX51" fmla="*/ 47863 w 1246536"/>
              <a:gd name="connsiteY51" fmla="*/ 233458 h 285083"/>
              <a:gd name="connsiteX52" fmla="*/ 35576 w 1246536"/>
              <a:gd name="connsiteY52" fmla="*/ 277511 h 285083"/>
              <a:gd name="connsiteX53" fmla="*/ 0 w 1246536"/>
              <a:gd name="connsiteY53" fmla="*/ 285083 h 285083"/>
              <a:gd name="connsiteX54" fmla="*/ 42053 w 1246536"/>
              <a:gd name="connsiteY54" fmla="*/ 138970 h 285083"/>
              <a:gd name="connsiteX55" fmla="*/ 88440 w 1246536"/>
              <a:gd name="connsiteY55" fmla="*/ 193929 h 285083"/>
              <a:gd name="connsiteX56" fmla="*/ 72819 w 1246536"/>
              <a:gd name="connsiteY56" fmla="*/ 144923 h 285083"/>
              <a:gd name="connsiteX57" fmla="*/ 57198 w 1246536"/>
              <a:gd name="connsiteY57" fmla="*/ 200597 h 285083"/>
              <a:gd name="connsiteX58" fmla="*/ 88488 w 1246536"/>
              <a:gd name="connsiteY58" fmla="*/ 193929 h 285083"/>
              <a:gd name="connsiteX59" fmla="*/ 214646 w 1246536"/>
              <a:gd name="connsiteY59" fmla="*/ 242173 h 285083"/>
              <a:gd name="connsiteX60" fmla="*/ 148733 w 1246536"/>
              <a:gd name="connsiteY60" fmla="*/ 199930 h 285083"/>
              <a:gd name="connsiteX61" fmla="*/ 183738 w 1246536"/>
              <a:gd name="connsiteY61" fmla="*/ 192500 h 285083"/>
              <a:gd name="connsiteX62" fmla="*/ 215408 w 1246536"/>
              <a:gd name="connsiteY62" fmla="*/ 212408 h 285083"/>
              <a:gd name="connsiteX63" fmla="*/ 239030 w 1246536"/>
              <a:gd name="connsiteY63" fmla="*/ 195310 h 285083"/>
              <a:gd name="connsiteX64" fmla="*/ 227886 w 1246536"/>
              <a:gd name="connsiteY64" fmla="*/ 187166 h 285083"/>
              <a:gd name="connsiteX65" fmla="*/ 183975 w 1246536"/>
              <a:gd name="connsiteY65" fmla="*/ 184452 h 285083"/>
              <a:gd name="connsiteX66" fmla="*/ 154210 w 1246536"/>
              <a:gd name="connsiteY66" fmla="*/ 153210 h 285083"/>
              <a:gd name="connsiteX67" fmla="*/ 207645 w 1246536"/>
              <a:gd name="connsiteY67" fmla="*/ 101013 h 285083"/>
              <a:gd name="connsiteX68" fmla="*/ 268891 w 1246536"/>
              <a:gd name="connsiteY68" fmla="*/ 138017 h 285083"/>
              <a:gd name="connsiteX69" fmla="*/ 234077 w 1246536"/>
              <a:gd name="connsiteY69" fmla="*/ 145399 h 285083"/>
              <a:gd name="connsiteX70" fmla="*/ 208217 w 1246536"/>
              <a:gd name="connsiteY70" fmla="*/ 129873 h 285083"/>
              <a:gd name="connsiteX71" fmla="*/ 189215 w 1246536"/>
              <a:gd name="connsiteY71" fmla="*/ 145018 h 285083"/>
              <a:gd name="connsiteX72" fmla="*/ 199454 w 1246536"/>
              <a:gd name="connsiteY72" fmla="*/ 152352 h 285083"/>
              <a:gd name="connsiteX73" fmla="*/ 242078 w 1246536"/>
              <a:gd name="connsiteY73" fmla="*/ 154400 h 285083"/>
              <a:gd name="connsiteX74" fmla="*/ 273891 w 1246536"/>
              <a:gd name="connsiteY74" fmla="*/ 186357 h 285083"/>
              <a:gd name="connsiteX75" fmla="*/ 214694 w 1246536"/>
              <a:gd name="connsiteY75" fmla="*/ 242125 h 285083"/>
              <a:gd name="connsiteX76" fmla="*/ 283702 w 1246536"/>
              <a:gd name="connsiteY76" fmla="*/ 156115 h 285083"/>
              <a:gd name="connsiteX77" fmla="*/ 353330 w 1246536"/>
              <a:gd name="connsiteY77" fmla="*/ 70104 h 285083"/>
              <a:gd name="connsiteX78" fmla="*/ 419767 w 1246536"/>
              <a:gd name="connsiteY78" fmla="*/ 111633 h 285083"/>
              <a:gd name="connsiteX79" fmla="*/ 384953 w 1246536"/>
              <a:gd name="connsiteY79" fmla="*/ 119015 h 285083"/>
              <a:gd name="connsiteX80" fmla="*/ 353473 w 1246536"/>
              <a:gd name="connsiteY80" fmla="*/ 102156 h 285083"/>
              <a:gd name="connsiteX81" fmla="*/ 318659 w 1246536"/>
              <a:gd name="connsiteY81" fmla="*/ 148638 h 285083"/>
              <a:gd name="connsiteX82" fmla="*/ 353473 w 1246536"/>
              <a:gd name="connsiteY82" fmla="*/ 180546 h 285083"/>
              <a:gd name="connsiteX83" fmla="*/ 384953 w 1246536"/>
              <a:gd name="connsiteY83" fmla="*/ 150114 h 285083"/>
              <a:gd name="connsiteX84" fmla="*/ 419767 w 1246536"/>
              <a:gd name="connsiteY84" fmla="*/ 142732 h 285083"/>
              <a:gd name="connsiteX85" fmla="*/ 353330 w 1246536"/>
              <a:gd name="connsiteY85" fmla="*/ 212693 h 285083"/>
              <a:gd name="connsiteX86" fmla="*/ 283702 w 1246536"/>
              <a:gd name="connsiteY86" fmla="*/ 156115 h 285083"/>
              <a:gd name="connsiteX87" fmla="*/ 436340 w 1246536"/>
              <a:gd name="connsiteY87" fmla="*/ 55150 h 285083"/>
              <a:gd name="connsiteX88" fmla="*/ 540782 w 1246536"/>
              <a:gd name="connsiteY88" fmla="*/ 32956 h 285083"/>
              <a:gd name="connsiteX89" fmla="*/ 540782 w 1246536"/>
              <a:gd name="connsiteY89" fmla="*/ 63865 h 285083"/>
              <a:gd name="connsiteX90" fmla="*/ 470440 w 1246536"/>
              <a:gd name="connsiteY90" fmla="*/ 78819 h 285083"/>
              <a:gd name="connsiteX91" fmla="*/ 470440 w 1246536"/>
              <a:gd name="connsiteY91" fmla="*/ 101775 h 285083"/>
              <a:gd name="connsiteX92" fmla="*/ 531495 w 1246536"/>
              <a:gd name="connsiteY92" fmla="*/ 88821 h 285083"/>
              <a:gd name="connsiteX93" fmla="*/ 531495 w 1246536"/>
              <a:gd name="connsiteY93" fmla="*/ 118015 h 285083"/>
              <a:gd name="connsiteX94" fmla="*/ 470440 w 1246536"/>
              <a:gd name="connsiteY94" fmla="*/ 131016 h 285083"/>
              <a:gd name="connsiteX95" fmla="*/ 470440 w 1246536"/>
              <a:gd name="connsiteY95" fmla="*/ 154162 h 285083"/>
              <a:gd name="connsiteX96" fmla="*/ 540782 w 1246536"/>
              <a:gd name="connsiteY96" fmla="*/ 139208 h 285083"/>
              <a:gd name="connsiteX97" fmla="*/ 540782 w 1246536"/>
              <a:gd name="connsiteY97" fmla="*/ 170117 h 285083"/>
              <a:gd name="connsiteX98" fmla="*/ 436340 w 1246536"/>
              <a:gd name="connsiteY98" fmla="*/ 192310 h 285083"/>
              <a:gd name="connsiteX99" fmla="*/ 436340 w 1246536"/>
              <a:gd name="connsiteY99" fmla="*/ 55150 h 285083"/>
              <a:gd name="connsiteX100" fmla="*/ 561308 w 1246536"/>
              <a:gd name="connsiteY100" fmla="*/ 28623 h 285083"/>
              <a:gd name="connsiteX101" fmla="*/ 625173 w 1246536"/>
              <a:gd name="connsiteY101" fmla="*/ 15049 h 285083"/>
              <a:gd name="connsiteX102" fmla="*/ 662035 w 1246536"/>
              <a:gd name="connsiteY102" fmla="*/ 133112 h 285083"/>
              <a:gd name="connsiteX103" fmla="*/ 662035 w 1246536"/>
              <a:gd name="connsiteY103" fmla="*/ 7239 h 285083"/>
              <a:gd name="connsiteX104" fmla="*/ 695897 w 1246536"/>
              <a:gd name="connsiteY104" fmla="*/ 48 h 285083"/>
              <a:gd name="connsiteX105" fmla="*/ 695897 w 1246536"/>
              <a:gd name="connsiteY105" fmla="*/ 137208 h 285083"/>
              <a:gd name="connsiteX106" fmla="*/ 632032 w 1246536"/>
              <a:gd name="connsiteY106" fmla="*/ 150781 h 285083"/>
              <a:gd name="connsiteX107" fmla="*/ 595170 w 1246536"/>
              <a:gd name="connsiteY107" fmla="*/ 32718 h 285083"/>
              <a:gd name="connsiteX108" fmla="*/ 595170 w 1246536"/>
              <a:gd name="connsiteY108" fmla="*/ 158591 h 285083"/>
              <a:gd name="connsiteX109" fmla="*/ 561308 w 1246536"/>
              <a:gd name="connsiteY109" fmla="*/ 165783 h 285083"/>
              <a:gd name="connsiteX110" fmla="*/ 561308 w 1246536"/>
              <a:gd name="connsiteY110" fmla="*/ 28623 h 28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246536" h="285083">
                <a:moveTo>
                  <a:pt x="718995" y="0"/>
                </a:moveTo>
                <a:lnTo>
                  <a:pt x="769239" y="10668"/>
                </a:lnTo>
                <a:cubicBezTo>
                  <a:pt x="805149" y="18288"/>
                  <a:pt x="842391" y="35766"/>
                  <a:pt x="842391" y="94726"/>
                </a:cubicBezTo>
                <a:cubicBezTo>
                  <a:pt x="842391" y="153876"/>
                  <a:pt x="805149" y="155496"/>
                  <a:pt x="769239" y="147876"/>
                </a:cubicBezTo>
                <a:lnTo>
                  <a:pt x="718995" y="137208"/>
                </a:lnTo>
                <a:lnTo>
                  <a:pt x="718995" y="48"/>
                </a:lnTo>
                <a:close/>
                <a:moveTo>
                  <a:pt x="769239" y="116729"/>
                </a:moveTo>
                <a:cubicBezTo>
                  <a:pt x="791766" y="121539"/>
                  <a:pt x="808530" y="124301"/>
                  <a:pt x="808530" y="87535"/>
                </a:cubicBezTo>
                <a:cubicBezTo>
                  <a:pt x="808530" y="50768"/>
                  <a:pt x="791623" y="46387"/>
                  <a:pt x="769239" y="41624"/>
                </a:cubicBezTo>
                <a:lnTo>
                  <a:pt x="752856" y="38148"/>
                </a:lnTo>
                <a:lnTo>
                  <a:pt x="752856" y="113252"/>
                </a:lnTo>
                <a:cubicBezTo>
                  <a:pt x="752856" y="113252"/>
                  <a:pt x="769239" y="116729"/>
                  <a:pt x="769239" y="116729"/>
                </a:cubicBezTo>
                <a:close/>
                <a:moveTo>
                  <a:pt x="947024" y="48482"/>
                </a:moveTo>
                <a:lnTo>
                  <a:pt x="947024" y="79391"/>
                </a:lnTo>
                <a:cubicBezTo>
                  <a:pt x="947024" y="79391"/>
                  <a:pt x="917067" y="73009"/>
                  <a:pt x="917067" y="73009"/>
                </a:cubicBezTo>
                <a:lnTo>
                  <a:pt x="917067" y="148114"/>
                </a:lnTo>
                <a:cubicBezTo>
                  <a:pt x="917067" y="148114"/>
                  <a:pt x="947024" y="154496"/>
                  <a:pt x="947024" y="154496"/>
                </a:cubicBezTo>
                <a:lnTo>
                  <a:pt x="947024" y="185642"/>
                </a:lnTo>
                <a:cubicBezTo>
                  <a:pt x="947024" y="185642"/>
                  <a:pt x="853393" y="165735"/>
                  <a:pt x="853393" y="165735"/>
                </a:cubicBezTo>
                <a:lnTo>
                  <a:pt x="853393" y="134588"/>
                </a:lnTo>
                <a:cubicBezTo>
                  <a:pt x="853393" y="134588"/>
                  <a:pt x="883349" y="140970"/>
                  <a:pt x="883349" y="140970"/>
                </a:cubicBezTo>
                <a:lnTo>
                  <a:pt x="883349" y="65865"/>
                </a:lnTo>
                <a:cubicBezTo>
                  <a:pt x="883349" y="65865"/>
                  <a:pt x="853393" y="59484"/>
                  <a:pt x="853393" y="59484"/>
                </a:cubicBezTo>
                <a:lnTo>
                  <a:pt x="853393" y="28575"/>
                </a:lnTo>
                <a:cubicBezTo>
                  <a:pt x="853393" y="28575"/>
                  <a:pt x="947024" y="48482"/>
                  <a:pt x="947024" y="48482"/>
                </a:cubicBezTo>
                <a:close/>
                <a:moveTo>
                  <a:pt x="1026319" y="62627"/>
                </a:moveTo>
                <a:cubicBezTo>
                  <a:pt x="1068944" y="71676"/>
                  <a:pt x="1094994" y="107966"/>
                  <a:pt x="1094994" y="148447"/>
                </a:cubicBezTo>
                <a:cubicBezTo>
                  <a:pt x="1094994" y="189119"/>
                  <a:pt x="1068944" y="214313"/>
                  <a:pt x="1026319" y="205264"/>
                </a:cubicBezTo>
                <a:cubicBezTo>
                  <a:pt x="983504" y="196167"/>
                  <a:pt x="957263" y="159829"/>
                  <a:pt x="957263" y="119205"/>
                </a:cubicBezTo>
                <a:cubicBezTo>
                  <a:pt x="957263" y="78724"/>
                  <a:pt x="983504" y="53578"/>
                  <a:pt x="1026319" y="62675"/>
                </a:cubicBezTo>
                <a:moveTo>
                  <a:pt x="1026319" y="173117"/>
                </a:moveTo>
                <a:cubicBezTo>
                  <a:pt x="1049036" y="177927"/>
                  <a:pt x="1060180" y="165926"/>
                  <a:pt x="1060180" y="141018"/>
                </a:cubicBezTo>
                <a:cubicBezTo>
                  <a:pt x="1060180" y="116110"/>
                  <a:pt x="1048846" y="99489"/>
                  <a:pt x="1026319" y="94726"/>
                </a:cubicBezTo>
                <a:cubicBezTo>
                  <a:pt x="1003602" y="89916"/>
                  <a:pt x="992267" y="101870"/>
                  <a:pt x="992267" y="126587"/>
                </a:cubicBezTo>
                <a:cubicBezTo>
                  <a:pt x="992267" y="151495"/>
                  <a:pt x="1003649" y="168307"/>
                  <a:pt x="1026319" y="173117"/>
                </a:cubicBezTo>
                <a:moveTo>
                  <a:pt x="1111949" y="83534"/>
                </a:moveTo>
                <a:lnTo>
                  <a:pt x="1175814" y="97107"/>
                </a:lnTo>
                <a:lnTo>
                  <a:pt x="1212675" y="230791"/>
                </a:lnTo>
                <a:lnTo>
                  <a:pt x="1212675" y="104918"/>
                </a:lnTo>
                <a:cubicBezTo>
                  <a:pt x="1212675" y="104918"/>
                  <a:pt x="1246537" y="112109"/>
                  <a:pt x="1246537" y="112109"/>
                </a:cubicBezTo>
                <a:lnTo>
                  <a:pt x="1246537" y="249269"/>
                </a:lnTo>
                <a:cubicBezTo>
                  <a:pt x="1246537" y="249269"/>
                  <a:pt x="1182672" y="235696"/>
                  <a:pt x="1182672" y="235696"/>
                </a:cubicBezTo>
                <a:lnTo>
                  <a:pt x="1145810" y="102013"/>
                </a:lnTo>
                <a:lnTo>
                  <a:pt x="1145810" y="227886"/>
                </a:lnTo>
                <a:cubicBezTo>
                  <a:pt x="1145810" y="227886"/>
                  <a:pt x="1111949" y="220694"/>
                  <a:pt x="1111949" y="220694"/>
                </a:cubicBezTo>
                <a:lnTo>
                  <a:pt x="1111949" y="83534"/>
                </a:lnTo>
                <a:close/>
                <a:moveTo>
                  <a:pt x="42101" y="138970"/>
                </a:moveTo>
                <a:lnTo>
                  <a:pt x="104108" y="125778"/>
                </a:lnTo>
                <a:lnTo>
                  <a:pt x="145971" y="254032"/>
                </a:lnTo>
                <a:lnTo>
                  <a:pt x="110061" y="261652"/>
                </a:lnTo>
                <a:lnTo>
                  <a:pt x="97774" y="222837"/>
                </a:lnTo>
                <a:lnTo>
                  <a:pt x="47863" y="233458"/>
                </a:lnTo>
                <a:lnTo>
                  <a:pt x="35576" y="277511"/>
                </a:lnTo>
                <a:lnTo>
                  <a:pt x="0" y="285083"/>
                </a:lnTo>
                <a:lnTo>
                  <a:pt x="42053" y="138970"/>
                </a:lnTo>
                <a:close/>
                <a:moveTo>
                  <a:pt x="88440" y="193929"/>
                </a:moveTo>
                <a:lnTo>
                  <a:pt x="72819" y="144923"/>
                </a:lnTo>
                <a:lnTo>
                  <a:pt x="57198" y="200597"/>
                </a:lnTo>
                <a:lnTo>
                  <a:pt x="88488" y="193929"/>
                </a:lnTo>
                <a:close/>
                <a:moveTo>
                  <a:pt x="214646" y="242173"/>
                </a:moveTo>
                <a:cubicBezTo>
                  <a:pt x="168307" y="252031"/>
                  <a:pt x="148733" y="235553"/>
                  <a:pt x="148733" y="199930"/>
                </a:cubicBezTo>
                <a:lnTo>
                  <a:pt x="183738" y="192500"/>
                </a:lnTo>
                <a:cubicBezTo>
                  <a:pt x="183738" y="211979"/>
                  <a:pt x="190977" y="217599"/>
                  <a:pt x="215408" y="212408"/>
                </a:cubicBezTo>
                <a:cubicBezTo>
                  <a:pt x="231982" y="208883"/>
                  <a:pt x="239030" y="203883"/>
                  <a:pt x="239030" y="195310"/>
                </a:cubicBezTo>
                <a:cubicBezTo>
                  <a:pt x="239030" y="190452"/>
                  <a:pt x="235315" y="187547"/>
                  <a:pt x="227886" y="187166"/>
                </a:cubicBezTo>
                <a:lnTo>
                  <a:pt x="183975" y="184452"/>
                </a:lnTo>
                <a:cubicBezTo>
                  <a:pt x="161258" y="182880"/>
                  <a:pt x="154210" y="170545"/>
                  <a:pt x="154210" y="153210"/>
                </a:cubicBezTo>
                <a:cubicBezTo>
                  <a:pt x="154210" y="126540"/>
                  <a:pt x="173212" y="108299"/>
                  <a:pt x="207645" y="101013"/>
                </a:cubicBezTo>
                <a:cubicBezTo>
                  <a:pt x="248603" y="92297"/>
                  <a:pt x="268891" y="108252"/>
                  <a:pt x="268891" y="138017"/>
                </a:cubicBezTo>
                <a:lnTo>
                  <a:pt x="234077" y="145399"/>
                </a:lnTo>
                <a:cubicBezTo>
                  <a:pt x="234077" y="130635"/>
                  <a:pt x="226076" y="126111"/>
                  <a:pt x="208217" y="129873"/>
                </a:cubicBezTo>
                <a:cubicBezTo>
                  <a:pt x="195739" y="132540"/>
                  <a:pt x="189215" y="137208"/>
                  <a:pt x="189215" y="145018"/>
                </a:cubicBezTo>
                <a:cubicBezTo>
                  <a:pt x="189215" y="148923"/>
                  <a:pt x="191262" y="151781"/>
                  <a:pt x="199454" y="152352"/>
                </a:cubicBezTo>
                <a:lnTo>
                  <a:pt x="242078" y="154400"/>
                </a:lnTo>
                <a:cubicBezTo>
                  <a:pt x="263843" y="155400"/>
                  <a:pt x="273891" y="166306"/>
                  <a:pt x="273891" y="186357"/>
                </a:cubicBezTo>
                <a:cubicBezTo>
                  <a:pt x="273891" y="212408"/>
                  <a:pt x="256747" y="233172"/>
                  <a:pt x="214694" y="242125"/>
                </a:cubicBezTo>
                <a:moveTo>
                  <a:pt x="283702" y="156115"/>
                </a:moveTo>
                <a:cubicBezTo>
                  <a:pt x="283702" y="115633"/>
                  <a:pt x="310325" y="79248"/>
                  <a:pt x="353330" y="70104"/>
                </a:cubicBezTo>
                <a:cubicBezTo>
                  <a:pt x="390906" y="62103"/>
                  <a:pt x="415862" y="78010"/>
                  <a:pt x="419767" y="111633"/>
                </a:cubicBezTo>
                <a:lnTo>
                  <a:pt x="384953" y="119015"/>
                </a:lnTo>
                <a:cubicBezTo>
                  <a:pt x="382143" y="104823"/>
                  <a:pt x="370047" y="98631"/>
                  <a:pt x="353473" y="102156"/>
                </a:cubicBezTo>
                <a:cubicBezTo>
                  <a:pt x="333185" y="106490"/>
                  <a:pt x="318659" y="121634"/>
                  <a:pt x="318659" y="148638"/>
                </a:cubicBezTo>
                <a:cubicBezTo>
                  <a:pt x="318659" y="175879"/>
                  <a:pt x="333185" y="184833"/>
                  <a:pt x="353473" y="180546"/>
                </a:cubicBezTo>
                <a:cubicBezTo>
                  <a:pt x="370047" y="177022"/>
                  <a:pt x="382143" y="165497"/>
                  <a:pt x="384953" y="150114"/>
                </a:cubicBezTo>
                <a:lnTo>
                  <a:pt x="419767" y="142732"/>
                </a:lnTo>
                <a:cubicBezTo>
                  <a:pt x="415862" y="178213"/>
                  <a:pt x="390906" y="204692"/>
                  <a:pt x="353330" y="212693"/>
                </a:cubicBezTo>
                <a:cubicBezTo>
                  <a:pt x="310325" y="221837"/>
                  <a:pt x="283702" y="196739"/>
                  <a:pt x="283702" y="156115"/>
                </a:cubicBezTo>
                <a:moveTo>
                  <a:pt x="436340" y="55150"/>
                </a:moveTo>
                <a:lnTo>
                  <a:pt x="540782" y="32956"/>
                </a:lnTo>
                <a:lnTo>
                  <a:pt x="540782" y="63865"/>
                </a:lnTo>
                <a:cubicBezTo>
                  <a:pt x="540782" y="63865"/>
                  <a:pt x="470440" y="78819"/>
                  <a:pt x="470440" y="78819"/>
                </a:cubicBezTo>
                <a:lnTo>
                  <a:pt x="470440" y="101775"/>
                </a:lnTo>
                <a:cubicBezTo>
                  <a:pt x="470440" y="101775"/>
                  <a:pt x="531495" y="88821"/>
                  <a:pt x="531495" y="88821"/>
                </a:cubicBezTo>
                <a:lnTo>
                  <a:pt x="531495" y="118015"/>
                </a:lnTo>
                <a:cubicBezTo>
                  <a:pt x="531495" y="118015"/>
                  <a:pt x="470440" y="131016"/>
                  <a:pt x="470440" y="131016"/>
                </a:cubicBezTo>
                <a:lnTo>
                  <a:pt x="470440" y="154162"/>
                </a:lnTo>
                <a:cubicBezTo>
                  <a:pt x="470440" y="154162"/>
                  <a:pt x="540782" y="139208"/>
                  <a:pt x="540782" y="139208"/>
                </a:cubicBezTo>
                <a:lnTo>
                  <a:pt x="540782" y="170117"/>
                </a:lnTo>
                <a:cubicBezTo>
                  <a:pt x="540782" y="170117"/>
                  <a:pt x="436340" y="192310"/>
                  <a:pt x="436340" y="192310"/>
                </a:cubicBezTo>
                <a:lnTo>
                  <a:pt x="436340" y="55150"/>
                </a:lnTo>
                <a:close/>
                <a:moveTo>
                  <a:pt x="561308" y="28623"/>
                </a:moveTo>
                <a:lnTo>
                  <a:pt x="625173" y="15049"/>
                </a:lnTo>
                <a:lnTo>
                  <a:pt x="662035" y="133112"/>
                </a:lnTo>
                <a:lnTo>
                  <a:pt x="662035" y="7239"/>
                </a:lnTo>
                <a:cubicBezTo>
                  <a:pt x="662035" y="7239"/>
                  <a:pt x="695897" y="48"/>
                  <a:pt x="695897" y="48"/>
                </a:cubicBezTo>
                <a:lnTo>
                  <a:pt x="695897" y="137208"/>
                </a:lnTo>
                <a:cubicBezTo>
                  <a:pt x="695897" y="137208"/>
                  <a:pt x="632032" y="150781"/>
                  <a:pt x="632032" y="150781"/>
                </a:cubicBezTo>
                <a:lnTo>
                  <a:pt x="595170" y="32718"/>
                </a:lnTo>
                <a:lnTo>
                  <a:pt x="595170" y="158591"/>
                </a:lnTo>
                <a:cubicBezTo>
                  <a:pt x="595170" y="158591"/>
                  <a:pt x="561308" y="165783"/>
                  <a:pt x="561308" y="165783"/>
                </a:cubicBezTo>
                <a:lnTo>
                  <a:pt x="561308" y="28623"/>
                </a:lnTo>
                <a:close/>
              </a:path>
            </a:pathLst>
          </a:custGeom>
          <a:solidFill>
            <a:schemeClr val="tx1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oogle Shape;6;p1">
            <a:extLst>
              <a:ext uri="{FF2B5EF4-FFF2-40B4-BE49-F238E27FC236}">
                <a16:creationId xmlns:a16="http://schemas.microsoft.com/office/drawing/2014/main" id="{65768A65-D08E-DF24-FC8B-0CFA4BCCC792}"/>
              </a:ext>
            </a:extLst>
          </p:cNvPr>
          <p:cNvGrpSpPr/>
          <p:nvPr/>
        </p:nvGrpSpPr>
        <p:grpSpPr>
          <a:xfrm>
            <a:off x="-30854" y="2091831"/>
            <a:ext cx="12192374" cy="4137065"/>
            <a:chOff x="4435" y="7748593"/>
            <a:chExt cx="12182563" cy="5161009"/>
          </a:xfrm>
        </p:grpSpPr>
        <p:sp>
          <p:nvSpPr>
            <p:cNvPr id="14" name="Google Shape;7;p1">
              <a:extLst>
                <a:ext uri="{FF2B5EF4-FFF2-40B4-BE49-F238E27FC236}">
                  <a16:creationId xmlns:a16="http://schemas.microsoft.com/office/drawing/2014/main" id="{AD43F99D-C631-344E-4678-13CD4FFB8F5A}"/>
                </a:ext>
              </a:extLst>
            </p:cNvPr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8;p1">
              <a:extLst>
                <a:ext uri="{FF2B5EF4-FFF2-40B4-BE49-F238E27FC236}">
                  <a16:creationId xmlns:a16="http://schemas.microsoft.com/office/drawing/2014/main" id="{D09D7AAF-4EF6-0154-473A-39DF195E5C81}"/>
                </a:ext>
              </a:extLst>
            </p:cNvPr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;p1">
              <a:extLst>
                <a:ext uri="{FF2B5EF4-FFF2-40B4-BE49-F238E27FC236}">
                  <a16:creationId xmlns:a16="http://schemas.microsoft.com/office/drawing/2014/main" id="{B213646A-199C-0D74-F25C-634F4E078AA7}"/>
                </a:ext>
              </a:extLst>
            </p:cNvPr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0;p1">
              <a:extLst>
                <a:ext uri="{FF2B5EF4-FFF2-40B4-BE49-F238E27FC236}">
                  <a16:creationId xmlns:a16="http://schemas.microsoft.com/office/drawing/2014/main" id="{B3035E5A-93E5-BB7A-20A8-631F396200BC}"/>
                </a:ext>
              </a:extLst>
            </p:cNvPr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;p1">
              <a:extLst>
                <a:ext uri="{FF2B5EF4-FFF2-40B4-BE49-F238E27FC236}">
                  <a16:creationId xmlns:a16="http://schemas.microsoft.com/office/drawing/2014/main" id="{302E375D-066B-8DD6-29F6-0E6551E99D75}"/>
                </a:ext>
              </a:extLst>
            </p:cNvPr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;p1">
              <a:extLst>
                <a:ext uri="{FF2B5EF4-FFF2-40B4-BE49-F238E27FC236}">
                  <a16:creationId xmlns:a16="http://schemas.microsoft.com/office/drawing/2014/main" id="{774CA211-0C47-CA07-A7F4-BCE19C06E5A9}"/>
                </a:ext>
              </a:extLst>
            </p:cNvPr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3;p1">
              <a:extLst>
                <a:ext uri="{FF2B5EF4-FFF2-40B4-BE49-F238E27FC236}">
                  <a16:creationId xmlns:a16="http://schemas.microsoft.com/office/drawing/2014/main" id="{DB847791-EF98-2EA6-69F4-7B706436259C}"/>
                </a:ext>
              </a:extLst>
            </p:cNvPr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4;p1">
              <a:extLst>
                <a:ext uri="{FF2B5EF4-FFF2-40B4-BE49-F238E27FC236}">
                  <a16:creationId xmlns:a16="http://schemas.microsoft.com/office/drawing/2014/main" id="{05014BA2-F915-ED23-1AE3-47C8FAD205E2}"/>
                </a:ext>
              </a:extLst>
            </p:cNvPr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5;p1">
              <a:extLst>
                <a:ext uri="{FF2B5EF4-FFF2-40B4-BE49-F238E27FC236}">
                  <a16:creationId xmlns:a16="http://schemas.microsoft.com/office/drawing/2014/main" id="{7AE4EB17-C3F8-6BB5-F07F-A11122742994}"/>
                </a:ext>
              </a:extLst>
            </p:cNvPr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6;p1">
              <a:extLst>
                <a:ext uri="{FF2B5EF4-FFF2-40B4-BE49-F238E27FC236}">
                  <a16:creationId xmlns:a16="http://schemas.microsoft.com/office/drawing/2014/main" id="{E51221D5-7C58-FEC6-7E83-75BBF8244D6F}"/>
                </a:ext>
              </a:extLst>
            </p:cNvPr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7;p1">
              <a:extLst>
                <a:ext uri="{FF2B5EF4-FFF2-40B4-BE49-F238E27FC236}">
                  <a16:creationId xmlns:a16="http://schemas.microsoft.com/office/drawing/2014/main" id="{8EAAD315-FBEE-AE30-7BE7-0ECC142D50E6}"/>
                </a:ext>
              </a:extLst>
            </p:cNvPr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8;p1">
              <a:extLst>
                <a:ext uri="{FF2B5EF4-FFF2-40B4-BE49-F238E27FC236}">
                  <a16:creationId xmlns:a16="http://schemas.microsoft.com/office/drawing/2014/main" id="{CCF014E9-4796-7BBE-9CFE-EB73614ABD0B}"/>
                </a:ext>
              </a:extLst>
            </p:cNvPr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9;p1">
              <a:extLst>
                <a:ext uri="{FF2B5EF4-FFF2-40B4-BE49-F238E27FC236}">
                  <a16:creationId xmlns:a16="http://schemas.microsoft.com/office/drawing/2014/main" id="{5BE8F896-AB1F-057F-A824-8328487E31CB}"/>
                </a:ext>
              </a:extLst>
            </p:cNvPr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0;p1">
              <a:extLst>
                <a:ext uri="{FF2B5EF4-FFF2-40B4-BE49-F238E27FC236}">
                  <a16:creationId xmlns:a16="http://schemas.microsoft.com/office/drawing/2014/main" id="{B3FDBBEE-CCE6-E051-19E9-AD2F29B54FB3}"/>
                </a:ext>
              </a:extLst>
            </p:cNvPr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1;p1">
              <a:extLst>
                <a:ext uri="{FF2B5EF4-FFF2-40B4-BE49-F238E27FC236}">
                  <a16:creationId xmlns:a16="http://schemas.microsoft.com/office/drawing/2014/main" id="{2E51CA8C-F4B0-511A-BCC2-24EAEE9576C8}"/>
                </a:ext>
              </a:extLst>
            </p:cNvPr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2;p1">
              <a:extLst>
                <a:ext uri="{FF2B5EF4-FFF2-40B4-BE49-F238E27FC236}">
                  <a16:creationId xmlns:a16="http://schemas.microsoft.com/office/drawing/2014/main" id="{D2AB305E-27DC-E642-E4B7-FF8EBD15BB01}"/>
                </a:ext>
              </a:extLst>
            </p:cNvPr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3;p1">
              <a:extLst>
                <a:ext uri="{FF2B5EF4-FFF2-40B4-BE49-F238E27FC236}">
                  <a16:creationId xmlns:a16="http://schemas.microsoft.com/office/drawing/2014/main" id="{257BE04D-777B-C32B-4FDD-EDB557B2A93C}"/>
                </a:ext>
              </a:extLst>
            </p:cNvPr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4;p1">
              <a:extLst>
                <a:ext uri="{FF2B5EF4-FFF2-40B4-BE49-F238E27FC236}">
                  <a16:creationId xmlns:a16="http://schemas.microsoft.com/office/drawing/2014/main" id="{5387A0CD-0F62-5532-C6C8-560D2FF53D1F}"/>
                </a:ext>
              </a:extLst>
            </p:cNvPr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5;p1">
              <a:extLst>
                <a:ext uri="{FF2B5EF4-FFF2-40B4-BE49-F238E27FC236}">
                  <a16:creationId xmlns:a16="http://schemas.microsoft.com/office/drawing/2014/main" id="{0FA892B0-38DF-5AF1-3CBB-B6CFE5CC18EC}"/>
                </a:ext>
              </a:extLst>
            </p:cNvPr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6;p1">
              <a:extLst>
                <a:ext uri="{FF2B5EF4-FFF2-40B4-BE49-F238E27FC236}">
                  <a16:creationId xmlns:a16="http://schemas.microsoft.com/office/drawing/2014/main" id="{0501248E-E92F-8B7F-63FC-5D1C6D90079A}"/>
                </a:ext>
              </a:extLst>
            </p:cNvPr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7;p1">
              <a:extLst>
                <a:ext uri="{FF2B5EF4-FFF2-40B4-BE49-F238E27FC236}">
                  <a16:creationId xmlns:a16="http://schemas.microsoft.com/office/drawing/2014/main" id="{3EA2AEE5-CB57-3C3A-8F3E-89B60B0BAB47}"/>
                </a:ext>
              </a:extLst>
            </p:cNvPr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8;p1">
              <a:extLst>
                <a:ext uri="{FF2B5EF4-FFF2-40B4-BE49-F238E27FC236}">
                  <a16:creationId xmlns:a16="http://schemas.microsoft.com/office/drawing/2014/main" id="{68DFA6F0-8E69-B083-17C4-5FEA133A52CB}"/>
                </a:ext>
              </a:extLst>
            </p:cNvPr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9;p1">
              <a:extLst>
                <a:ext uri="{FF2B5EF4-FFF2-40B4-BE49-F238E27FC236}">
                  <a16:creationId xmlns:a16="http://schemas.microsoft.com/office/drawing/2014/main" id="{1C632C13-89F9-2794-4F57-C9BB01A96698}"/>
                </a:ext>
              </a:extLst>
            </p:cNvPr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0;p1">
              <a:extLst>
                <a:ext uri="{FF2B5EF4-FFF2-40B4-BE49-F238E27FC236}">
                  <a16:creationId xmlns:a16="http://schemas.microsoft.com/office/drawing/2014/main" id="{45F1D7F4-DEE4-4660-0668-BC1906559828}"/>
                </a:ext>
              </a:extLst>
            </p:cNvPr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1;p1">
              <a:extLst>
                <a:ext uri="{FF2B5EF4-FFF2-40B4-BE49-F238E27FC236}">
                  <a16:creationId xmlns:a16="http://schemas.microsoft.com/office/drawing/2014/main" id="{78D36ADB-30A6-C62E-3D34-CBAF4BC535DB}"/>
                </a:ext>
              </a:extLst>
            </p:cNvPr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2;p1">
              <a:extLst>
                <a:ext uri="{FF2B5EF4-FFF2-40B4-BE49-F238E27FC236}">
                  <a16:creationId xmlns:a16="http://schemas.microsoft.com/office/drawing/2014/main" id="{5233709E-F74A-F099-3A1A-99BA933A9118}"/>
                </a:ext>
              </a:extLst>
            </p:cNvPr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33;p1">
              <a:extLst>
                <a:ext uri="{FF2B5EF4-FFF2-40B4-BE49-F238E27FC236}">
                  <a16:creationId xmlns:a16="http://schemas.microsoft.com/office/drawing/2014/main" id="{FABD8BB1-6F89-4498-742E-DE27698D7ABA}"/>
                </a:ext>
              </a:extLst>
            </p:cNvPr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34;p1">
              <a:extLst>
                <a:ext uri="{FF2B5EF4-FFF2-40B4-BE49-F238E27FC236}">
                  <a16:creationId xmlns:a16="http://schemas.microsoft.com/office/drawing/2014/main" id="{C7525121-A3D3-6F4C-5456-32D53562FA5B}"/>
                </a:ext>
              </a:extLst>
            </p:cNvPr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35;p1">
              <a:extLst>
                <a:ext uri="{FF2B5EF4-FFF2-40B4-BE49-F238E27FC236}">
                  <a16:creationId xmlns:a16="http://schemas.microsoft.com/office/drawing/2014/main" id="{C2170A73-E7AC-64B0-2905-3204BC73AFB1}"/>
                </a:ext>
              </a:extLst>
            </p:cNvPr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36;p1">
              <a:extLst>
                <a:ext uri="{FF2B5EF4-FFF2-40B4-BE49-F238E27FC236}">
                  <a16:creationId xmlns:a16="http://schemas.microsoft.com/office/drawing/2014/main" id="{C83A41F9-2264-CB53-9B57-4284FF9976EE}"/>
                </a:ext>
              </a:extLst>
            </p:cNvPr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37;p1">
              <a:extLst>
                <a:ext uri="{FF2B5EF4-FFF2-40B4-BE49-F238E27FC236}">
                  <a16:creationId xmlns:a16="http://schemas.microsoft.com/office/drawing/2014/main" id="{B7C6AA22-B776-7BDA-ADD7-6FCE0BA88D95}"/>
                </a:ext>
              </a:extLst>
            </p:cNvPr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38;p1">
              <a:extLst>
                <a:ext uri="{FF2B5EF4-FFF2-40B4-BE49-F238E27FC236}">
                  <a16:creationId xmlns:a16="http://schemas.microsoft.com/office/drawing/2014/main" id="{633C2601-A772-F1DD-49C5-0BE21531E2C9}"/>
                </a:ext>
              </a:extLst>
            </p:cNvPr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15875" cap="flat" cmpd="sng">
              <a:solidFill>
                <a:schemeClr val="accent4">
                  <a:lumMod val="75000"/>
                  <a:alpha val="7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6" name="Picture 45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9AE064C8-5BC9-29B1-C551-29EF41EE6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597" y="6403397"/>
            <a:ext cx="453720" cy="46015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356CC6-01F3-7CEA-6138-1DE5D5F8E197}"/>
              </a:ext>
            </a:extLst>
          </p:cNvPr>
          <p:cNvCxnSpPr>
            <a:cxnSpLocks/>
          </p:cNvCxnSpPr>
          <p:nvPr/>
        </p:nvCxnSpPr>
        <p:spPr>
          <a:xfrm flipV="1">
            <a:off x="10584063" y="49882"/>
            <a:ext cx="0" cy="5744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2">
            <a:extLst>
              <a:ext uri="{FF2B5EF4-FFF2-40B4-BE49-F238E27FC236}">
                <a16:creationId xmlns:a16="http://schemas.microsoft.com/office/drawing/2014/main" id="{8B73018F-4001-5A13-1D08-0629F02A2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946" y="21975"/>
            <a:ext cx="1790020" cy="644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Title 1">
            <a:extLst>
              <a:ext uri="{FF2B5EF4-FFF2-40B4-BE49-F238E27FC236}">
                <a16:creationId xmlns:a16="http://schemas.microsoft.com/office/drawing/2014/main" id="{E9C3BC7D-D3AB-8D53-C73B-9823ACB6D92C}"/>
              </a:ext>
            </a:extLst>
          </p:cNvPr>
          <p:cNvSpPr txBox="1">
            <a:spLocks/>
          </p:cNvSpPr>
          <p:nvPr/>
        </p:nvSpPr>
        <p:spPr>
          <a:xfrm>
            <a:off x="153564" y="-66906"/>
            <a:ext cx="9948264" cy="763600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 Display" panose="02110004020202020204"/>
                <a:ea typeface="+mj-ea"/>
                <a:cs typeface="Helvetica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 Display" panose="02110004020202020204"/>
                <a:ea typeface="+mj-ea"/>
                <a:cs typeface="Helvetica" panose="020B0604020202020204" pitchFamily="34" charset="0"/>
              </a:rPr>
              <a:t>End to end Data Flow diagram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B3450C47-E277-8935-8385-A33968D1E640}"/>
              </a:ext>
            </a:extLst>
          </p:cNvPr>
          <p:cNvGrpSpPr/>
          <p:nvPr/>
        </p:nvGrpSpPr>
        <p:grpSpPr>
          <a:xfrm>
            <a:off x="145747" y="964139"/>
            <a:ext cx="11832849" cy="5362840"/>
            <a:chOff x="292891" y="964139"/>
            <a:chExt cx="11832849" cy="5362840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20D25D80-D4A3-D0D8-38DD-C7544C0FB22A}"/>
                </a:ext>
              </a:extLst>
            </p:cNvPr>
            <p:cNvGrpSpPr/>
            <p:nvPr/>
          </p:nvGrpSpPr>
          <p:grpSpPr>
            <a:xfrm>
              <a:off x="2026771" y="2609654"/>
              <a:ext cx="4107393" cy="1368775"/>
              <a:chOff x="2298896" y="3027387"/>
              <a:chExt cx="5018454" cy="1437021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B67E353F-8015-B479-D3CF-B1C7BE7CD0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8896" y="3027387"/>
                <a:ext cx="1077491" cy="1014418"/>
              </a:xfrm>
              <a:prstGeom prst="rect">
                <a:avLst/>
              </a:prstGeom>
            </p:spPr>
          </p:pic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5F9D8949-1213-6DE8-A343-80A71B9DEDB3}"/>
                  </a:ext>
                </a:extLst>
              </p:cNvPr>
              <p:cNvSpPr txBox="1"/>
              <p:nvPr/>
            </p:nvSpPr>
            <p:spPr>
              <a:xfrm>
                <a:off x="5887872" y="4108974"/>
                <a:ext cx="1429478" cy="355434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Database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B128B876-A8B1-BE68-7EEF-4719059CB761}"/>
                </a:ext>
              </a:extLst>
            </p:cNvPr>
            <p:cNvGrpSpPr/>
            <p:nvPr/>
          </p:nvGrpSpPr>
          <p:grpSpPr>
            <a:xfrm>
              <a:off x="3307823" y="2692304"/>
              <a:ext cx="1529168" cy="1415687"/>
              <a:chOff x="3463087" y="3084284"/>
              <a:chExt cx="1864525" cy="1667745"/>
            </a:xfrm>
          </p:grpSpPr>
          <p:pic>
            <p:nvPicPr>
              <p:cNvPr id="192" name="Picture 191">
                <a:extLst>
                  <a:ext uri="{FF2B5EF4-FFF2-40B4-BE49-F238E27FC236}">
                    <a16:creationId xmlns:a16="http://schemas.microsoft.com/office/drawing/2014/main" id="{78B47959-0D9C-4EB9-30BC-A2ADDDD515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rgbClr val="FFCC00">
                    <a:shade val="45000"/>
                    <a:satMod val="135000"/>
                  </a:srgb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3926632" y="3084284"/>
                <a:ext cx="879846" cy="1051369"/>
              </a:xfrm>
              <a:prstGeom prst="rect">
                <a:avLst/>
              </a:prstGeom>
            </p:spPr>
          </p:pic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A34C61D6-627E-8C9E-EE62-AC1A95050C64}"/>
                  </a:ext>
                </a:extLst>
              </p:cNvPr>
              <p:cNvSpPr txBox="1"/>
              <p:nvPr/>
            </p:nvSpPr>
            <p:spPr>
              <a:xfrm>
                <a:off x="3463087" y="4135652"/>
                <a:ext cx="1864525" cy="616377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News Segregator Agent</a:t>
                </a:r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264F67B1-5320-F4F2-02DD-93D1A598BF18}"/>
                </a:ext>
              </a:extLst>
            </p:cNvPr>
            <p:cNvGrpSpPr/>
            <p:nvPr/>
          </p:nvGrpSpPr>
          <p:grpSpPr>
            <a:xfrm>
              <a:off x="4597202" y="1081066"/>
              <a:ext cx="1703890" cy="1026482"/>
              <a:chOff x="5746255" y="3096705"/>
              <a:chExt cx="1703890" cy="1026482"/>
            </a:xfrm>
          </p:grpSpPr>
          <p:pic>
            <p:nvPicPr>
              <p:cNvPr id="190" name="Picture 8" descr="Filter - Free marketing icons">
                <a:extLst>
                  <a:ext uri="{FF2B5EF4-FFF2-40B4-BE49-F238E27FC236}">
                    <a16:creationId xmlns:a16="http://schemas.microsoft.com/office/drawing/2014/main" id="{90549CAC-951E-B94C-C561-088854D77D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9920" y="3096705"/>
                <a:ext cx="701049" cy="7010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96849097-0FC6-27A4-B80F-BDDFFE1F5EA4}"/>
                  </a:ext>
                </a:extLst>
              </p:cNvPr>
              <p:cNvSpPr txBox="1"/>
              <p:nvPr/>
            </p:nvSpPr>
            <p:spPr>
              <a:xfrm>
                <a:off x="5746255" y="3784633"/>
                <a:ext cx="1703890" cy="338554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User Preferences</a:t>
                </a: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4C950F8C-6C9B-4ECE-7376-DEE65EF1E8C4}"/>
                </a:ext>
              </a:extLst>
            </p:cNvPr>
            <p:cNvGrpSpPr/>
            <p:nvPr/>
          </p:nvGrpSpPr>
          <p:grpSpPr>
            <a:xfrm>
              <a:off x="6574463" y="964139"/>
              <a:ext cx="1314664" cy="4766483"/>
              <a:chOff x="5915239" y="859440"/>
              <a:chExt cx="1746422" cy="4968070"/>
            </a:xfrm>
          </p:grpSpPr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14D5F097-C770-92B7-870E-34C020FFD375}"/>
                  </a:ext>
                </a:extLst>
              </p:cNvPr>
              <p:cNvGrpSpPr/>
              <p:nvPr/>
            </p:nvGrpSpPr>
            <p:grpSpPr>
              <a:xfrm>
                <a:off x="5915239" y="1059838"/>
                <a:ext cx="1746422" cy="4767672"/>
                <a:chOff x="6085367" y="1059838"/>
                <a:chExt cx="1746422" cy="4767672"/>
              </a:xfrm>
            </p:grpSpPr>
            <p:grpSp>
              <p:nvGrpSpPr>
                <p:cNvPr id="181" name="Group 180">
                  <a:extLst>
                    <a:ext uri="{FF2B5EF4-FFF2-40B4-BE49-F238E27FC236}">
                      <a16:creationId xmlns:a16="http://schemas.microsoft.com/office/drawing/2014/main" id="{BE6F8835-060D-5DE7-869A-B219C0519D1F}"/>
                    </a:ext>
                  </a:extLst>
                </p:cNvPr>
                <p:cNvGrpSpPr/>
                <p:nvPr/>
              </p:nvGrpSpPr>
              <p:grpSpPr>
                <a:xfrm>
                  <a:off x="6096000" y="1059838"/>
                  <a:ext cx="1703890" cy="1687468"/>
                  <a:chOff x="6061835" y="1510940"/>
                  <a:chExt cx="1703890" cy="1687468"/>
                </a:xfrm>
              </p:grpSpPr>
              <p:pic>
                <p:nvPicPr>
                  <p:cNvPr id="188" name="Picture 10" descr="Company - Free business icons">
                    <a:extLst>
                      <a:ext uri="{FF2B5EF4-FFF2-40B4-BE49-F238E27FC236}">
                        <a16:creationId xmlns:a16="http://schemas.microsoft.com/office/drawing/2014/main" id="{7281993C-DE91-9FBD-21DB-86476665BE9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498282" y="1510940"/>
                    <a:ext cx="830997" cy="83099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189" name="TextBox 188">
                    <a:extLst>
                      <a:ext uri="{FF2B5EF4-FFF2-40B4-BE49-F238E27FC236}">
                        <a16:creationId xmlns:a16="http://schemas.microsoft.com/office/drawing/2014/main" id="{88BF0E80-A40C-B120-0E45-5E801F7D79BF}"/>
                      </a:ext>
                    </a:extLst>
                  </p:cNvPr>
                  <p:cNvSpPr txBox="1"/>
                  <p:nvPr/>
                </p:nvSpPr>
                <p:spPr>
                  <a:xfrm>
                    <a:off x="6061835" y="2428504"/>
                    <a:ext cx="1703890" cy="769904"/>
                  </a:xfrm>
                  <a:prstGeom prst="rect">
                    <a:avLst/>
                  </a:prstGeom>
                  <a:noFill/>
                  <a:ln w="3175">
                    <a:noFill/>
                  </a:ln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>
                        <a:solidFill>
                          <a:schemeClr val="bg1">
                            <a:lumMod val="50000"/>
                          </a:schemeClr>
                        </a:solidFill>
                      </a:defRPr>
                    </a:lvl1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Holding Company News</a:t>
                    </a:r>
                  </a:p>
                </p:txBody>
              </p:sp>
            </p:grpSp>
            <p:grpSp>
              <p:nvGrpSpPr>
                <p:cNvPr id="182" name="Group 181">
                  <a:extLst>
                    <a:ext uri="{FF2B5EF4-FFF2-40B4-BE49-F238E27FC236}">
                      <a16:creationId xmlns:a16="http://schemas.microsoft.com/office/drawing/2014/main" id="{F1375D6D-A62B-85EF-13F0-7014432CC2F9}"/>
                    </a:ext>
                  </a:extLst>
                </p:cNvPr>
                <p:cNvGrpSpPr/>
                <p:nvPr/>
              </p:nvGrpSpPr>
              <p:grpSpPr>
                <a:xfrm>
                  <a:off x="6085367" y="2919154"/>
                  <a:ext cx="1703890" cy="1416677"/>
                  <a:chOff x="6158869" y="4095363"/>
                  <a:chExt cx="1703890" cy="1416677"/>
                </a:xfrm>
              </p:grpSpPr>
              <p:sp>
                <p:nvSpPr>
                  <p:cNvPr id="186" name="TextBox 185">
                    <a:extLst>
                      <a:ext uri="{FF2B5EF4-FFF2-40B4-BE49-F238E27FC236}">
                        <a16:creationId xmlns:a16="http://schemas.microsoft.com/office/drawing/2014/main" id="{E97F7FE8-682D-109D-6CFC-6F51849D16C3}"/>
                      </a:ext>
                    </a:extLst>
                  </p:cNvPr>
                  <p:cNvSpPr txBox="1"/>
                  <p:nvPr/>
                </p:nvSpPr>
                <p:spPr>
                  <a:xfrm>
                    <a:off x="6158869" y="4742136"/>
                    <a:ext cx="1703890" cy="769904"/>
                  </a:xfrm>
                  <a:prstGeom prst="rect">
                    <a:avLst/>
                  </a:prstGeom>
                  <a:noFill/>
                  <a:ln w="3175">
                    <a:noFill/>
                  </a:ln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>
                        <a:solidFill>
                          <a:schemeClr val="bg1">
                            <a:lumMod val="50000"/>
                          </a:schemeClr>
                        </a:solidFill>
                      </a:defRPr>
                    </a:lvl1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Competitor Company News</a:t>
                    </a:r>
                  </a:p>
                </p:txBody>
              </p:sp>
              <p:pic>
                <p:nvPicPr>
                  <p:cNvPr id="187" name="Picture 12" descr="Competitor analysis - Free business and finance icons">
                    <a:extLst>
                      <a:ext uri="{FF2B5EF4-FFF2-40B4-BE49-F238E27FC236}">
                        <a16:creationId xmlns:a16="http://schemas.microsoft.com/office/drawing/2014/main" id="{94B19E99-0621-A4CB-A6C1-C1E17888FC8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572968" y="4095363"/>
                    <a:ext cx="875692" cy="730021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F1945AFD-50FF-327C-96BA-D13DD88A013E}"/>
                    </a:ext>
                  </a:extLst>
                </p:cNvPr>
                <p:cNvGrpSpPr/>
                <p:nvPr/>
              </p:nvGrpSpPr>
              <p:grpSpPr>
                <a:xfrm>
                  <a:off x="6127899" y="4491761"/>
                  <a:ext cx="1703890" cy="1335749"/>
                  <a:chOff x="6148380" y="5164201"/>
                  <a:chExt cx="1703890" cy="1335749"/>
                </a:xfrm>
              </p:grpSpPr>
              <p:sp>
                <p:nvSpPr>
                  <p:cNvPr id="184" name="TextBox 183">
                    <a:extLst>
                      <a:ext uri="{FF2B5EF4-FFF2-40B4-BE49-F238E27FC236}">
                        <a16:creationId xmlns:a16="http://schemas.microsoft.com/office/drawing/2014/main" id="{B63B4944-F71E-1B24-84DC-0B256B049099}"/>
                      </a:ext>
                    </a:extLst>
                  </p:cNvPr>
                  <p:cNvSpPr txBox="1"/>
                  <p:nvPr/>
                </p:nvSpPr>
                <p:spPr>
                  <a:xfrm>
                    <a:off x="6148380" y="5954602"/>
                    <a:ext cx="1703890" cy="545348"/>
                  </a:xfrm>
                  <a:prstGeom prst="rect">
                    <a:avLst/>
                  </a:prstGeom>
                  <a:noFill/>
                  <a:ln w="3175">
                    <a:noFill/>
                  </a:ln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>
                        <a:solidFill>
                          <a:schemeClr val="bg1">
                            <a:lumMod val="50000"/>
                          </a:schemeClr>
                        </a:solidFill>
                      </a:defRPr>
                    </a:lvl1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Regulatory News</a:t>
                    </a:r>
                  </a:p>
                </p:txBody>
              </p:sp>
              <p:pic>
                <p:nvPicPr>
                  <p:cNvPr id="185" name="Picture 14" descr="Regulatory compliance - Free security icons">
                    <a:extLst>
                      <a:ext uri="{FF2B5EF4-FFF2-40B4-BE49-F238E27FC236}">
                        <a16:creationId xmlns:a16="http://schemas.microsoft.com/office/drawing/2014/main" id="{FAA9F32C-5CDA-9A33-3FAD-ECEF68122C3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572328" y="5164201"/>
                    <a:ext cx="834729" cy="83473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sp>
            <p:nvSpPr>
              <p:cNvPr id="180" name="Rectangle: Rounded Corners 179">
                <a:extLst>
                  <a:ext uri="{FF2B5EF4-FFF2-40B4-BE49-F238E27FC236}">
                    <a16:creationId xmlns:a16="http://schemas.microsoft.com/office/drawing/2014/main" id="{91AAD7DB-B87E-A567-FA01-20884B6BA19A}"/>
                  </a:ext>
                </a:extLst>
              </p:cNvPr>
              <p:cNvSpPr/>
              <p:nvPr/>
            </p:nvSpPr>
            <p:spPr>
              <a:xfrm>
                <a:off x="5962061" y="859440"/>
                <a:ext cx="1657068" cy="4938722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FFFFFF">
                    <a:lumMod val="50000"/>
                  </a:srgbClr>
                </a:solidFill>
                <a:prstDash val="lg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209D15D8-875A-88D8-89A4-1C2A6CD48457}"/>
                </a:ext>
              </a:extLst>
            </p:cNvPr>
            <p:cNvGrpSpPr/>
            <p:nvPr/>
          </p:nvGrpSpPr>
          <p:grpSpPr>
            <a:xfrm>
              <a:off x="8387468" y="1014786"/>
              <a:ext cx="1022432" cy="4738324"/>
              <a:chOff x="7874277" y="870326"/>
              <a:chExt cx="1153387" cy="4938722"/>
            </a:xfrm>
          </p:grpSpPr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6C592211-5F99-5AE7-A83D-F537CE06FA83}"/>
                  </a:ext>
                </a:extLst>
              </p:cNvPr>
              <p:cNvGrpSpPr/>
              <p:nvPr/>
            </p:nvGrpSpPr>
            <p:grpSpPr>
              <a:xfrm>
                <a:off x="7884354" y="1206355"/>
                <a:ext cx="1143310" cy="1179156"/>
                <a:chOff x="7884354" y="1206355"/>
                <a:chExt cx="1143310" cy="1179156"/>
              </a:xfrm>
            </p:grpSpPr>
            <p:pic>
              <p:nvPicPr>
                <p:cNvPr id="177" name="Picture 176">
                  <a:extLst>
                    <a:ext uri="{FF2B5EF4-FFF2-40B4-BE49-F238E27FC236}">
                      <a16:creationId xmlns:a16="http://schemas.microsoft.com/office/drawing/2014/main" id="{B90C0D94-96C0-FD74-2228-D909F5CF3E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duotone>
                    <a:srgbClr val="008567">
                      <a:shade val="45000"/>
                      <a:satMod val="135000"/>
                    </a:srgb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976618" y="1206355"/>
                  <a:ext cx="958783" cy="896772"/>
                </a:xfrm>
                <a:prstGeom prst="rect">
                  <a:avLst/>
                </a:prstGeom>
              </p:spPr>
            </p:pic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BA5507C1-13FF-5B80-CB86-45E40C944920}"/>
                    </a:ext>
                  </a:extLst>
                </p:cNvPr>
                <p:cNvSpPr txBox="1"/>
                <p:nvPr/>
              </p:nvSpPr>
              <p:spPr>
                <a:xfrm>
                  <a:off x="7884354" y="2128876"/>
                  <a:ext cx="1143310" cy="256635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900" b="0" i="0" u="none" strike="noStrike" cap="none" spc="0" normalizeH="0" baseline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Aptos" panose="02110004020202020204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Agent 1</a:t>
                  </a:r>
                </a:p>
              </p:txBody>
            </p:sp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5E80CF99-6B27-1883-0C54-6305EDC9AE00}"/>
                  </a:ext>
                </a:extLst>
              </p:cNvPr>
              <p:cNvGrpSpPr/>
              <p:nvPr/>
            </p:nvGrpSpPr>
            <p:grpSpPr>
              <a:xfrm>
                <a:off x="7884354" y="2857975"/>
                <a:ext cx="1143310" cy="1175725"/>
                <a:chOff x="7884354" y="2857975"/>
                <a:chExt cx="1143310" cy="1175725"/>
              </a:xfrm>
            </p:grpSpPr>
            <p:pic>
              <p:nvPicPr>
                <p:cNvPr id="175" name="Picture 174">
                  <a:extLst>
                    <a:ext uri="{FF2B5EF4-FFF2-40B4-BE49-F238E27FC236}">
                      <a16:creationId xmlns:a16="http://schemas.microsoft.com/office/drawing/2014/main" id="{392B3E0F-77E1-77E2-DC16-EB4E40EAD8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duotone>
                    <a:srgbClr val="00FAC2">
                      <a:shade val="45000"/>
                      <a:satMod val="135000"/>
                    </a:srgb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976617" y="2857975"/>
                  <a:ext cx="854781" cy="906937"/>
                </a:xfrm>
                <a:prstGeom prst="rect">
                  <a:avLst/>
                </a:prstGeom>
              </p:spPr>
            </p:pic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03D43AC-83FA-A6BC-21DB-93A380690011}"/>
                    </a:ext>
                  </a:extLst>
                </p:cNvPr>
                <p:cNvSpPr txBox="1"/>
                <p:nvPr/>
              </p:nvSpPr>
              <p:spPr>
                <a:xfrm>
                  <a:off x="7884354" y="3777066"/>
                  <a:ext cx="1143310" cy="256634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900" b="0" i="0" u="none" strike="noStrike" cap="none" spc="0" normalizeH="0" baseline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Aptos" panose="02110004020202020204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Agent 2</a:t>
                  </a:r>
                </a:p>
              </p:txBody>
            </p:sp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D2B0068E-8E1A-6E80-92E5-5CF45F124C06}"/>
                  </a:ext>
                </a:extLst>
              </p:cNvPr>
              <p:cNvGrpSpPr/>
              <p:nvPr/>
            </p:nvGrpSpPr>
            <p:grpSpPr>
              <a:xfrm>
                <a:off x="7874277" y="4511029"/>
                <a:ext cx="1143310" cy="1127509"/>
                <a:chOff x="7874277" y="4511029"/>
                <a:chExt cx="1143310" cy="1127509"/>
              </a:xfrm>
            </p:grpSpPr>
            <p:pic>
              <p:nvPicPr>
                <p:cNvPr id="173" name="Picture 172">
                  <a:extLst>
                    <a:ext uri="{FF2B5EF4-FFF2-40B4-BE49-F238E27FC236}">
                      <a16:creationId xmlns:a16="http://schemas.microsoft.com/office/drawing/2014/main" id="{E81DB043-367D-0FB7-0E90-99B30495D6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duotone>
                    <a:srgbClr val="CC0066">
                      <a:shade val="45000"/>
                      <a:satMod val="135000"/>
                    </a:srgb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996668" y="4511029"/>
                  <a:ext cx="834730" cy="815882"/>
                </a:xfrm>
                <a:prstGeom prst="rect">
                  <a:avLst/>
                </a:prstGeom>
              </p:spPr>
            </p:pic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92AD10FB-264D-3741-27AF-C0C7EA8A317E}"/>
                    </a:ext>
                  </a:extLst>
                </p:cNvPr>
                <p:cNvSpPr txBox="1"/>
                <p:nvPr/>
              </p:nvSpPr>
              <p:spPr>
                <a:xfrm>
                  <a:off x="7874277" y="5381904"/>
                  <a:ext cx="1143310" cy="256634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900" b="0" i="0" u="none" strike="noStrike" cap="none" spc="0" normalizeH="0" baseline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Aptos" panose="02110004020202020204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Agent 3</a:t>
                  </a:r>
                </a:p>
              </p:txBody>
            </p:sp>
          </p:grpSp>
          <p:sp>
            <p:nvSpPr>
              <p:cNvPr id="172" name="Rectangle: Rounded Corners 171">
                <a:extLst>
                  <a:ext uri="{FF2B5EF4-FFF2-40B4-BE49-F238E27FC236}">
                    <a16:creationId xmlns:a16="http://schemas.microsoft.com/office/drawing/2014/main" id="{863A0827-3CE6-2733-F552-7B029227C829}"/>
                  </a:ext>
                </a:extLst>
              </p:cNvPr>
              <p:cNvSpPr/>
              <p:nvPr/>
            </p:nvSpPr>
            <p:spPr>
              <a:xfrm>
                <a:off x="7910817" y="870326"/>
                <a:ext cx="1084948" cy="4938722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FFFFFF">
                    <a:lumMod val="50000"/>
                  </a:srgbClr>
                </a:solidFill>
                <a:prstDash val="lg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28D992BE-CC55-B897-5A39-BCA57F22A5DA}"/>
                </a:ext>
              </a:extLst>
            </p:cNvPr>
            <p:cNvGrpSpPr/>
            <p:nvPr/>
          </p:nvGrpSpPr>
          <p:grpSpPr>
            <a:xfrm>
              <a:off x="10164194" y="2104554"/>
              <a:ext cx="1658073" cy="1422181"/>
              <a:chOff x="6939394" y="4957766"/>
              <a:chExt cx="1658073" cy="1422181"/>
            </a:xfrm>
          </p:grpSpPr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5B7F8232-7134-376B-6AD5-CA5635A81200}"/>
                  </a:ext>
                </a:extLst>
              </p:cNvPr>
              <p:cNvSpPr txBox="1"/>
              <p:nvPr/>
            </p:nvSpPr>
            <p:spPr>
              <a:xfrm>
                <a:off x="7110562" y="6041393"/>
                <a:ext cx="1326248" cy="338554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600" b="0" i="0" u="none" strike="noStrike" cap="none" spc="0" normalizeH="0" baseline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Dashboard</a:t>
                </a:r>
              </a:p>
            </p:txBody>
          </p: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0AAB1B76-744C-3283-3C94-8494CDF5B350}"/>
                  </a:ext>
                </a:extLst>
              </p:cNvPr>
              <p:cNvGrpSpPr/>
              <p:nvPr/>
            </p:nvGrpSpPr>
            <p:grpSpPr>
              <a:xfrm>
                <a:off x="6939394" y="4957766"/>
                <a:ext cx="1658073" cy="1069899"/>
                <a:chOff x="6939394" y="4957766"/>
                <a:chExt cx="1658073" cy="1069899"/>
              </a:xfrm>
            </p:grpSpPr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920519A5-6F5A-8A42-5836-957DA6888A3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6949908" y="4957766"/>
                  <a:ext cx="1647559" cy="1069899"/>
                  <a:chOff x="5485857" y="3416207"/>
                  <a:chExt cx="1215926" cy="812054"/>
                </a:xfrm>
              </p:grpSpPr>
              <p:sp>
                <p:nvSpPr>
                  <p:cNvPr id="164" name="Rectangle 163">
                    <a:extLst>
                      <a:ext uri="{FF2B5EF4-FFF2-40B4-BE49-F238E27FC236}">
                        <a16:creationId xmlns:a16="http://schemas.microsoft.com/office/drawing/2014/main" id="{36DCAD6F-80FF-7012-7198-FD7E76389E10}"/>
                      </a:ext>
                    </a:extLst>
                  </p:cNvPr>
                  <p:cNvSpPr/>
                  <p:nvPr/>
                </p:nvSpPr>
                <p:spPr>
                  <a:xfrm>
                    <a:off x="5485859" y="3451626"/>
                    <a:ext cx="1215924" cy="536263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165" name="Group 164">
                    <a:extLst>
                      <a:ext uri="{FF2B5EF4-FFF2-40B4-BE49-F238E27FC236}">
                        <a16:creationId xmlns:a16="http://schemas.microsoft.com/office/drawing/2014/main" id="{D907A659-0EDB-F21C-2514-A43EB998B7AA}"/>
                      </a:ext>
                    </a:extLst>
                  </p:cNvPr>
                  <p:cNvGrpSpPr/>
                  <p:nvPr/>
                </p:nvGrpSpPr>
                <p:grpSpPr>
                  <a:xfrm>
                    <a:off x="5485857" y="3416207"/>
                    <a:ext cx="1215925" cy="812054"/>
                    <a:chOff x="3238515" y="3277773"/>
                    <a:chExt cx="8439741" cy="6718698"/>
                  </a:xfrm>
                </p:grpSpPr>
                <p:sp>
                  <p:nvSpPr>
                    <p:cNvPr id="166" name="Freeform 5">
                      <a:extLst>
                        <a:ext uri="{FF2B5EF4-FFF2-40B4-BE49-F238E27FC236}">
                          <a16:creationId xmlns:a16="http://schemas.microsoft.com/office/drawing/2014/main" id="{79A6AF72-09BD-9759-0FF9-F647C06FC49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>
                      <a:off x="5897314" y="9055966"/>
                      <a:ext cx="3055958" cy="940505"/>
                    </a:xfrm>
                    <a:custGeom>
                      <a:avLst/>
                      <a:gdLst>
                        <a:gd name="T0" fmla="*/ 395 w 468"/>
                        <a:gd name="T1" fmla="*/ 91 h 144"/>
                        <a:gd name="T2" fmla="*/ 366 w 468"/>
                        <a:gd name="T3" fmla="*/ 0 h 144"/>
                        <a:gd name="T4" fmla="*/ 239 w 468"/>
                        <a:gd name="T5" fmla="*/ 0 h 144"/>
                        <a:gd name="T6" fmla="*/ 229 w 468"/>
                        <a:gd name="T7" fmla="*/ 0 h 144"/>
                        <a:gd name="T8" fmla="*/ 102 w 468"/>
                        <a:gd name="T9" fmla="*/ 0 h 144"/>
                        <a:gd name="T10" fmla="*/ 72 w 468"/>
                        <a:gd name="T11" fmla="*/ 91 h 144"/>
                        <a:gd name="T12" fmla="*/ 77 w 468"/>
                        <a:gd name="T13" fmla="*/ 144 h 144"/>
                        <a:gd name="T14" fmla="*/ 229 w 468"/>
                        <a:gd name="T15" fmla="*/ 144 h 144"/>
                        <a:gd name="T16" fmla="*/ 239 w 468"/>
                        <a:gd name="T17" fmla="*/ 144 h 144"/>
                        <a:gd name="T18" fmla="*/ 391 w 468"/>
                        <a:gd name="T19" fmla="*/ 144 h 144"/>
                        <a:gd name="T20" fmla="*/ 395 w 468"/>
                        <a:gd name="T21" fmla="*/ 91 h 14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468" h="144">
                          <a:moveTo>
                            <a:pt x="395" y="91"/>
                          </a:moveTo>
                          <a:cubicBezTo>
                            <a:pt x="367" y="62"/>
                            <a:pt x="366" y="0"/>
                            <a:pt x="366" y="0"/>
                          </a:cubicBezTo>
                          <a:cubicBezTo>
                            <a:pt x="239" y="0"/>
                            <a:pt x="239" y="0"/>
                            <a:pt x="239" y="0"/>
                          </a:cubicBezTo>
                          <a:cubicBezTo>
                            <a:pt x="229" y="0"/>
                            <a:pt x="229" y="0"/>
                            <a:pt x="229" y="0"/>
                          </a:cubicBezTo>
                          <a:cubicBezTo>
                            <a:pt x="102" y="0"/>
                            <a:pt x="102" y="0"/>
                            <a:pt x="102" y="0"/>
                          </a:cubicBezTo>
                          <a:cubicBezTo>
                            <a:pt x="102" y="0"/>
                            <a:pt x="101" y="62"/>
                            <a:pt x="72" y="91"/>
                          </a:cubicBezTo>
                          <a:cubicBezTo>
                            <a:pt x="44" y="120"/>
                            <a:pt x="0" y="144"/>
                            <a:pt x="77" y="144"/>
                          </a:cubicBezTo>
                          <a:cubicBezTo>
                            <a:pt x="138" y="144"/>
                            <a:pt x="205" y="144"/>
                            <a:pt x="229" y="144"/>
                          </a:cubicBezTo>
                          <a:cubicBezTo>
                            <a:pt x="235" y="144"/>
                            <a:pt x="239" y="144"/>
                            <a:pt x="239" y="144"/>
                          </a:cubicBezTo>
                          <a:cubicBezTo>
                            <a:pt x="263" y="144"/>
                            <a:pt x="329" y="144"/>
                            <a:pt x="391" y="144"/>
                          </a:cubicBezTo>
                          <a:cubicBezTo>
                            <a:pt x="468" y="144"/>
                            <a:pt x="423" y="120"/>
                            <a:pt x="395" y="9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63000">
                          <a:srgbClr val="6D6F73"/>
                        </a:gs>
                        <a:gs pos="38000">
                          <a:srgbClr val="A7A9AC"/>
                        </a:gs>
                        <a:gs pos="19000">
                          <a:srgbClr val="E0E1E2"/>
                        </a:gs>
                        <a:gs pos="0">
                          <a:srgbClr val="6D6F73"/>
                        </a:gs>
                        <a:gs pos="100000">
                          <a:srgbClr val="A7A9AC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  <a:effectLst/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Helvetica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67" name="Freeform 7">
                      <a:extLst>
                        <a:ext uri="{FF2B5EF4-FFF2-40B4-BE49-F238E27FC236}">
                          <a16:creationId xmlns:a16="http://schemas.microsoft.com/office/drawing/2014/main" id="{2408C7A5-086B-32C6-8FCA-9AFE3301E04D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 flipH="1">
                      <a:off x="3238515" y="3277773"/>
                      <a:ext cx="8439741" cy="5047297"/>
                    </a:xfrm>
                    <a:custGeom>
                      <a:avLst/>
                      <a:gdLst>
                        <a:gd name="T0" fmla="*/ 1254 w 1292"/>
                        <a:gd name="T1" fmla="*/ 0 h 772"/>
                        <a:gd name="T2" fmla="*/ 658 w 1292"/>
                        <a:gd name="T3" fmla="*/ 0 h 772"/>
                        <a:gd name="T4" fmla="*/ 637 w 1292"/>
                        <a:gd name="T5" fmla="*/ 0 h 772"/>
                        <a:gd name="T6" fmla="*/ 41 w 1292"/>
                        <a:gd name="T7" fmla="*/ 0 h 772"/>
                        <a:gd name="T8" fmla="*/ 0 w 1292"/>
                        <a:gd name="T9" fmla="*/ 36 h 772"/>
                        <a:gd name="T10" fmla="*/ 0 w 1292"/>
                        <a:gd name="T11" fmla="*/ 772 h 772"/>
                        <a:gd name="T12" fmla="*/ 1292 w 1292"/>
                        <a:gd name="T13" fmla="*/ 772 h 772"/>
                        <a:gd name="T14" fmla="*/ 1292 w 1292"/>
                        <a:gd name="T15" fmla="*/ 36 h 772"/>
                        <a:gd name="T16" fmla="*/ 1254 w 1292"/>
                        <a:gd name="T17" fmla="*/ 0 h 772"/>
                        <a:gd name="T18" fmla="*/ 1236 w 1292"/>
                        <a:gd name="T19" fmla="*/ 716 h 772"/>
                        <a:gd name="T20" fmla="*/ 56 w 1292"/>
                        <a:gd name="T21" fmla="*/ 716 h 772"/>
                        <a:gd name="T22" fmla="*/ 56 w 1292"/>
                        <a:gd name="T23" fmla="*/ 48 h 772"/>
                        <a:gd name="T24" fmla="*/ 1236 w 1292"/>
                        <a:gd name="T25" fmla="*/ 48 h 772"/>
                        <a:gd name="T26" fmla="*/ 1236 w 1292"/>
                        <a:gd name="T27" fmla="*/ 716 h 77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1292" h="772">
                          <a:moveTo>
                            <a:pt x="1254" y="0"/>
                          </a:moveTo>
                          <a:cubicBezTo>
                            <a:pt x="658" y="0"/>
                            <a:pt x="658" y="0"/>
                            <a:pt x="658" y="0"/>
                          </a:cubicBezTo>
                          <a:cubicBezTo>
                            <a:pt x="637" y="0"/>
                            <a:pt x="637" y="0"/>
                            <a:pt x="637" y="0"/>
                          </a:cubicBezTo>
                          <a:cubicBezTo>
                            <a:pt x="41" y="0"/>
                            <a:pt x="41" y="0"/>
                            <a:pt x="41" y="0"/>
                          </a:cubicBezTo>
                          <a:cubicBezTo>
                            <a:pt x="20" y="0"/>
                            <a:pt x="0" y="15"/>
                            <a:pt x="0" y="36"/>
                          </a:cubicBezTo>
                          <a:cubicBezTo>
                            <a:pt x="0" y="772"/>
                            <a:pt x="0" y="772"/>
                            <a:pt x="0" y="772"/>
                          </a:cubicBezTo>
                          <a:cubicBezTo>
                            <a:pt x="1292" y="772"/>
                            <a:pt x="1292" y="772"/>
                            <a:pt x="1292" y="772"/>
                          </a:cubicBezTo>
                          <a:cubicBezTo>
                            <a:pt x="1292" y="36"/>
                            <a:pt x="1292" y="36"/>
                            <a:pt x="1292" y="36"/>
                          </a:cubicBezTo>
                          <a:cubicBezTo>
                            <a:pt x="1292" y="15"/>
                            <a:pt x="1275" y="0"/>
                            <a:pt x="1254" y="0"/>
                          </a:cubicBezTo>
                          <a:close/>
                          <a:moveTo>
                            <a:pt x="1236" y="716"/>
                          </a:moveTo>
                          <a:cubicBezTo>
                            <a:pt x="56" y="716"/>
                            <a:pt x="56" y="716"/>
                            <a:pt x="56" y="716"/>
                          </a:cubicBezTo>
                          <a:cubicBezTo>
                            <a:pt x="56" y="48"/>
                            <a:pt x="56" y="48"/>
                            <a:pt x="56" y="48"/>
                          </a:cubicBezTo>
                          <a:cubicBezTo>
                            <a:pt x="1236" y="48"/>
                            <a:pt x="1236" y="48"/>
                            <a:pt x="1236" y="48"/>
                          </a:cubicBezTo>
                          <a:lnTo>
                            <a:pt x="1236" y="71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Helvetica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68" name="Freeform 8">
                      <a:extLst>
                        <a:ext uri="{FF2B5EF4-FFF2-40B4-BE49-F238E27FC236}">
                          <a16:creationId xmlns:a16="http://schemas.microsoft.com/office/drawing/2014/main" id="{D2E26D50-CB52-F027-49E0-0C2D31FB53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>
                      <a:off x="3238520" y="8325085"/>
                      <a:ext cx="8439736" cy="730894"/>
                    </a:xfrm>
                    <a:custGeom>
                      <a:avLst/>
                      <a:gdLst>
                        <a:gd name="T0" fmla="*/ 0 w 1292"/>
                        <a:gd name="T1" fmla="*/ 70 h 112"/>
                        <a:gd name="T2" fmla="*/ 41 w 1292"/>
                        <a:gd name="T3" fmla="*/ 112 h 112"/>
                        <a:gd name="T4" fmla="*/ 637 w 1292"/>
                        <a:gd name="T5" fmla="*/ 112 h 112"/>
                        <a:gd name="T6" fmla="*/ 658 w 1292"/>
                        <a:gd name="T7" fmla="*/ 112 h 112"/>
                        <a:gd name="T8" fmla="*/ 1254 w 1292"/>
                        <a:gd name="T9" fmla="*/ 112 h 112"/>
                        <a:gd name="T10" fmla="*/ 1292 w 1292"/>
                        <a:gd name="T11" fmla="*/ 70 h 112"/>
                        <a:gd name="T12" fmla="*/ 1292 w 1292"/>
                        <a:gd name="T13" fmla="*/ 0 h 112"/>
                        <a:gd name="T14" fmla="*/ 0 w 1292"/>
                        <a:gd name="T15" fmla="*/ 0 h 112"/>
                        <a:gd name="T16" fmla="*/ 0 w 1292"/>
                        <a:gd name="T17" fmla="*/ 70 h 11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1292" h="112">
                          <a:moveTo>
                            <a:pt x="0" y="70"/>
                          </a:moveTo>
                          <a:cubicBezTo>
                            <a:pt x="0" y="91"/>
                            <a:pt x="20" y="112"/>
                            <a:pt x="41" y="112"/>
                          </a:cubicBezTo>
                          <a:cubicBezTo>
                            <a:pt x="637" y="112"/>
                            <a:pt x="637" y="112"/>
                            <a:pt x="637" y="112"/>
                          </a:cubicBezTo>
                          <a:cubicBezTo>
                            <a:pt x="658" y="112"/>
                            <a:pt x="658" y="112"/>
                            <a:pt x="658" y="112"/>
                          </a:cubicBezTo>
                          <a:cubicBezTo>
                            <a:pt x="1254" y="112"/>
                            <a:pt x="1254" y="112"/>
                            <a:pt x="1254" y="112"/>
                          </a:cubicBezTo>
                          <a:cubicBezTo>
                            <a:pt x="1275" y="112"/>
                            <a:pt x="1292" y="91"/>
                            <a:pt x="1292" y="70"/>
                          </a:cubicBezTo>
                          <a:cubicBezTo>
                            <a:pt x="1292" y="0"/>
                            <a:pt x="1292" y="0"/>
                            <a:pt x="1292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lnTo>
                            <a:pt x="0" y="7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898A8F"/>
                        </a:gs>
                        <a:gs pos="100000">
                          <a:srgbClr val="DBDDE0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  <a:effectLst/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Helvetica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pic>
              <p:nvPicPr>
                <p:cNvPr id="163" name="Picture 162">
                  <a:extLst>
                    <a:ext uri="{FF2B5EF4-FFF2-40B4-BE49-F238E27FC236}">
                      <a16:creationId xmlns:a16="http://schemas.microsoft.com/office/drawing/2014/main" id="{914825AC-2CC2-45B0-D409-254F4FCC18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39394" y="4983405"/>
                  <a:ext cx="1647555" cy="766859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03BF4DCE-4CBB-3674-48A6-72863EEA3A97}"/>
                </a:ext>
              </a:extLst>
            </p:cNvPr>
            <p:cNvCxnSpPr>
              <a:cxnSpLocks/>
            </p:cNvCxnSpPr>
            <p:nvPr/>
          </p:nvCxnSpPr>
          <p:spPr>
            <a:xfrm>
              <a:off x="1463264" y="3204211"/>
              <a:ext cx="59876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8567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80524DC2-8B44-2B6D-5DD6-6A27926058CF}"/>
                </a:ext>
              </a:extLst>
            </p:cNvPr>
            <p:cNvCxnSpPr>
              <a:cxnSpLocks/>
            </p:cNvCxnSpPr>
            <p:nvPr/>
          </p:nvCxnSpPr>
          <p:spPr>
            <a:xfrm>
              <a:off x="2944314" y="3182946"/>
              <a:ext cx="707682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8567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F7944DEB-D1DD-2580-D3BE-A72FF7A15D4C}"/>
                </a:ext>
              </a:extLst>
            </p:cNvPr>
            <p:cNvCxnSpPr>
              <a:cxnSpLocks/>
            </p:cNvCxnSpPr>
            <p:nvPr/>
          </p:nvCxnSpPr>
          <p:spPr>
            <a:xfrm>
              <a:off x="7926549" y="1750193"/>
              <a:ext cx="433595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8567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8BCA2955-6B4A-D2B7-8EB7-61EDFBABFFF5}"/>
                </a:ext>
              </a:extLst>
            </p:cNvPr>
            <p:cNvCxnSpPr>
              <a:cxnSpLocks/>
            </p:cNvCxnSpPr>
            <p:nvPr/>
          </p:nvCxnSpPr>
          <p:spPr>
            <a:xfrm>
              <a:off x="7926549" y="3248238"/>
              <a:ext cx="40824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8567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9400E8DA-FCBF-6CCB-F9CC-64294A40B56D}"/>
                </a:ext>
              </a:extLst>
            </p:cNvPr>
            <p:cNvCxnSpPr>
              <a:cxnSpLocks/>
            </p:cNvCxnSpPr>
            <p:nvPr/>
          </p:nvCxnSpPr>
          <p:spPr>
            <a:xfrm>
              <a:off x="7926549" y="4879628"/>
              <a:ext cx="40768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8567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85CFB81B-1064-5B49-A469-741139B2E627}"/>
                </a:ext>
              </a:extLst>
            </p:cNvPr>
            <p:cNvCxnSpPr>
              <a:cxnSpLocks/>
            </p:cNvCxnSpPr>
            <p:nvPr/>
          </p:nvCxnSpPr>
          <p:spPr>
            <a:xfrm>
              <a:off x="9500843" y="3204212"/>
              <a:ext cx="51282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8567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C6DEF561-61FE-E1C5-2548-AFB30FD3352F}"/>
                </a:ext>
              </a:extLst>
            </p:cNvPr>
            <p:cNvCxnSpPr>
              <a:cxnSpLocks/>
            </p:cNvCxnSpPr>
            <p:nvPr/>
          </p:nvCxnSpPr>
          <p:spPr>
            <a:xfrm>
              <a:off x="5449147" y="2107548"/>
              <a:ext cx="0" cy="492422"/>
            </a:xfrm>
            <a:prstGeom prst="straightConnector1">
              <a:avLst/>
            </a:prstGeom>
            <a:noFill/>
            <a:ln w="12700" cap="flat" cmpd="sng" algn="ctr">
              <a:solidFill>
                <a:srgbClr val="008567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DAFA731-EFB9-852B-6B89-B64FC8E5288F}"/>
                </a:ext>
              </a:extLst>
            </p:cNvPr>
            <p:cNvSpPr txBox="1"/>
            <p:nvPr/>
          </p:nvSpPr>
          <p:spPr>
            <a:xfrm>
              <a:off x="7926549" y="5803759"/>
              <a:ext cx="1948383" cy="523220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cap="none" spc="0" normalizeH="0" baseline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ptos" panose="02110004020202020204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News Summarizing Agents</a:t>
              </a:r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ABF65DAB-5B44-EC66-A485-3D8AA751000A}"/>
                </a:ext>
              </a:extLst>
            </p:cNvPr>
            <p:cNvGrpSpPr/>
            <p:nvPr/>
          </p:nvGrpSpPr>
          <p:grpSpPr>
            <a:xfrm>
              <a:off x="9850201" y="3557055"/>
              <a:ext cx="2275539" cy="1847514"/>
              <a:chOff x="9964939" y="3581831"/>
              <a:chExt cx="2275539" cy="1832386"/>
            </a:xfrm>
          </p:grpSpPr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E695CF71-6B3A-66C4-BBFB-E21D122A2A1A}"/>
                  </a:ext>
                </a:extLst>
              </p:cNvPr>
              <p:cNvSpPr txBox="1"/>
              <p:nvPr/>
            </p:nvSpPr>
            <p:spPr>
              <a:xfrm>
                <a:off x="9964939" y="3582670"/>
                <a:ext cx="2275539" cy="181588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Company, Competitors and Regulatory News</a:t>
                </a: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Interactive &amp; personalized – e.g. </a:t>
                </a:r>
                <a:r>
                  <a:rPr kumimoji="0" lang="en-US" sz="14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time frame, company, product, 'risk type'</a:t>
                </a: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 filters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Gen AI Chatbot</a:t>
                </a:r>
              </a:p>
            </p:txBody>
          </p:sp>
          <p:sp>
            <p:nvSpPr>
              <p:cNvPr id="159" name="Rectangle: Rounded Corners 158">
                <a:extLst>
                  <a:ext uri="{FF2B5EF4-FFF2-40B4-BE49-F238E27FC236}">
                    <a16:creationId xmlns:a16="http://schemas.microsoft.com/office/drawing/2014/main" id="{3E328B5E-BFFA-58B6-481D-20CFE056DBD5}"/>
                  </a:ext>
                </a:extLst>
              </p:cNvPr>
              <p:cNvSpPr/>
              <p:nvPr/>
            </p:nvSpPr>
            <p:spPr>
              <a:xfrm>
                <a:off x="10001276" y="3581831"/>
                <a:ext cx="2224380" cy="1832386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dashDot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</p:grp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CBD450A4-FF05-A339-ACDC-B279B2B9AC43}"/>
                </a:ext>
              </a:extLst>
            </p:cNvPr>
            <p:cNvCxnSpPr>
              <a:cxnSpLocks/>
            </p:cNvCxnSpPr>
            <p:nvPr/>
          </p:nvCxnSpPr>
          <p:spPr>
            <a:xfrm>
              <a:off x="4409589" y="3181607"/>
              <a:ext cx="60227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8567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7B7AA3FB-4ABD-AC49-0501-BB558469770F}"/>
                </a:ext>
              </a:extLst>
            </p:cNvPr>
            <p:cNvCxnSpPr>
              <a:cxnSpLocks/>
            </p:cNvCxnSpPr>
            <p:nvPr/>
          </p:nvCxnSpPr>
          <p:spPr>
            <a:xfrm>
              <a:off x="5954859" y="3204211"/>
              <a:ext cx="60227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8567"/>
              </a:solidFill>
              <a:prstDash val="solid"/>
              <a:miter lim="800000"/>
              <a:tailEnd type="triangle"/>
            </a:ln>
            <a:effectLst/>
          </p:spPr>
        </p:cxnSp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7C029308-600B-9771-1AA2-20797F95C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043473" y="2587805"/>
              <a:ext cx="817489" cy="1051057"/>
            </a:xfrm>
            <a:prstGeom prst="rect">
              <a:avLst/>
            </a:prstGeom>
          </p:spPr>
        </p:pic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770C236-5807-3E96-6A33-D0C29DBA4102}"/>
                </a:ext>
              </a:extLst>
            </p:cNvPr>
            <p:cNvSpPr txBox="1"/>
            <p:nvPr/>
          </p:nvSpPr>
          <p:spPr>
            <a:xfrm>
              <a:off x="1822721" y="3584773"/>
              <a:ext cx="1302523" cy="523220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Structured Data feeds</a:t>
              </a:r>
            </a:p>
          </p:txBody>
        </p:sp>
        <p:cxnSp>
          <p:nvCxnSpPr>
            <p:cNvPr id="142" name="Connector: Elbow 141">
              <a:extLst>
                <a:ext uri="{FF2B5EF4-FFF2-40B4-BE49-F238E27FC236}">
                  <a16:creationId xmlns:a16="http://schemas.microsoft.com/office/drawing/2014/main" id="{083A493F-B33F-1E84-5B81-C737F909D24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78537" y="3978429"/>
              <a:ext cx="3970645" cy="584316"/>
            </a:xfrm>
            <a:prstGeom prst="bentConnector3">
              <a:avLst>
                <a:gd name="adj1" fmla="val -75"/>
              </a:avLst>
            </a:prstGeom>
            <a:noFill/>
            <a:ln w="19050" cap="flat" cmpd="sng" algn="ctr">
              <a:solidFill>
                <a:srgbClr val="008567"/>
              </a:solidFill>
              <a:prstDash val="dashDot"/>
              <a:miter lim="800000"/>
              <a:tailEnd type="triangle"/>
            </a:ln>
            <a:effectLst/>
          </p:spPr>
        </p:cxnSp>
        <p:sp>
          <p:nvSpPr>
            <p:cNvPr id="143" name="Isosceles Triangle 142">
              <a:extLst>
                <a:ext uri="{FF2B5EF4-FFF2-40B4-BE49-F238E27FC236}">
                  <a16:creationId xmlns:a16="http://schemas.microsoft.com/office/drawing/2014/main" id="{49D0F5F9-E686-6425-649F-19E0078828A7}"/>
                </a:ext>
              </a:extLst>
            </p:cNvPr>
            <p:cNvSpPr/>
            <p:nvPr/>
          </p:nvSpPr>
          <p:spPr>
            <a:xfrm rot="16200000">
              <a:off x="1533281" y="4521805"/>
              <a:ext cx="150845" cy="96705"/>
            </a:xfrm>
            <a:prstGeom prst="triangle">
              <a:avLst/>
            </a:prstGeom>
            <a:solidFill>
              <a:srgbClr val="008567"/>
            </a:solidFill>
            <a:ln w="12700" cap="flat" cmpd="sng" algn="ctr">
              <a:solidFill>
                <a:srgbClr val="008567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E6C5A23-7D04-877A-6406-921603268C14}"/>
                </a:ext>
              </a:extLst>
            </p:cNvPr>
            <p:cNvSpPr txBox="1"/>
            <p:nvPr/>
          </p:nvSpPr>
          <p:spPr>
            <a:xfrm>
              <a:off x="2905756" y="4847125"/>
              <a:ext cx="1529168" cy="307777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Refresh &amp; Pull</a:t>
              </a: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E8270267-FDCD-55DE-C03A-7FC51CAF56EB}"/>
                </a:ext>
              </a:extLst>
            </p:cNvPr>
            <p:cNvGrpSpPr/>
            <p:nvPr/>
          </p:nvGrpSpPr>
          <p:grpSpPr>
            <a:xfrm>
              <a:off x="292891" y="2452798"/>
              <a:ext cx="1096681" cy="2791034"/>
              <a:chOff x="312104" y="1435392"/>
              <a:chExt cx="1096681" cy="2791034"/>
            </a:xfrm>
          </p:grpSpPr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80542297-4E32-F722-ACB8-28FBFF73FE09}"/>
                  </a:ext>
                </a:extLst>
              </p:cNvPr>
              <p:cNvGrpSpPr/>
              <p:nvPr/>
            </p:nvGrpSpPr>
            <p:grpSpPr>
              <a:xfrm>
                <a:off x="312104" y="1435392"/>
                <a:ext cx="1096681" cy="2791034"/>
                <a:chOff x="312104" y="1531089"/>
                <a:chExt cx="1096681" cy="2791034"/>
              </a:xfrm>
            </p:grpSpPr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3CB278CB-CE17-2902-8063-91518078C2D5}"/>
                    </a:ext>
                  </a:extLst>
                </p:cNvPr>
                <p:cNvGrpSpPr/>
                <p:nvPr/>
              </p:nvGrpSpPr>
              <p:grpSpPr>
                <a:xfrm>
                  <a:off x="312104" y="1531089"/>
                  <a:ext cx="1077491" cy="2212134"/>
                  <a:chOff x="486519" y="1052877"/>
                  <a:chExt cx="1485582" cy="2342111"/>
                </a:xfrm>
              </p:grpSpPr>
              <p:grpSp>
                <p:nvGrpSpPr>
                  <p:cNvPr id="154" name="Group 153">
                    <a:extLst>
                      <a:ext uri="{FF2B5EF4-FFF2-40B4-BE49-F238E27FC236}">
                        <a16:creationId xmlns:a16="http://schemas.microsoft.com/office/drawing/2014/main" id="{385C3EFF-9353-2278-2FC5-72420FA795EF}"/>
                      </a:ext>
                    </a:extLst>
                  </p:cNvPr>
                  <p:cNvGrpSpPr/>
                  <p:nvPr/>
                </p:nvGrpSpPr>
                <p:grpSpPr>
                  <a:xfrm>
                    <a:off x="486519" y="1186330"/>
                    <a:ext cx="1363901" cy="717230"/>
                    <a:chOff x="490057" y="1210035"/>
                    <a:chExt cx="1671057" cy="813100"/>
                  </a:xfrm>
                </p:grpSpPr>
                <p:pic>
                  <p:nvPicPr>
                    <p:cNvPr id="156" name="Picture 2" descr="Everything Your Business Needs to Know About RSS Feeds">
                      <a:extLst>
                        <a:ext uri="{FF2B5EF4-FFF2-40B4-BE49-F238E27FC236}">
                          <a16:creationId xmlns:a16="http://schemas.microsoft.com/office/drawing/2014/main" id="{CB1AC1BB-4E91-11F2-FD82-B82879107BF9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776420" y="1210035"/>
                      <a:ext cx="1098332" cy="549166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157" name="TextBox 156">
                      <a:extLst>
                        <a:ext uri="{FF2B5EF4-FFF2-40B4-BE49-F238E27FC236}">
                          <a16:creationId xmlns:a16="http://schemas.microsoft.com/office/drawing/2014/main" id="{D1A6DF09-6FAB-BD10-8FA8-2DD94D3FA8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0057" y="1746073"/>
                      <a:ext cx="1671057" cy="277062"/>
                    </a:xfrm>
                    <a:prstGeom prst="rect">
                      <a:avLst/>
                    </a:prstGeom>
                    <a:noFill/>
                    <a:ln w="3175">
                      <a:noFill/>
                    </a:ln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n-US"/>
                      </a:defPPr>
                      <a:lvl1pPr algn="ctr">
                        <a:defRPr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lvl1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RSS Feed</a:t>
                      </a:r>
                    </a:p>
                  </p:txBody>
                </p:sp>
              </p:grpSp>
              <p:sp>
                <p:nvSpPr>
                  <p:cNvPr id="155" name="Rectangle: Rounded Corners 154">
                    <a:extLst>
                      <a:ext uri="{FF2B5EF4-FFF2-40B4-BE49-F238E27FC236}">
                        <a16:creationId xmlns:a16="http://schemas.microsoft.com/office/drawing/2014/main" id="{C52692D4-08D7-F397-45A2-E79320007FFB}"/>
                      </a:ext>
                    </a:extLst>
                  </p:cNvPr>
                  <p:cNvSpPr/>
                  <p:nvPr/>
                </p:nvSpPr>
                <p:spPr>
                  <a:xfrm>
                    <a:off x="486519" y="1052877"/>
                    <a:ext cx="1485582" cy="2342111"/>
                  </a:xfrm>
                  <a:prstGeom prst="roundRect">
                    <a:avLst/>
                  </a:prstGeom>
                  <a:noFill/>
                  <a:ln w="19050" cap="flat" cmpd="sng" algn="ctr">
                    <a:solidFill>
                      <a:srgbClr val="FFFFFF">
                        <a:lumMod val="50000"/>
                      </a:srgbClr>
                    </a:solidFill>
                    <a:prstDash val="lgDash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B1C4659C-800B-D97A-88FB-2146671BD116}"/>
                    </a:ext>
                  </a:extLst>
                </p:cNvPr>
                <p:cNvSpPr txBox="1"/>
                <p:nvPr/>
              </p:nvSpPr>
              <p:spPr>
                <a:xfrm>
                  <a:off x="331293" y="3737348"/>
                  <a:ext cx="1077492" cy="584775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>
                      <a:solidFill>
                        <a:schemeClr val="bg1">
                          <a:lumMod val="50000"/>
                        </a:schemeClr>
                      </a:solidFill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News Sources</a:t>
                  </a:r>
                </a:p>
              </p:txBody>
            </p:sp>
          </p:grpSp>
          <p:sp>
            <p:nvSpPr>
              <p:cNvPr id="151" name="object 14">
                <a:extLst>
                  <a:ext uri="{FF2B5EF4-FFF2-40B4-BE49-F238E27FC236}">
                    <a16:creationId xmlns:a16="http://schemas.microsoft.com/office/drawing/2014/main" id="{A680FE4E-5297-9AA1-ECA3-12B6E85B9C3C}"/>
                  </a:ext>
                </a:extLst>
              </p:cNvPr>
              <p:cNvSpPr txBox="1"/>
              <p:nvPr/>
            </p:nvSpPr>
            <p:spPr>
              <a:xfrm>
                <a:off x="563045" y="3412618"/>
                <a:ext cx="585470" cy="16256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900" b="0" i="0" u="none" strike="noStrike" kern="0" cap="none" spc="-15" normalizeH="0" baseline="0" noProof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Calibri"/>
                  </a:rPr>
                  <a:t>P</a:t>
                </a:r>
                <a:r>
                  <a:rPr kumimoji="0" sz="900" b="0" i="0" u="none" strike="noStrike" kern="0" cap="none" spc="50" normalizeH="0" baseline="0" noProof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Calibri"/>
                  </a:rPr>
                  <a:t>u</a:t>
                </a:r>
                <a:r>
                  <a:rPr kumimoji="0" sz="900" b="0" i="0" u="none" strike="noStrike" kern="0" cap="none" spc="-25" normalizeH="0" baseline="0" noProof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Calibri"/>
                  </a:rPr>
                  <a:t>b</a:t>
                </a:r>
                <a:r>
                  <a:rPr kumimoji="0" sz="900" b="0" i="0" u="none" strike="noStrike" kern="0" cap="none" spc="15" normalizeH="0" baseline="0" noProof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Calibri"/>
                  </a:rPr>
                  <a:t>li</a:t>
                </a:r>
                <a:r>
                  <a:rPr kumimoji="0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Calibri"/>
                  </a:rPr>
                  <a:t>c</a:t>
                </a:r>
                <a:r>
                  <a:rPr kumimoji="0" sz="900" b="0" i="0" u="none" strike="noStrike" kern="0" cap="none" spc="-60" normalizeH="0" baseline="0" noProof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Calibri"/>
                  </a:rPr>
                  <a:t> </a:t>
                </a:r>
                <a:r>
                  <a:rPr kumimoji="0" sz="900" b="0" i="0" u="none" strike="noStrike" kern="0" cap="none" spc="20" normalizeH="0" baseline="0" noProof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Calibri"/>
                  </a:rPr>
                  <a:t>N</a:t>
                </a:r>
                <a:r>
                  <a:rPr kumimoji="0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Calibri"/>
                  </a:rPr>
                  <a:t>e</a:t>
                </a:r>
                <a:r>
                  <a:rPr kumimoji="0" sz="900" b="0" i="0" u="none" strike="noStrike" kern="0" cap="none" spc="-40" normalizeH="0" baseline="0" noProof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Calibri"/>
                  </a:rPr>
                  <a:t>w</a:t>
                </a:r>
                <a:r>
                  <a:rPr kumimoji="0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Calibri"/>
                  </a:rPr>
                  <a:t>s</a:t>
                </a:r>
                <a:endParaRPr kumimoji="0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alibri"/>
                </a:endParaRPr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28FB38F8-7954-D032-01FA-996285C5A278}"/>
                </a:ext>
              </a:extLst>
            </p:cNvPr>
            <p:cNvGrpSpPr/>
            <p:nvPr/>
          </p:nvGrpSpPr>
          <p:grpSpPr>
            <a:xfrm>
              <a:off x="336288" y="2863540"/>
              <a:ext cx="949649" cy="1549097"/>
              <a:chOff x="336288" y="3264982"/>
              <a:chExt cx="949649" cy="1549097"/>
            </a:xfrm>
          </p:grpSpPr>
          <p:pic>
            <p:nvPicPr>
              <p:cNvPr id="147" name="Picture 4" descr="In The News | DA MedSuites">
                <a:extLst>
                  <a:ext uri="{FF2B5EF4-FFF2-40B4-BE49-F238E27FC236}">
                    <a16:creationId xmlns:a16="http://schemas.microsoft.com/office/drawing/2014/main" id="{3A29D9E5-EF53-3453-AACF-4C404CB303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239"/>
              <a:stretch/>
            </p:blipFill>
            <p:spPr bwMode="auto">
              <a:xfrm>
                <a:off x="381136" y="3264982"/>
                <a:ext cx="880458" cy="1215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8" name="Picture 6" descr="Philstar.com">
                <a:extLst>
                  <a:ext uri="{FF2B5EF4-FFF2-40B4-BE49-F238E27FC236}">
                    <a16:creationId xmlns:a16="http://schemas.microsoft.com/office/drawing/2014/main" id="{57D8E500-5A2B-9472-BD9B-0A9B85C506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5007" y="4003186"/>
                <a:ext cx="534706" cy="5347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9" name="Picture 8">
                <a:extLst>
                  <a:ext uri="{FF2B5EF4-FFF2-40B4-BE49-F238E27FC236}">
                    <a16:creationId xmlns:a16="http://schemas.microsoft.com/office/drawing/2014/main" id="{82B23260-B806-A840-C67D-C54A94704B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288" y="4576667"/>
                <a:ext cx="949649" cy="2374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831663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background with dots&#10;&#10;Description automatically generated">
            <a:extLst>
              <a:ext uri="{FF2B5EF4-FFF2-40B4-BE49-F238E27FC236}">
                <a16:creationId xmlns:a16="http://schemas.microsoft.com/office/drawing/2014/main" id="{BF4D4AAF-9895-5034-7FF4-422677A89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40" y="571915"/>
            <a:ext cx="11973560" cy="1920498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05A8D6B-8D8D-2F57-6B57-63FB5F01BD94}"/>
              </a:ext>
            </a:extLst>
          </p:cNvPr>
          <p:cNvSpPr txBox="1">
            <a:spLocks/>
          </p:cNvSpPr>
          <p:nvPr/>
        </p:nvSpPr>
        <p:spPr>
          <a:xfrm>
            <a:off x="11464925" y="6490661"/>
            <a:ext cx="727075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A227D-D6B4-481D-8178-2242024024DE}" type="slidenum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7678BB2-4058-A491-CE0E-8FEC5A361DA4}"/>
              </a:ext>
            </a:extLst>
          </p:cNvPr>
          <p:cNvSpPr txBox="1">
            <a:spLocks/>
          </p:cNvSpPr>
          <p:nvPr/>
        </p:nvSpPr>
        <p:spPr>
          <a:xfrm>
            <a:off x="300708" y="6567492"/>
            <a:ext cx="4197927" cy="268143"/>
          </a:xfrm>
          <a:prstGeom prst="rect">
            <a:avLst/>
          </a:prstGeom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© 2024 Collabera Digital  |  All Rights Reserved 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| collaberadigital.com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41A972D-003E-D471-E879-1666FAAC79B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170" y="78525"/>
            <a:ext cx="1593677" cy="3217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7D2FF1-43F3-7386-3ACC-254EF879B2A8}"/>
              </a:ext>
            </a:extLst>
          </p:cNvPr>
          <p:cNvSpPr txBox="1"/>
          <p:nvPr/>
        </p:nvSpPr>
        <p:spPr>
          <a:xfrm>
            <a:off x="300708" y="663283"/>
            <a:ext cx="1159058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SMBC has an aspiration to create a next gen value-added service for CFO Office to support data-driven decision making in a human friendly manner.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AI-driven customer facing service specifically designed for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CFO, Senior Management and Analysts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leverage the power of Generative AI to enable increasing situational awareness and fostering decision making on their daily operation.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questions, assumptions and/or requests related to the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 operations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natural language, and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 Answers + Insights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promptly, with Visualizations.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560F6C-F218-98ED-98D2-2183A4FCD6BE}"/>
              </a:ext>
            </a:extLst>
          </p:cNvPr>
          <p:cNvSpPr txBox="1"/>
          <p:nvPr/>
        </p:nvSpPr>
        <p:spPr>
          <a:xfrm>
            <a:off x="530981" y="2863115"/>
            <a:ext cx="3224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Ask questions</a:t>
            </a:r>
          </a:p>
        </p:txBody>
      </p:sp>
      <p:pic>
        <p:nvPicPr>
          <p:cNvPr id="11" name="Graphic 10" descr="Male profile with solid fill">
            <a:extLst>
              <a:ext uri="{FF2B5EF4-FFF2-40B4-BE49-F238E27FC236}">
                <a16:creationId xmlns:a16="http://schemas.microsoft.com/office/drawing/2014/main" id="{D945F09D-317C-4527-2716-D3C8C50F89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6766" y="3666264"/>
            <a:ext cx="548640" cy="548640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F9781117-014D-F0B4-36F9-A194B2257E6B}"/>
              </a:ext>
            </a:extLst>
          </p:cNvPr>
          <p:cNvSpPr/>
          <p:nvPr/>
        </p:nvSpPr>
        <p:spPr>
          <a:xfrm flipH="1">
            <a:off x="563579" y="3267572"/>
            <a:ext cx="3224979" cy="542224"/>
          </a:xfrm>
          <a:prstGeom prst="wedgeRoundRect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“Can you give me the cashflow for Company X for July 2020?"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F6BF7A97-230D-D4D9-468C-A1AB20DE83F2}"/>
              </a:ext>
            </a:extLst>
          </p:cNvPr>
          <p:cNvSpPr/>
          <p:nvPr/>
        </p:nvSpPr>
        <p:spPr>
          <a:xfrm flipH="1">
            <a:off x="575356" y="4131098"/>
            <a:ext cx="3224979" cy="408900"/>
          </a:xfrm>
          <a:prstGeom prst="wedgeRoundRect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“Let’s go a little deeper, give me the monthly cashflow for Company X, generate a graph as well."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C65F34-A0AF-958A-90DA-CFF997052A00}"/>
              </a:ext>
            </a:extLst>
          </p:cNvPr>
          <p:cNvSpPr txBox="1"/>
          <p:nvPr/>
        </p:nvSpPr>
        <p:spPr>
          <a:xfrm>
            <a:off x="4202819" y="5015188"/>
            <a:ext cx="953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 AI Dashboard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6358B-EB08-B66B-1306-AEA8D48CF532}"/>
              </a:ext>
            </a:extLst>
          </p:cNvPr>
          <p:cNvSpPr txBox="1"/>
          <p:nvPr/>
        </p:nvSpPr>
        <p:spPr>
          <a:xfrm>
            <a:off x="5640306" y="2920536"/>
            <a:ext cx="3695765" cy="2553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Budgeted free cash flow of Company X for May 2022 is $916.</a:t>
            </a:r>
            <a:endParaRPr kumimoji="0" lang="en-US" sz="9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3E772A-34D4-4BC7-EB84-DBC28C5109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67" y="2854107"/>
            <a:ext cx="2314609" cy="13525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28D35EF-87DD-3979-11F8-A7AB2217E383}"/>
              </a:ext>
            </a:extLst>
          </p:cNvPr>
          <p:cNvSpPr txBox="1"/>
          <p:nvPr/>
        </p:nvSpPr>
        <p:spPr>
          <a:xfrm>
            <a:off x="9826009" y="2504519"/>
            <a:ext cx="2140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Generate visualizations</a:t>
            </a: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C53D4690-2235-2DA6-86D4-C1D9B5B44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6025" y="4277852"/>
            <a:ext cx="2455794" cy="1058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EB3CE223-6B22-79BF-8ED0-5FA8F0840CEA}"/>
              </a:ext>
            </a:extLst>
          </p:cNvPr>
          <p:cNvSpPr/>
          <p:nvPr/>
        </p:nvSpPr>
        <p:spPr>
          <a:xfrm flipH="1">
            <a:off x="575355" y="4861300"/>
            <a:ext cx="3224979" cy="553998"/>
          </a:xfrm>
          <a:prstGeom prst="wedgeRoundRect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“What could be the reason for increase in depreciation and amortization expenses for the past quarter?"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81C68B-2A63-DD46-9F3F-C1DED6B050DB}"/>
              </a:ext>
            </a:extLst>
          </p:cNvPr>
          <p:cNvSpPr txBox="1"/>
          <p:nvPr/>
        </p:nvSpPr>
        <p:spPr>
          <a:xfrm>
            <a:off x="5640305" y="3292697"/>
            <a:ext cx="3695765" cy="1788259"/>
          </a:xfrm>
          <a:prstGeom prst="roundRect">
            <a:avLst>
              <a:gd name="adj" fmla="val 3561"/>
            </a:avLst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monthly actual free cash flow of Company X for 2022 is as follows: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April: 3002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May: 1084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June: 8679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July: 2462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August: 1387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September: 464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October: 1529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November: 3644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December: 917</a:t>
            </a:r>
          </a:p>
        </p:txBody>
      </p:sp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8DF7FA33-A16A-EA9D-E110-9DA76D222A6D}"/>
              </a:ext>
            </a:extLst>
          </p:cNvPr>
          <p:cNvSpPr/>
          <p:nvPr/>
        </p:nvSpPr>
        <p:spPr>
          <a:xfrm>
            <a:off x="3944136" y="3970896"/>
            <a:ext cx="359963" cy="983236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Arrow: Curved Right 21">
            <a:extLst>
              <a:ext uri="{FF2B5EF4-FFF2-40B4-BE49-F238E27FC236}">
                <a16:creationId xmlns:a16="http://schemas.microsoft.com/office/drawing/2014/main" id="{2739EE3E-E60A-B049-958B-404969E1C0B0}"/>
              </a:ext>
            </a:extLst>
          </p:cNvPr>
          <p:cNvSpPr/>
          <p:nvPr/>
        </p:nvSpPr>
        <p:spPr>
          <a:xfrm rot="10800000">
            <a:off x="5076084" y="3940584"/>
            <a:ext cx="354641" cy="983236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3" name="Picture 20" descr="SAP Logo , symbol, meaning, history, PNG, brand">
            <a:extLst>
              <a:ext uri="{FF2B5EF4-FFF2-40B4-BE49-F238E27FC236}">
                <a16:creationId xmlns:a16="http://schemas.microsoft.com/office/drawing/2014/main" id="{021B516A-2153-782E-6C2B-06B598C6B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122" y="6111044"/>
            <a:ext cx="685800" cy="38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2" descr="Company Logos - Salesforce News">
            <a:extLst>
              <a:ext uri="{FF2B5EF4-FFF2-40B4-BE49-F238E27FC236}">
                <a16:creationId xmlns:a16="http://schemas.microsoft.com/office/drawing/2014/main" id="{CC004129-8096-1B78-4F6D-213FF9F1C5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3" t="14616" r="22910" b="13193"/>
          <a:stretch/>
        </p:blipFill>
        <p:spPr bwMode="auto">
          <a:xfrm>
            <a:off x="10740864" y="6062231"/>
            <a:ext cx="685800" cy="50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Microsoft Power BI Logo PNG vector in SVG, PDF, AI, CDR format">
            <a:extLst>
              <a:ext uri="{FF2B5EF4-FFF2-40B4-BE49-F238E27FC236}">
                <a16:creationId xmlns:a16="http://schemas.microsoft.com/office/drawing/2014/main" id="{3911067F-B036-C629-A93C-A4C048B608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67" b="26563"/>
          <a:stretch/>
        </p:blipFill>
        <p:spPr bwMode="auto">
          <a:xfrm>
            <a:off x="10518348" y="5665110"/>
            <a:ext cx="1071118" cy="38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6" descr="Tableau Logo , symbol, meaning, history, PNG, brand">
            <a:extLst>
              <a:ext uri="{FF2B5EF4-FFF2-40B4-BE49-F238E27FC236}">
                <a16:creationId xmlns:a16="http://schemas.microsoft.com/office/drawing/2014/main" id="{BCC72426-2BA3-93D2-8B47-E5A8683A8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2676" y="5621891"/>
            <a:ext cx="685800" cy="38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3483FB1-DF08-DB35-0950-B3D0DDA1FBA2}"/>
              </a:ext>
            </a:extLst>
          </p:cNvPr>
          <p:cNvSpPr txBox="1"/>
          <p:nvPr/>
        </p:nvSpPr>
        <p:spPr>
          <a:xfrm>
            <a:off x="9750550" y="5336191"/>
            <a:ext cx="2140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Build Integrations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C16DD5-3745-1462-7DE9-BA4EB1EDF52B}"/>
              </a:ext>
            </a:extLst>
          </p:cNvPr>
          <p:cNvSpPr txBox="1"/>
          <p:nvPr/>
        </p:nvSpPr>
        <p:spPr>
          <a:xfrm>
            <a:off x="5640305" y="5187813"/>
            <a:ext cx="3695765" cy="7150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"The increase in depreciation and amortization costs in September 2023 was primarily due to the acquisition of new assets and changes in accounting estimates that led to accelerated depreciation schedules."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6AB4D2-9D8B-2504-5AF4-84B48646C029}"/>
              </a:ext>
            </a:extLst>
          </p:cNvPr>
          <p:cNvSpPr txBox="1"/>
          <p:nvPr/>
        </p:nvSpPr>
        <p:spPr>
          <a:xfrm>
            <a:off x="496436" y="6137795"/>
            <a:ext cx="2886051" cy="30777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Comprehensive Analysis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BC7F20-2AD7-ADCB-7691-94041B793F67}"/>
              </a:ext>
            </a:extLst>
          </p:cNvPr>
          <p:cNvSpPr txBox="1"/>
          <p:nvPr/>
        </p:nvSpPr>
        <p:spPr>
          <a:xfrm>
            <a:off x="3473228" y="6137794"/>
            <a:ext cx="2886051" cy="30777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Dynamic Visualizations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FFC6B7-BE5C-7208-F9B6-9576747D5792}"/>
              </a:ext>
            </a:extLst>
          </p:cNvPr>
          <p:cNvSpPr txBox="1"/>
          <p:nvPr/>
        </p:nvSpPr>
        <p:spPr>
          <a:xfrm>
            <a:off x="6450020" y="6137793"/>
            <a:ext cx="2886051" cy="30777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Seamless Integration</a:t>
            </a:r>
          </a:p>
        </p:txBody>
      </p:sp>
      <p:pic>
        <p:nvPicPr>
          <p:cNvPr id="32" name="Graphic 31" descr="Head with gears with solid fill">
            <a:extLst>
              <a:ext uri="{FF2B5EF4-FFF2-40B4-BE49-F238E27FC236}">
                <a16:creationId xmlns:a16="http://schemas.microsoft.com/office/drawing/2014/main" id="{19617623-2127-383D-0598-BB194C307E7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53893" y="4552886"/>
            <a:ext cx="548640" cy="54864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343895F-187B-7D93-0CF1-DB3EF3954C96}"/>
              </a:ext>
            </a:extLst>
          </p:cNvPr>
          <p:cNvSpPr txBox="1"/>
          <p:nvPr/>
        </p:nvSpPr>
        <p:spPr>
          <a:xfrm>
            <a:off x="5875697" y="2568342"/>
            <a:ext cx="3224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Get Answers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CC4FE79-E9A0-2C1E-31B0-B619418FC554}"/>
              </a:ext>
            </a:extLst>
          </p:cNvPr>
          <p:cNvSpPr txBox="1">
            <a:spLocks/>
          </p:cNvSpPr>
          <p:nvPr/>
        </p:nvSpPr>
        <p:spPr>
          <a:xfrm>
            <a:off x="300708" y="-66906"/>
            <a:ext cx="7861985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rgbClr val="2859C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2A39F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Project Overview : 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62A39F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Generative AI x CFO Agent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62A39F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98060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9DA5209-B0B5-4BE8-D026-2086CA66DDAB}"/>
              </a:ext>
            </a:extLst>
          </p:cNvPr>
          <p:cNvGrpSpPr/>
          <p:nvPr/>
        </p:nvGrpSpPr>
        <p:grpSpPr>
          <a:xfrm>
            <a:off x="0" y="925606"/>
            <a:ext cx="3740017" cy="4307706"/>
            <a:chOff x="1022997" y="5322512"/>
            <a:chExt cx="7408890" cy="874604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6DB242A-F0BC-A76F-FB45-91AA28FD49D6}"/>
                </a:ext>
              </a:extLst>
            </p:cNvPr>
            <p:cNvGrpSpPr/>
            <p:nvPr/>
          </p:nvGrpSpPr>
          <p:grpSpPr>
            <a:xfrm>
              <a:off x="1808185" y="8902219"/>
              <a:ext cx="5423108" cy="1774573"/>
              <a:chOff x="903900" y="4450594"/>
              <a:chExt cx="2711240" cy="887184"/>
            </a:xfrm>
          </p:grpSpPr>
          <p:sp>
            <p:nvSpPr>
              <p:cNvPr id="3" name="Freeform 165">
                <a:extLst>
                  <a:ext uri="{FF2B5EF4-FFF2-40B4-BE49-F238E27FC236}">
                    <a16:creationId xmlns:a16="http://schemas.microsoft.com/office/drawing/2014/main" id="{80681EDF-FD50-B9ED-0AA3-A820A645C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3900" y="4450594"/>
                <a:ext cx="2711240" cy="887184"/>
              </a:xfrm>
              <a:custGeom>
                <a:avLst/>
                <a:gdLst>
                  <a:gd name="connsiteX0" fmla="*/ 0 w 2753731"/>
                  <a:gd name="connsiteY0" fmla="*/ 0 h 946397"/>
                  <a:gd name="connsiteX1" fmla="*/ 2095392 w 2753731"/>
                  <a:gd name="connsiteY1" fmla="*/ 0 h 946397"/>
                  <a:gd name="connsiteX2" fmla="*/ 2746970 w 2753731"/>
                  <a:gd name="connsiteY2" fmla="*/ 820255 h 946397"/>
                  <a:gd name="connsiteX3" fmla="*/ 2753731 w 2753731"/>
                  <a:gd name="connsiteY3" fmla="*/ 820255 h 946397"/>
                  <a:gd name="connsiteX4" fmla="*/ 2753731 w 2753731"/>
                  <a:gd name="connsiteY4" fmla="*/ 828766 h 946397"/>
                  <a:gd name="connsiteX5" fmla="*/ 2753731 w 2753731"/>
                  <a:gd name="connsiteY5" fmla="*/ 946397 h 946397"/>
                  <a:gd name="connsiteX6" fmla="*/ 658339 w 2753731"/>
                  <a:gd name="connsiteY6" fmla="*/ 946397 h 946397"/>
                  <a:gd name="connsiteX7" fmla="*/ 0 w 2753731"/>
                  <a:gd name="connsiteY7" fmla="*/ 116294 h 946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53731" h="946397">
                    <a:moveTo>
                      <a:pt x="0" y="0"/>
                    </a:moveTo>
                    <a:lnTo>
                      <a:pt x="2095392" y="0"/>
                    </a:lnTo>
                    <a:lnTo>
                      <a:pt x="2746970" y="820255"/>
                    </a:lnTo>
                    <a:lnTo>
                      <a:pt x="2753731" y="820255"/>
                    </a:lnTo>
                    <a:lnTo>
                      <a:pt x="2753731" y="828766"/>
                    </a:lnTo>
                    <a:lnTo>
                      <a:pt x="2753731" y="946397"/>
                    </a:lnTo>
                    <a:lnTo>
                      <a:pt x="658339" y="946397"/>
                    </a:lnTo>
                    <a:lnTo>
                      <a:pt x="0" y="116294"/>
                    </a:lnTo>
                    <a:close/>
                  </a:path>
                </a:pathLst>
              </a:custGeom>
              <a:solidFill>
                <a:schemeClr val="tx2"/>
              </a:solidFill>
              <a:ln w="6350" cap="rnd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Questrial" charset="0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4" name="Freeform 124">
                <a:extLst>
                  <a:ext uri="{FF2B5EF4-FFF2-40B4-BE49-F238E27FC236}">
                    <a16:creationId xmlns:a16="http://schemas.microsoft.com/office/drawing/2014/main" id="{0171DCC5-B71A-15D6-C0E0-5C63F76B9B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3900" y="4450594"/>
                <a:ext cx="648181" cy="887184"/>
              </a:xfrm>
              <a:custGeom>
                <a:avLst/>
                <a:gdLst>
                  <a:gd name="T0" fmla="*/ 0 w 618"/>
                  <a:gd name="T1" fmla="*/ 0 h 708"/>
                  <a:gd name="T2" fmla="*/ 0 w 618"/>
                  <a:gd name="T3" fmla="*/ 87 h 708"/>
                  <a:gd name="T4" fmla="*/ 618 w 618"/>
                  <a:gd name="T5" fmla="*/ 708 h 708"/>
                  <a:gd name="T6" fmla="*/ 618 w 618"/>
                  <a:gd name="T7" fmla="*/ 620 h 708"/>
                  <a:gd name="T8" fmla="*/ 0 w 618"/>
                  <a:gd name="T9" fmla="*/ 0 h 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8" h="708">
                    <a:moveTo>
                      <a:pt x="0" y="0"/>
                    </a:moveTo>
                    <a:lnTo>
                      <a:pt x="0" y="87"/>
                    </a:lnTo>
                    <a:lnTo>
                      <a:pt x="618" y="708"/>
                    </a:lnTo>
                    <a:lnTo>
                      <a:pt x="618" y="6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5" name="Rectangle 125">
                <a:extLst>
                  <a:ext uri="{FF2B5EF4-FFF2-40B4-BE49-F238E27FC236}">
                    <a16:creationId xmlns:a16="http://schemas.microsoft.com/office/drawing/2014/main" id="{67C6469B-1BA5-5B8C-78DC-E87E6238D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081" y="5219528"/>
                <a:ext cx="2063059" cy="11825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sp>
          <p:nvSpPr>
            <p:cNvPr id="6" name="Line 24">
              <a:extLst>
                <a:ext uri="{FF2B5EF4-FFF2-40B4-BE49-F238E27FC236}">
                  <a16:creationId xmlns:a16="http://schemas.microsoft.com/office/drawing/2014/main" id="{D3AABC36-83AF-33A0-6714-5614D0D59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3505" y="7151525"/>
              <a:ext cx="0" cy="2449782"/>
            </a:xfrm>
            <a:prstGeom prst="line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prstDash val="dash"/>
              <a:miter lim="800000"/>
              <a:headEnd/>
              <a:tailEnd type="oval" w="lg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82901" tIns="91451" rIns="182901" bIns="9145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FAB3C20-0DE7-28C4-3615-03AD03104F45}"/>
                </a:ext>
              </a:extLst>
            </p:cNvPr>
            <p:cNvSpPr txBox="1"/>
            <p:nvPr/>
          </p:nvSpPr>
          <p:spPr>
            <a:xfrm>
              <a:off x="2513131" y="7626130"/>
              <a:ext cx="4013215" cy="687374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600">
                  <a:solidFill>
                    <a:schemeClr val="bg1"/>
                  </a:solidFill>
                  <a:latin typeface="+mj-lt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Deployment Readiness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A577DA6-9DF3-881B-C089-4141FBC16A7F}"/>
                </a:ext>
              </a:extLst>
            </p:cNvPr>
            <p:cNvSpPr/>
            <p:nvPr/>
          </p:nvSpPr>
          <p:spPr>
            <a:xfrm>
              <a:off x="3588997" y="5322512"/>
              <a:ext cx="1829012" cy="182901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C7C5717-8946-595C-B3F6-28FF75EBE1C2}"/>
                </a:ext>
              </a:extLst>
            </p:cNvPr>
            <p:cNvSpPr txBox="1"/>
            <p:nvPr/>
          </p:nvSpPr>
          <p:spPr>
            <a:xfrm>
              <a:off x="1022997" y="11324390"/>
              <a:ext cx="7408890" cy="274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00100" marR="0" lvl="1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Clear abstracted code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Wingdings" panose="05000000000000000000" pitchFamily="2" charset="2"/>
                </a:rPr>
                <a:t> Docker</a:t>
              </a:r>
            </a:p>
            <a:p>
              <a:pPr marL="800100" marR="0" lvl="1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Robust pipelines </a:t>
              </a:r>
            </a:p>
            <a:p>
              <a:pPr marL="800100" marR="0" lvl="1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Minimal integration</a:t>
              </a:r>
            </a:p>
            <a:p>
              <a:pPr marL="800100" marR="0" lvl="1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i</a:t>
              </a:r>
              <a:r>
                <a:rPr kumimoji="0" lang="en-US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nput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formats</a:t>
              </a:r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623FF54-29DA-889E-6DDE-D0BE63B37700}"/>
              </a:ext>
            </a:extLst>
          </p:cNvPr>
          <p:cNvSpPr txBox="1">
            <a:spLocks/>
          </p:cNvSpPr>
          <p:nvPr/>
        </p:nvSpPr>
        <p:spPr>
          <a:xfrm>
            <a:off x="11464925" y="6490661"/>
            <a:ext cx="727075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A227D-D6B4-481D-8178-2242024024DE}" type="slidenum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8A554AB-8030-E240-5CE5-2835CB57A884}"/>
              </a:ext>
            </a:extLst>
          </p:cNvPr>
          <p:cNvSpPr txBox="1">
            <a:spLocks/>
          </p:cNvSpPr>
          <p:nvPr/>
        </p:nvSpPr>
        <p:spPr>
          <a:xfrm>
            <a:off x="300708" y="6567492"/>
            <a:ext cx="4197927" cy="268143"/>
          </a:xfrm>
          <a:prstGeom prst="rect">
            <a:avLst/>
          </a:prstGeom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© 2024 Collabera Digital  |  All Rights Reserved 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| collaberadigital.com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710397C-B763-B2D3-DD08-8AFC169AB08E}"/>
              </a:ext>
            </a:extLst>
          </p:cNvPr>
          <p:cNvSpPr txBox="1">
            <a:spLocks/>
          </p:cNvSpPr>
          <p:nvPr/>
        </p:nvSpPr>
        <p:spPr>
          <a:xfrm>
            <a:off x="300708" y="-110648"/>
            <a:ext cx="7861985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rgbClr val="2859C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62A39F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Understanding of Phase 1 scopes with Feature Backlogs</a:t>
            </a:r>
          </a:p>
        </p:txBody>
      </p:sp>
      <p:pic>
        <p:nvPicPr>
          <p:cNvPr id="15" name="Picture 1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A1117B8-467B-0C5D-654D-89B835B3A1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170" y="78525"/>
            <a:ext cx="1593677" cy="321764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FAF7F872-3249-12C8-ABA5-E3EECB3D59BA}"/>
              </a:ext>
            </a:extLst>
          </p:cNvPr>
          <p:cNvGrpSpPr/>
          <p:nvPr/>
        </p:nvGrpSpPr>
        <p:grpSpPr>
          <a:xfrm flipH="1">
            <a:off x="6606780" y="925606"/>
            <a:ext cx="2764768" cy="4307706"/>
            <a:chOff x="1441481" y="5322512"/>
            <a:chExt cx="5974814" cy="874604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70DB39B-46C4-D71A-3247-CB90923F3DB1}"/>
                </a:ext>
              </a:extLst>
            </p:cNvPr>
            <p:cNvGrpSpPr/>
            <p:nvPr/>
          </p:nvGrpSpPr>
          <p:grpSpPr>
            <a:xfrm>
              <a:off x="1808185" y="8902219"/>
              <a:ext cx="5423108" cy="1774573"/>
              <a:chOff x="903900" y="4450594"/>
              <a:chExt cx="2711240" cy="887184"/>
            </a:xfrm>
          </p:grpSpPr>
          <p:sp>
            <p:nvSpPr>
              <p:cNvPr id="31" name="Freeform 165">
                <a:extLst>
                  <a:ext uri="{FF2B5EF4-FFF2-40B4-BE49-F238E27FC236}">
                    <a16:creationId xmlns:a16="http://schemas.microsoft.com/office/drawing/2014/main" id="{EE8A4E2E-AA35-AAC0-4013-69725E49E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3900" y="4450594"/>
                <a:ext cx="2711240" cy="887184"/>
              </a:xfrm>
              <a:custGeom>
                <a:avLst/>
                <a:gdLst>
                  <a:gd name="connsiteX0" fmla="*/ 0 w 2753731"/>
                  <a:gd name="connsiteY0" fmla="*/ 0 h 946397"/>
                  <a:gd name="connsiteX1" fmla="*/ 2095392 w 2753731"/>
                  <a:gd name="connsiteY1" fmla="*/ 0 h 946397"/>
                  <a:gd name="connsiteX2" fmla="*/ 2746970 w 2753731"/>
                  <a:gd name="connsiteY2" fmla="*/ 820255 h 946397"/>
                  <a:gd name="connsiteX3" fmla="*/ 2753731 w 2753731"/>
                  <a:gd name="connsiteY3" fmla="*/ 820255 h 946397"/>
                  <a:gd name="connsiteX4" fmla="*/ 2753731 w 2753731"/>
                  <a:gd name="connsiteY4" fmla="*/ 828766 h 946397"/>
                  <a:gd name="connsiteX5" fmla="*/ 2753731 w 2753731"/>
                  <a:gd name="connsiteY5" fmla="*/ 946397 h 946397"/>
                  <a:gd name="connsiteX6" fmla="*/ 658339 w 2753731"/>
                  <a:gd name="connsiteY6" fmla="*/ 946397 h 946397"/>
                  <a:gd name="connsiteX7" fmla="*/ 0 w 2753731"/>
                  <a:gd name="connsiteY7" fmla="*/ 116294 h 946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53731" h="946397">
                    <a:moveTo>
                      <a:pt x="0" y="0"/>
                    </a:moveTo>
                    <a:lnTo>
                      <a:pt x="2095392" y="0"/>
                    </a:lnTo>
                    <a:lnTo>
                      <a:pt x="2746970" y="820255"/>
                    </a:lnTo>
                    <a:lnTo>
                      <a:pt x="2753731" y="820255"/>
                    </a:lnTo>
                    <a:lnTo>
                      <a:pt x="2753731" y="828766"/>
                    </a:lnTo>
                    <a:lnTo>
                      <a:pt x="2753731" y="946397"/>
                    </a:lnTo>
                    <a:lnTo>
                      <a:pt x="658339" y="946397"/>
                    </a:lnTo>
                    <a:lnTo>
                      <a:pt x="0" y="116294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6350" cap="rnd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Questrial" charset="0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32" name="Freeform 124">
                <a:extLst>
                  <a:ext uri="{FF2B5EF4-FFF2-40B4-BE49-F238E27FC236}">
                    <a16:creationId xmlns:a16="http://schemas.microsoft.com/office/drawing/2014/main" id="{46850D8B-B944-7E24-C65C-7074B6ACB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3900" y="4450594"/>
                <a:ext cx="648181" cy="887184"/>
              </a:xfrm>
              <a:custGeom>
                <a:avLst/>
                <a:gdLst>
                  <a:gd name="T0" fmla="*/ 0 w 618"/>
                  <a:gd name="T1" fmla="*/ 0 h 708"/>
                  <a:gd name="T2" fmla="*/ 0 w 618"/>
                  <a:gd name="T3" fmla="*/ 87 h 708"/>
                  <a:gd name="T4" fmla="*/ 618 w 618"/>
                  <a:gd name="T5" fmla="*/ 708 h 708"/>
                  <a:gd name="T6" fmla="*/ 618 w 618"/>
                  <a:gd name="T7" fmla="*/ 620 h 708"/>
                  <a:gd name="T8" fmla="*/ 0 w 618"/>
                  <a:gd name="T9" fmla="*/ 0 h 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8" h="708">
                    <a:moveTo>
                      <a:pt x="0" y="0"/>
                    </a:moveTo>
                    <a:lnTo>
                      <a:pt x="0" y="87"/>
                    </a:lnTo>
                    <a:lnTo>
                      <a:pt x="618" y="708"/>
                    </a:lnTo>
                    <a:lnTo>
                      <a:pt x="618" y="6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33" name="Rectangle 125">
                <a:extLst>
                  <a:ext uri="{FF2B5EF4-FFF2-40B4-BE49-F238E27FC236}">
                    <a16:creationId xmlns:a16="http://schemas.microsoft.com/office/drawing/2014/main" id="{CA877CAC-7FE2-8179-0FDD-3E7BED63C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081" y="5219528"/>
                <a:ext cx="2063059" cy="1182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11A587BD-CDE1-5317-1224-53A70F1AF9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3505" y="7151525"/>
              <a:ext cx="0" cy="2449782"/>
            </a:xfrm>
            <a:prstGeom prst="line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prstDash val="dash"/>
              <a:miter lim="800000"/>
              <a:headEnd/>
              <a:tailEnd type="oval" w="lg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82901" tIns="91451" rIns="182901" bIns="9145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CEADE43-FB96-5138-857D-9CE9E5A5E41A}"/>
                </a:ext>
              </a:extLst>
            </p:cNvPr>
            <p:cNvSpPr txBox="1"/>
            <p:nvPr/>
          </p:nvSpPr>
          <p:spPr>
            <a:xfrm>
              <a:off x="2000448" y="7626128"/>
              <a:ext cx="5038579" cy="687374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600">
                  <a:solidFill>
                    <a:schemeClr val="bg1"/>
                  </a:solidFill>
                  <a:latin typeface="+mj-lt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Application Enhancements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D220727-B99E-D189-08A4-51372DA6111C}"/>
                </a:ext>
              </a:extLst>
            </p:cNvPr>
            <p:cNvSpPr/>
            <p:nvPr/>
          </p:nvSpPr>
          <p:spPr>
            <a:xfrm>
              <a:off x="3588997" y="5322512"/>
              <a:ext cx="1829012" cy="182901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0D6673E-229C-A663-51A7-13469D531C79}"/>
                </a:ext>
              </a:extLst>
            </p:cNvPr>
            <p:cNvSpPr txBox="1"/>
            <p:nvPr/>
          </p:nvSpPr>
          <p:spPr>
            <a:xfrm>
              <a:off x="1441481" y="11324390"/>
              <a:ext cx="5974814" cy="274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2pPr marL="800100" marR="0" lvl="1" indent="-3429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sz="1400"/>
              </a:lvl2pPr>
            </a:lstStyle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Independent Front &amp; Back-end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 Management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Comprehensive Monitoring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Safety guardrails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0211C1C-CD99-B57C-9A35-11A974505E2C}"/>
              </a:ext>
            </a:extLst>
          </p:cNvPr>
          <p:cNvGrpSpPr/>
          <p:nvPr/>
        </p:nvGrpSpPr>
        <p:grpSpPr>
          <a:xfrm flipH="1">
            <a:off x="9428941" y="925605"/>
            <a:ext cx="2608401" cy="4286863"/>
            <a:chOff x="1594396" y="5322512"/>
            <a:chExt cx="5636897" cy="870372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427CB50-CC16-3BFA-84E5-0F60C88F2AFC}"/>
                </a:ext>
              </a:extLst>
            </p:cNvPr>
            <p:cNvGrpSpPr/>
            <p:nvPr/>
          </p:nvGrpSpPr>
          <p:grpSpPr>
            <a:xfrm>
              <a:off x="1808185" y="8902219"/>
              <a:ext cx="5423108" cy="1774573"/>
              <a:chOff x="903900" y="4450594"/>
              <a:chExt cx="2711240" cy="887184"/>
            </a:xfrm>
          </p:grpSpPr>
          <p:sp>
            <p:nvSpPr>
              <p:cNvPr id="40" name="Freeform 165">
                <a:extLst>
                  <a:ext uri="{FF2B5EF4-FFF2-40B4-BE49-F238E27FC236}">
                    <a16:creationId xmlns:a16="http://schemas.microsoft.com/office/drawing/2014/main" id="{95A14A1F-807F-C7F8-99B9-569C3F25B3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3900" y="4450594"/>
                <a:ext cx="2711240" cy="887184"/>
              </a:xfrm>
              <a:custGeom>
                <a:avLst/>
                <a:gdLst>
                  <a:gd name="connsiteX0" fmla="*/ 0 w 2753731"/>
                  <a:gd name="connsiteY0" fmla="*/ 0 h 946397"/>
                  <a:gd name="connsiteX1" fmla="*/ 2095392 w 2753731"/>
                  <a:gd name="connsiteY1" fmla="*/ 0 h 946397"/>
                  <a:gd name="connsiteX2" fmla="*/ 2746970 w 2753731"/>
                  <a:gd name="connsiteY2" fmla="*/ 820255 h 946397"/>
                  <a:gd name="connsiteX3" fmla="*/ 2753731 w 2753731"/>
                  <a:gd name="connsiteY3" fmla="*/ 820255 h 946397"/>
                  <a:gd name="connsiteX4" fmla="*/ 2753731 w 2753731"/>
                  <a:gd name="connsiteY4" fmla="*/ 828766 h 946397"/>
                  <a:gd name="connsiteX5" fmla="*/ 2753731 w 2753731"/>
                  <a:gd name="connsiteY5" fmla="*/ 946397 h 946397"/>
                  <a:gd name="connsiteX6" fmla="*/ 658339 w 2753731"/>
                  <a:gd name="connsiteY6" fmla="*/ 946397 h 946397"/>
                  <a:gd name="connsiteX7" fmla="*/ 0 w 2753731"/>
                  <a:gd name="connsiteY7" fmla="*/ 116294 h 946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53731" h="946397">
                    <a:moveTo>
                      <a:pt x="0" y="0"/>
                    </a:moveTo>
                    <a:lnTo>
                      <a:pt x="2095392" y="0"/>
                    </a:lnTo>
                    <a:lnTo>
                      <a:pt x="2746970" y="820255"/>
                    </a:lnTo>
                    <a:lnTo>
                      <a:pt x="2753731" y="820255"/>
                    </a:lnTo>
                    <a:lnTo>
                      <a:pt x="2753731" y="828766"/>
                    </a:lnTo>
                    <a:lnTo>
                      <a:pt x="2753731" y="946397"/>
                    </a:lnTo>
                    <a:lnTo>
                      <a:pt x="658339" y="946397"/>
                    </a:lnTo>
                    <a:lnTo>
                      <a:pt x="0" y="116294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6350" cap="rnd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Questrial" charset="0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41" name="Freeform 124">
                <a:extLst>
                  <a:ext uri="{FF2B5EF4-FFF2-40B4-BE49-F238E27FC236}">
                    <a16:creationId xmlns:a16="http://schemas.microsoft.com/office/drawing/2014/main" id="{56A78462-CCB2-6BF2-F193-1B93B68AF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3900" y="4450594"/>
                <a:ext cx="648181" cy="887184"/>
              </a:xfrm>
              <a:custGeom>
                <a:avLst/>
                <a:gdLst>
                  <a:gd name="T0" fmla="*/ 0 w 618"/>
                  <a:gd name="T1" fmla="*/ 0 h 708"/>
                  <a:gd name="T2" fmla="*/ 0 w 618"/>
                  <a:gd name="T3" fmla="*/ 87 h 708"/>
                  <a:gd name="T4" fmla="*/ 618 w 618"/>
                  <a:gd name="T5" fmla="*/ 708 h 708"/>
                  <a:gd name="T6" fmla="*/ 618 w 618"/>
                  <a:gd name="T7" fmla="*/ 620 h 708"/>
                  <a:gd name="T8" fmla="*/ 0 w 618"/>
                  <a:gd name="T9" fmla="*/ 0 h 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8" h="708">
                    <a:moveTo>
                      <a:pt x="0" y="0"/>
                    </a:moveTo>
                    <a:lnTo>
                      <a:pt x="0" y="87"/>
                    </a:lnTo>
                    <a:lnTo>
                      <a:pt x="618" y="708"/>
                    </a:lnTo>
                    <a:lnTo>
                      <a:pt x="618" y="6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42" name="Rectangle 125">
                <a:extLst>
                  <a:ext uri="{FF2B5EF4-FFF2-40B4-BE49-F238E27FC236}">
                    <a16:creationId xmlns:a16="http://schemas.microsoft.com/office/drawing/2014/main" id="{F4021183-76D1-1D0A-8787-F1AC1E70E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081" y="5219528"/>
                <a:ext cx="2063059" cy="11825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sp>
          <p:nvSpPr>
            <p:cNvPr id="36" name="Line 24">
              <a:extLst>
                <a:ext uri="{FF2B5EF4-FFF2-40B4-BE49-F238E27FC236}">
                  <a16:creationId xmlns:a16="http://schemas.microsoft.com/office/drawing/2014/main" id="{12EB33AE-AE43-1B84-CCEF-516C0765A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3505" y="7151525"/>
              <a:ext cx="0" cy="2449782"/>
            </a:xfrm>
            <a:prstGeom prst="line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prstDash val="dash"/>
              <a:miter lim="800000"/>
              <a:headEnd/>
              <a:tailEnd type="oval" w="lg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82901" tIns="91451" rIns="182901" bIns="9145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C497F51-7DC8-6E1F-6734-FE2DCC98267A}"/>
                </a:ext>
              </a:extLst>
            </p:cNvPr>
            <p:cNvSpPr txBox="1"/>
            <p:nvPr/>
          </p:nvSpPr>
          <p:spPr>
            <a:xfrm>
              <a:off x="2666543" y="7626129"/>
              <a:ext cx="3706392" cy="687375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600">
                  <a:solidFill>
                    <a:schemeClr val="bg1"/>
                  </a:solidFill>
                  <a:latin typeface="+mj-lt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Data Management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F3720E7-972A-1669-DDA8-D7F542E1F092}"/>
                </a:ext>
              </a:extLst>
            </p:cNvPr>
            <p:cNvSpPr/>
            <p:nvPr/>
          </p:nvSpPr>
          <p:spPr>
            <a:xfrm>
              <a:off x="3588997" y="5322512"/>
              <a:ext cx="1829012" cy="1829012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63F4F2E-26AE-F89D-777F-2C57FF324B11}"/>
                </a:ext>
              </a:extLst>
            </p:cNvPr>
            <p:cNvSpPr txBox="1"/>
            <p:nvPr/>
          </p:nvSpPr>
          <p:spPr>
            <a:xfrm>
              <a:off x="1594396" y="11284807"/>
              <a:ext cx="5636897" cy="2741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Dynamic Parsing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Multi-Format Ingestion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Keyword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Wingdings" panose="05000000000000000000" pitchFamily="2" charset="2"/>
                </a:rPr>
                <a:t> Semantic search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Dedicated Vector DBs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9762342-A2FA-6ED7-2800-61BBFEA0F09E}"/>
              </a:ext>
            </a:extLst>
          </p:cNvPr>
          <p:cNvGrpSpPr/>
          <p:nvPr/>
        </p:nvGrpSpPr>
        <p:grpSpPr>
          <a:xfrm>
            <a:off x="3126210" y="925606"/>
            <a:ext cx="3292315" cy="4752503"/>
            <a:chOff x="1288805" y="5322512"/>
            <a:chExt cx="6522000" cy="964912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655C43F-4A51-56DC-E4E3-9F9D2FD08E57}"/>
                </a:ext>
              </a:extLst>
            </p:cNvPr>
            <p:cNvGrpSpPr/>
            <p:nvPr/>
          </p:nvGrpSpPr>
          <p:grpSpPr>
            <a:xfrm>
              <a:off x="1808185" y="8902219"/>
              <a:ext cx="5423108" cy="1774573"/>
              <a:chOff x="903900" y="4450594"/>
              <a:chExt cx="2711240" cy="887184"/>
            </a:xfrm>
          </p:grpSpPr>
          <p:sp>
            <p:nvSpPr>
              <p:cNvPr id="58" name="Freeform 165">
                <a:extLst>
                  <a:ext uri="{FF2B5EF4-FFF2-40B4-BE49-F238E27FC236}">
                    <a16:creationId xmlns:a16="http://schemas.microsoft.com/office/drawing/2014/main" id="{6DD4A720-C591-8C94-3D20-8EF0F0FEB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3900" y="4450594"/>
                <a:ext cx="2711240" cy="887184"/>
              </a:xfrm>
              <a:custGeom>
                <a:avLst/>
                <a:gdLst>
                  <a:gd name="connsiteX0" fmla="*/ 0 w 2753731"/>
                  <a:gd name="connsiteY0" fmla="*/ 0 h 946397"/>
                  <a:gd name="connsiteX1" fmla="*/ 2095392 w 2753731"/>
                  <a:gd name="connsiteY1" fmla="*/ 0 h 946397"/>
                  <a:gd name="connsiteX2" fmla="*/ 2746970 w 2753731"/>
                  <a:gd name="connsiteY2" fmla="*/ 820255 h 946397"/>
                  <a:gd name="connsiteX3" fmla="*/ 2753731 w 2753731"/>
                  <a:gd name="connsiteY3" fmla="*/ 820255 h 946397"/>
                  <a:gd name="connsiteX4" fmla="*/ 2753731 w 2753731"/>
                  <a:gd name="connsiteY4" fmla="*/ 828766 h 946397"/>
                  <a:gd name="connsiteX5" fmla="*/ 2753731 w 2753731"/>
                  <a:gd name="connsiteY5" fmla="*/ 946397 h 946397"/>
                  <a:gd name="connsiteX6" fmla="*/ 658339 w 2753731"/>
                  <a:gd name="connsiteY6" fmla="*/ 946397 h 946397"/>
                  <a:gd name="connsiteX7" fmla="*/ 0 w 2753731"/>
                  <a:gd name="connsiteY7" fmla="*/ 116294 h 946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53731" h="946397">
                    <a:moveTo>
                      <a:pt x="0" y="0"/>
                    </a:moveTo>
                    <a:lnTo>
                      <a:pt x="2095392" y="0"/>
                    </a:lnTo>
                    <a:lnTo>
                      <a:pt x="2746970" y="820255"/>
                    </a:lnTo>
                    <a:lnTo>
                      <a:pt x="2753731" y="820255"/>
                    </a:lnTo>
                    <a:lnTo>
                      <a:pt x="2753731" y="828766"/>
                    </a:lnTo>
                    <a:lnTo>
                      <a:pt x="2753731" y="946397"/>
                    </a:lnTo>
                    <a:lnTo>
                      <a:pt x="658339" y="946397"/>
                    </a:lnTo>
                    <a:lnTo>
                      <a:pt x="0" y="116294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6350" cap="rnd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Questrial" charset="0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59" name="Freeform 124">
                <a:extLst>
                  <a:ext uri="{FF2B5EF4-FFF2-40B4-BE49-F238E27FC236}">
                    <a16:creationId xmlns:a16="http://schemas.microsoft.com/office/drawing/2014/main" id="{9ADBBF65-6ADC-3710-9717-8DE72E0B7C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3900" y="4450594"/>
                <a:ext cx="648181" cy="887184"/>
              </a:xfrm>
              <a:custGeom>
                <a:avLst/>
                <a:gdLst>
                  <a:gd name="T0" fmla="*/ 0 w 618"/>
                  <a:gd name="T1" fmla="*/ 0 h 708"/>
                  <a:gd name="T2" fmla="*/ 0 w 618"/>
                  <a:gd name="T3" fmla="*/ 87 h 708"/>
                  <a:gd name="T4" fmla="*/ 618 w 618"/>
                  <a:gd name="T5" fmla="*/ 708 h 708"/>
                  <a:gd name="T6" fmla="*/ 618 w 618"/>
                  <a:gd name="T7" fmla="*/ 620 h 708"/>
                  <a:gd name="T8" fmla="*/ 0 w 618"/>
                  <a:gd name="T9" fmla="*/ 0 h 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8" h="708">
                    <a:moveTo>
                      <a:pt x="0" y="0"/>
                    </a:moveTo>
                    <a:lnTo>
                      <a:pt x="0" y="87"/>
                    </a:lnTo>
                    <a:lnTo>
                      <a:pt x="618" y="708"/>
                    </a:lnTo>
                    <a:lnTo>
                      <a:pt x="618" y="6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60" name="Rectangle 125">
                <a:extLst>
                  <a:ext uri="{FF2B5EF4-FFF2-40B4-BE49-F238E27FC236}">
                    <a16:creationId xmlns:a16="http://schemas.microsoft.com/office/drawing/2014/main" id="{3A9BA068-7548-DE35-183C-BD68F5407B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081" y="5219528"/>
                <a:ext cx="2063059" cy="11825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sp>
          <p:nvSpPr>
            <p:cNvPr id="54" name="Line 24">
              <a:extLst>
                <a:ext uri="{FF2B5EF4-FFF2-40B4-BE49-F238E27FC236}">
                  <a16:creationId xmlns:a16="http://schemas.microsoft.com/office/drawing/2014/main" id="{34EEC321-15BD-C283-AE5E-FDB249987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3505" y="7151525"/>
              <a:ext cx="0" cy="2449782"/>
            </a:xfrm>
            <a:prstGeom prst="line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prstDash val="dash"/>
              <a:miter lim="800000"/>
              <a:headEnd/>
              <a:tailEnd type="oval" w="lg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82901" tIns="91451" rIns="182901" bIns="9145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C768149-AA43-97D8-C6C1-6F1E17768DDC}"/>
                </a:ext>
              </a:extLst>
            </p:cNvPr>
            <p:cNvSpPr txBox="1"/>
            <p:nvPr/>
          </p:nvSpPr>
          <p:spPr>
            <a:xfrm>
              <a:off x="2891970" y="7626129"/>
              <a:ext cx="3255536" cy="687375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600">
                  <a:solidFill>
                    <a:schemeClr val="bg1"/>
                  </a:solidFill>
                  <a:latin typeface="+mj-lt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LLM Functionality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773A16C-4631-26F0-B168-427A9060C390}"/>
                </a:ext>
              </a:extLst>
            </p:cNvPr>
            <p:cNvSpPr/>
            <p:nvPr/>
          </p:nvSpPr>
          <p:spPr>
            <a:xfrm>
              <a:off x="3588997" y="5322512"/>
              <a:ext cx="1829012" cy="182901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0059D01-69AD-DC71-9F40-909864B503F9}"/>
                </a:ext>
              </a:extLst>
            </p:cNvPr>
            <p:cNvSpPr txBox="1"/>
            <p:nvPr/>
          </p:nvSpPr>
          <p:spPr>
            <a:xfrm>
              <a:off x="1288805" y="11284805"/>
              <a:ext cx="6522000" cy="3686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2pPr marL="800100" lvl="1" indent="-342900">
                <a:buFont typeface="Arial" panose="020B0604020202020204" pitchFamily="34" charset="0"/>
                <a:buChar char="•"/>
                <a:defRPr sz="1400"/>
              </a:lvl2pPr>
            </a:lstStyle>
            <a:p>
              <a:pPr marL="800100" marR="0" lvl="1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Feedback Mechanism</a:t>
              </a:r>
            </a:p>
            <a:p>
              <a:pPr marL="1200150" marR="0" lvl="2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Implicit + Explicit</a:t>
              </a:r>
            </a:p>
            <a:p>
              <a:pPr marL="1200150" marR="0" lvl="2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Follow up Questions</a:t>
              </a:r>
            </a:p>
            <a:p>
              <a:pPr marL="914400" marR="0" lvl="2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800100" marR="0" lvl="1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Fine Tuning</a:t>
              </a:r>
            </a:p>
            <a:p>
              <a:pPr marL="1200150" marR="0" lvl="2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Robust Evals</a:t>
              </a:r>
            </a:p>
            <a:p>
              <a:pPr marL="1200150" marR="0" lvl="2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Instruction-tuned LLMs</a:t>
              </a:r>
            </a:p>
            <a:p>
              <a:pPr marL="1200150" marR="0" lvl="2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Specialized AI Agents calls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itchFamily="2" charset="2"/>
              </a:endParaRPr>
            </a:p>
          </p:txBody>
        </p:sp>
      </p:grpSp>
      <p:pic>
        <p:nvPicPr>
          <p:cNvPr id="62" name="Picture 61" descr="A white line art of a gear with arrows&#10;&#10;Description automatically generated">
            <a:extLst>
              <a:ext uri="{FF2B5EF4-FFF2-40B4-BE49-F238E27FC236}">
                <a16:creationId xmlns:a16="http://schemas.microsoft.com/office/drawing/2014/main" id="{D6DC48F5-979F-5B7F-32FD-C10924C6D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250" y="1030993"/>
            <a:ext cx="733430" cy="701687"/>
          </a:xfrm>
          <a:prstGeom prst="rect">
            <a:avLst/>
          </a:prstGeom>
        </p:spPr>
      </p:pic>
      <p:pic>
        <p:nvPicPr>
          <p:cNvPr id="64" name="Picture 63" descr="A stack of white round objects&#10;&#10;Description automatically generated">
            <a:extLst>
              <a:ext uri="{FF2B5EF4-FFF2-40B4-BE49-F238E27FC236}">
                <a16:creationId xmlns:a16="http://schemas.microsoft.com/office/drawing/2014/main" id="{580BF77D-4A49-144E-23FB-4CF666C9B7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2498" y="1054791"/>
            <a:ext cx="657384" cy="626649"/>
          </a:xfrm>
          <a:prstGeom prst="rect">
            <a:avLst/>
          </a:prstGeom>
        </p:spPr>
      </p:pic>
      <p:pic>
        <p:nvPicPr>
          <p:cNvPr id="66" name="Picture 65" descr="A white line drawing of a gear and arrow&#10;&#10;Description automatically generated">
            <a:extLst>
              <a:ext uri="{FF2B5EF4-FFF2-40B4-BE49-F238E27FC236}">
                <a16:creationId xmlns:a16="http://schemas.microsoft.com/office/drawing/2014/main" id="{BB50A575-43C5-0C21-555A-A2B543456C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823" y="994509"/>
            <a:ext cx="827627" cy="831960"/>
          </a:xfrm>
          <a:prstGeom prst="rect">
            <a:avLst/>
          </a:prstGeom>
        </p:spPr>
      </p:pic>
      <p:pic>
        <p:nvPicPr>
          <p:cNvPr id="68" name="Picture 67" descr="A whit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2119DF3E-0814-07E0-C81C-427F50814C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506" y="1077867"/>
            <a:ext cx="689487" cy="682615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D9F2C7C-C7D9-AC97-5C47-8A3A03D6DEBE}"/>
              </a:ext>
            </a:extLst>
          </p:cNvPr>
          <p:cNvSpPr/>
          <p:nvPr/>
        </p:nvSpPr>
        <p:spPr>
          <a:xfrm>
            <a:off x="701931" y="5418203"/>
            <a:ext cx="2126457" cy="26814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Highest priority – Drop 1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397A389-5CD4-557E-FDED-3644162C8F86}"/>
              </a:ext>
            </a:extLst>
          </p:cNvPr>
          <p:cNvSpPr/>
          <p:nvPr/>
        </p:nvSpPr>
        <p:spPr>
          <a:xfrm>
            <a:off x="3767572" y="5811457"/>
            <a:ext cx="2323671" cy="24187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Highest priority – Drop 1 + 2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194813B-96CC-B241-B895-BCC28279945F}"/>
              </a:ext>
            </a:extLst>
          </p:cNvPr>
          <p:cNvSpPr/>
          <p:nvPr/>
        </p:nvSpPr>
        <p:spPr>
          <a:xfrm>
            <a:off x="6707692" y="5374158"/>
            <a:ext cx="2405201" cy="24187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Medium priority – Drop 1 + 2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25051E9-67F6-2421-4529-7236EB95C1D8}"/>
              </a:ext>
            </a:extLst>
          </p:cNvPr>
          <p:cNvSpPr/>
          <p:nvPr/>
        </p:nvSpPr>
        <p:spPr>
          <a:xfrm>
            <a:off x="9648112" y="5371332"/>
            <a:ext cx="2071130" cy="24752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 priority – Drop 1 + 2</a:t>
            </a:r>
          </a:p>
        </p:txBody>
      </p:sp>
    </p:spTree>
    <p:extLst>
      <p:ext uri="{BB962C8B-B14F-4D97-AF65-F5344CB8AC3E}">
        <p14:creationId xmlns:p14="http://schemas.microsoft.com/office/powerpoint/2010/main" val="296243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BCC58-FB66-57C2-94B3-F86C793F9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3D9D8CC-7F9C-0D4B-33F7-03CFADA8F794}"/>
              </a:ext>
            </a:extLst>
          </p:cNvPr>
          <p:cNvSpPr txBox="1"/>
          <p:nvPr/>
        </p:nvSpPr>
        <p:spPr>
          <a:xfrm>
            <a:off x="531645" y="107707"/>
            <a:ext cx="9947868" cy="36933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lvl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800"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62A39F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Architecture Layers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A195660-D512-B99D-3964-4528A4531161}"/>
              </a:ext>
            </a:extLst>
          </p:cNvPr>
          <p:cNvSpPr txBox="1">
            <a:spLocks/>
          </p:cNvSpPr>
          <p:nvPr/>
        </p:nvSpPr>
        <p:spPr>
          <a:xfrm>
            <a:off x="11464925" y="6490661"/>
            <a:ext cx="727075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A227D-D6B4-481D-8178-2242024024DE}" type="slidenum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8998FC17-B39E-277E-06AB-2ED28E512227}"/>
              </a:ext>
            </a:extLst>
          </p:cNvPr>
          <p:cNvSpPr txBox="1">
            <a:spLocks/>
          </p:cNvSpPr>
          <p:nvPr/>
        </p:nvSpPr>
        <p:spPr>
          <a:xfrm>
            <a:off x="300708" y="6567492"/>
            <a:ext cx="4197927" cy="268143"/>
          </a:xfrm>
          <a:prstGeom prst="rect">
            <a:avLst/>
          </a:prstGeom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© 2024 Collabera Digital  |  All Rights Reserved 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| collaberadigital.com</a:t>
            </a:r>
          </a:p>
        </p:txBody>
      </p:sp>
      <p:pic>
        <p:nvPicPr>
          <p:cNvPr id="21" name="Picture 2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D9A7441-C655-B13F-F4A9-56E67C93CE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170" y="78525"/>
            <a:ext cx="1593677" cy="32176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E818080-E60C-A435-29B6-EE0D20253DCC}"/>
              </a:ext>
            </a:extLst>
          </p:cNvPr>
          <p:cNvGrpSpPr/>
          <p:nvPr/>
        </p:nvGrpSpPr>
        <p:grpSpPr>
          <a:xfrm>
            <a:off x="574489" y="548195"/>
            <a:ext cx="11176076" cy="5835078"/>
            <a:chOff x="574489" y="548195"/>
            <a:chExt cx="11176076" cy="583507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10BCBCB-599A-C7B2-1B69-C12070F4C0A2}"/>
                </a:ext>
              </a:extLst>
            </p:cNvPr>
            <p:cNvSpPr/>
            <p:nvPr/>
          </p:nvSpPr>
          <p:spPr>
            <a:xfrm rot="16200000">
              <a:off x="-1778072" y="3036781"/>
              <a:ext cx="5209479" cy="504355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Containerized Application 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C74B72-CE28-6119-E25B-2966E85A558A}"/>
                </a:ext>
              </a:extLst>
            </p:cNvPr>
            <p:cNvSpPr/>
            <p:nvPr/>
          </p:nvSpPr>
          <p:spPr>
            <a:xfrm>
              <a:off x="1347766" y="684221"/>
              <a:ext cx="1616151" cy="45183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Security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53F8BF9-C0AE-1402-ADD1-4897B6D226D6}"/>
                </a:ext>
              </a:extLst>
            </p:cNvPr>
            <p:cNvSpPr/>
            <p:nvPr/>
          </p:nvSpPr>
          <p:spPr>
            <a:xfrm>
              <a:off x="1347765" y="1274834"/>
              <a:ext cx="1616152" cy="979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SSL &amp;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 Management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E73A93A-2A73-0397-141E-588E8C80CBB3}"/>
                </a:ext>
              </a:extLst>
            </p:cNvPr>
            <p:cNvSpPr/>
            <p:nvPr/>
          </p:nvSpPr>
          <p:spPr>
            <a:xfrm>
              <a:off x="1347765" y="2354706"/>
              <a:ext cx="1616152" cy="3538992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Key-based API access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User Roles for storage access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Guardrails for LLM responses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Error Handling and Logging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B5FB114-0014-D0EE-78A0-CEB1A833987A}"/>
                </a:ext>
              </a:extLst>
            </p:cNvPr>
            <p:cNvSpPr/>
            <p:nvPr/>
          </p:nvSpPr>
          <p:spPr>
            <a:xfrm>
              <a:off x="3192324" y="684222"/>
              <a:ext cx="8558241" cy="156980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BC6EEF9-3E79-DE4F-C502-2C09E7681843}"/>
                </a:ext>
              </a:extLst>
            </p:cNvPr>
            <p:cNvSpPr/>
            <p:nvPr/>
          </p:nvSpPr>
          <p:spPr>
            <a:xfrm>
              <a:off x="3312089" y="548195"/>
              <a:ext cx="1404000" cy="288000"/>
            </a:xfrm>
            <a:prstGeom prst="rect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Frontend</a:t>
              </a:r>
              <a:endPara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75A0B77-373B-3658-3D16-3865B5A00AE0}"/>
                </a:ext>
              </a:extLst>
            </p:cNvPr>
            <p:cNvSpPr/>
            <p:nvPr/>
          </p:nvSpPr>
          <p:spPr>
            <a:xfrm>
              <a:off x="3192323" y="2396128"/>
              <a:ext cx="8558241" cy="349757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B9FE29-C1B5-57CD-CB88-6C37A30C463A}"/>
                </a:ext>
              </a:extLst>
            </p:cNvPr>
            <p:cNvSpPr/>
            <p:nvPr/>
          </p:nvSpPr>
          <p:spPr>
            <a:xfrm>
              <a:off x="3312089" y="2328675"/>
              <a:ext cx="1404000" cy="288000"/>
            </a:xfrm>
            <a:prstGeom prst="rect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Backend</a:t>
              </a:r>
              <a:endPara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EE837AE-0572-5F2A-6110-44C99053C4F9}"/>
                </a:ext>
              </a:extLst>
            </p:cNvPr>
            <p:cNvSpPr/>
            <p:nvPr/>
          </p:nvSpPr>
          <p:spPr>
            <a:xfrm>
              <a:off x="3462866" y="2689002"/>
              <a:ext cx="8054053" cy="29884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API Layer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D0ACEE8-7D36-7819-B529-5B8D89F34811}"/>
                </a:ext>
              </a:extLst>
            </p:cNvPr>
            <p:cNvSpPr/>
            <p:nvPr/>
          </p:nvSpPr>
          <p:spPr>
            <a:xfrm>
              <a:off x="8754143" y="5287282"/>
              <a:ext cx="2723482" cy="45891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AI Layer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3C148EE-D5C9-E221-9D90-C05A3AB86D01}"/>
                </a:ext>
              </a:extLst>
            </p:cNvPr>
            <p:cNvSpPr/>
            <p:nvPr/>
          </p:nvSpPr>
          <p:spPr>
            <a:xfrm>
              <a:off x="574489" y="5993478"/>
              <a:ext cx="11151732" cy="389795"/>
            </a:xfrm>
            <a:prstGeom prst="round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Deployable to SMBC’s Client Cloud Environment (Vector DB + Files / Data)</a:t>
              </a: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727418C-F9C5-C52C-16E3-250D47B666CE}"/>
                </a:ext>
              </a:extLst>
            </p:cNvPr>
            <p:cNvSpPr/>
            <p:nvPr/>
          </p:nvSpPr>
          <p:spPr>
            <a:xfrm>
              <a:off x="3475566" y="5297415"/>
              <a:ext cx="5173134" cy="436489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Storage Access (CRUD based on user role)</a:t>
              </a: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21FEA41-0096-FD54-C9E6-35344DFD4CD9}"/>
                </a:ext>
              </a:extLst>
            </p:cNvPr>
            <p:cNvSpPr/>
            <p:nvPr/>
          </p:nvSpPr>
          <p:spPr>
            <a:xfrm>
              <a:off x="9687513" y="5393698"/>
              <a:ext cx="792000" cy="27111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</a:t>
              </a: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46C855A-D35C-5F43-0008-04AC06C96785}"/>
                </a:ext>
              </a:extLst>
            </p:cNvPr>
            <p:cNvSpPr/>
            <p:nvPr/>
          </p:nvSpPr>
          <p:spPr>
            <a:xfrm>
              <a:off x="10554357" y="5393698"/>
              <a:ext cx="792000" cy="27756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LLM</a:t>
              </a: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F180C9E-9BAE-047E-FBB1-FBCA2AC74C64}"/>
                </a:ext>
              </a:extLst>
            </p:cNvPr>
            <p:cNvSpPr/>
            <p:nvPr/>
          </p:nvSpPr>
          <p:spPr>
            <a:xfrm>
              <a:off x="3462866" y="3080741"/>
              <a:ext cx="3498167" cy="2097535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User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 Add Favorite Questions, View Favorite Questions, Add Feedback (Instructions)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Admin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 Instruction Management, Knowledge Management, User Management,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Favorite Questions Management, Dashboard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Storage and User Management</a:t>
              </a:r>
              <a:endPara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EA641E5-592F-8628-C472-5F97FD922412}"/>
                </a:ext>
              </a:extLst>
            </p:cNvPr>
            <p:cNvSpPr/>
            <p:nvPr/>
          </p:nvSpPr>
          <p:spPr>
            <a:xfrm>
              <a:off x="7080872" y="3068887"/>
              <a:ext cx="4436047" cy="2097535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Parallel Question Processing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Instruction and Domain Knowledge Retrieval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Evals for Instruction and Domain Knowledge Retrieval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SQL Query Generation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Evals for SQL Query Generation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Generation of Charts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Calculation Function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Follow back for more information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Query Processing</a:t>
              </a:r>
              <a:endPara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F5E5CD6-27AE-2897-94FF-533CFBD0DD04}"/>
                </a:ext>
              </a:extLst>
            </p:cNvPr>
            <p:cNvGrpSpPr/>
            <p:nvPr/>
          </p:nvGrpSpPr>
          <p:grpSpPr>
            <a:xfrm>
              <a:off x="3797889" y="940381"/>
              <a:ext cx="3618006" cy="1151658"/>
              <a:chOff x="3462866" y="888925"/>
              <a:chExt cx="3618006" cy="1201441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87B44AA8-F1BD-AD55-FBD0-18008E9B5B94}"/>
                  </a:ext>
                </a:extLst>
              </p:cNvPr>
              <p:cNvGrpSpPr/>
              <p:nvPr/>
            </p:nvGrpSpPr>
            <p:grpSpPr>
              <a:xfrm>
                <a:off x="3614476" y="978342"/>
                <a:ext cx="3346557" cy="959661"/>
                <a:chOff x="3462866" y="945615"/>
                <a:chExt cx="3346557" cy="959661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7114CAB-D5A0-19CE-0C13-967D1C2D55C7}"/>
                    </a:ext>
                  </a:extLst>
                </p:cNvPr>
                <p:cNvSpPr txBox="1"/>
                <p:nvPr/>
              </p:nvSpPr>
              <p:spPr>
                <a:xfrm>
                  <a:off x="3462866" y="945615"/>
                  <a:ext cx="1797862" cy="954107"/>
                </a:xfrm>
                <a:prstGeom prst="rect">
                  <a:avLst/>
                </a:prstGeom>
                <a:noFill/>
                <a:ln>
                  <a:noFill/>
                  <a:prstDash val="sysDot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91440" tIns="45720" rIns="91440" bIns="45720" rtlCol="0" anchor="t">
                  <a:spAutoFit/>
                </a:bodyPr>
                <a:lstStyle/>
                <a:p>
                  <a:pPr marL="285750" marR="0" lvl="0" indent="-2857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Register</a:t>
                  </a:r>
                </a:p>
                <a:p>
                  <a:pPr marL="285750" marR="0" lvl="0" indent="-2857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Login</a:t>
                  </a:r>
                </a:p>
                <a:p>
                  <a:pPr marL="285750" marR="0" lvl="0" indent="-2857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Chat</a:t>
                  </a:r>
                </a:p>
                <a:p>
                  <a:pPr marL="285750" marR="0" lvl="0" indent="-2857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Feedback 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85EBBE-413F-A1F1-6887-67E4442E0218}"/>
                    </a:ext>
                  </a:extLst>
                </p:cNvPr>
                <p:cNvSpPr txBox="1"/>
                <p:nvPr/>
              </p:nvSpPr>
              <p:spPr>
                <a:xfrm>
                  <a:off x="5011561" y="951169"/>
                  <a:ext cx="1797862" cy="954107"/>
                </a:xfrm>
                <a:prstGeom prst="rect">
                  <a:avLst/>
                </a:prstGeom>
                <a:noFill/>
                <a:ln>
                  <a:noFill/>
                  <a:prstDash val="sysDot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91440" tIns="45720" rIns="91440" bIns="45720" rtlCol="0" anchor="t">
                  <a:spAutoFit/>
                </a:bodyPr>
                <a:lstStyle/>
                <a:p>
                  <a:pPr marL="285750" marR="0" lvl="0" indent="-2857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Favorite questions</a:t>
                  </a:r>
                </a:p>
                <a:p>
                  <a:pPr marL="285750" marR="0" lvl="0" indent="-2857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Diagnostics</a:t>
                  </a:r>
                </a:p>
                <a:p>
                  <a:pPr marL="285750" marR="0" lvl="0" indent="-2857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Chat History</a:t>
                  </a:r>
                </a:p>
                <a:p>
                  <a:pPr marL="285750" marR="0" lvl="0" indent="-2857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Dashboard</a:t>
                  </a:r>
                </a:p>
              </p:txBody>
            </p:sp>
          </p:grp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3B8EBCC-30F8-F164-EF2C-DE00BC002DB0}"/>
                  </a:ext>
                </a:extLst>
              </p:cNvPr>
              <p:cNvSpPr/>
              <p:nvPr/>
            </p:nvSpPr>
            <p:spPr>
              <a:xfrm>
                <a:off x="3462866" y="888925"/>
                <a:ext cx="3618006" cy="1201441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5508662-2962-6923-3928-F73C1F5FE740}"/>
                </a:ext>
              </a:extLst>
            </p:cNvPr>
            <p:cNvGrpSpPr/>
            <p:nvPr/>
          </p:nvGrpSpPr>
          <p:grpSpPr>
            <a:xfrm>
              <a:off x="8021459" y="926693"/>
              <a:ext cx="3443466" cy="1151658"/>
              <a:chOff x="7764143" y="906536"/>
              <a:chExt cx="3443466" cy="1201441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E2944B9-E6EC-9C42-B4D1-AC002FEEF194}"/>
                  </a:ext>
                </a:extLst>
              </p:cNvPr>
              <p:cNvSpPr txBox="1"/>
              <p:nvPr/>
            </p:nvSpPr>
            <p:spPr>
              <a:xfrm>
                <a:off x="7948216" y="920815"/>
                <a:ext cx="3259393" cy="1169551"/>
              </a:xfrm>
              <a:prstGeom prst="rect">
                <a:avLst/>
              </a:prstGeom>
              <a:noFill/>
              <a:ln>
                <a:noFill/>
                <a:prstDash val="sysDot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tIns="45720" rIns="91440" bIns="45720" rtlCol="0" anchor="t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User management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Knowledge Management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Instruction Management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Favorite Question Management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Dashboard Management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B7470A0-DE40-FF40-7416-18E8B63DD81D}"/>
                  </a:ext>
                </a:extLst>
              </p:cNvPr>
              <p:cNvSpPr/>
              <p:nvPr/>
            </p:nvSpPr>
            <p:spPr>
              <a:xfrm>
                <a:off x="7764143" y="906536"/>
                <a:ext cx="3091696" cy="1201441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6FCBC5F-FC2E-6C77-8FB1-86BC2C8A5B39}"/>
              </a:ext>
            </a:extLst>
          </p:cNvPr>
          <p:cNvSpPr txBox="1"/>
          <p:nvPr/>
        </p:nvSpPr>
        <p:spPr>
          <a:xfrm>
            <a:off x="5220996" y="6393786"/>
            <a:ext cx="7066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** Features highlighted in yellow are work in progress | * Others are in progress </a:t>
            </a:r>
          </a:p>
        </p:txBody>
      </p:sp>
    </p:spTree>
    <p:extLst>
      <p:ext uri="{BB962C8B-B14F-4D97-AF65-F5344CB8AC3E}">
        <p14:creationId xmlns:p14="http://schemas.microsoft.com/office/powerpoint/2010/main" val="3476033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0B16-6BB7-89DB-327C-AEA79D63D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7F350BB-1380-3D26-C74F-211601908BF1}"/>
              </a:ext>
            </a:extLst>
          </p:cNvPr>
          <p:cNvSpPr txBox="1">
            <a:spLocks/>
          </p:cNvSpPr>
          <p:nvPr/>
        </p:nvSpPr>
        <p:spPr>
          <a:xfrm>
            <a:off x="11464925" y="6490661"/>
            <a:ext cx="727075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DA227D-D6B4-481D-8178-2242024024DE}" type="slidenum">
              <a:rPr kumimoji="0" lang="en-US" sz="1333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1BB5B82-9445-508C-FD22-CE56D12C4786}"/>
              </a:ext>
            </a:extLst>
          </p:cNvPr>
          <p:cNvSpPr txBox="1">
            <a:spLocks/>
          </p:cNvSpPr>
          <p:nvPr/>
        </p:nvSpPr>
        <p:spPr>
          <a:xfrm>
            <a:off x="300708" y="6567492"/>
            <a:ext cx="4197927" cy="268143"/>
          </a:xfrm>
          <a:prstGeom prst="rect">
            <a:avLst/>
          </a:prstGeom>
        </p:spPr>
        <p:txBody>
          <a:bodyPr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© 2024 Collabera Digital  |  All Rights Reserved 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| collaberadigital.com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0D8B548-67AC-822B-C69A-2C96D96D025D}"/>
              </a:ext>
            </a:extLst>
          </p:cNvPr>
          <p:cNvSpPr txBox="1">
            <a:spLocks/>
          </p:cNvSpPr>
          <p:nvPr/>
        </p:nvSpPr>
        <p:spPr>
          <a:xfrm>
            <a:off x="300708" y="-100137"/>
            <a:ext cx="7861985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rgbClr val="2859C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2A39F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Project Governance &amp; Communication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C9657-5B2F-1A90-9985-08349F61808F}"/>
              </a:ext>
            </a:extLst>
          </p:cNvPr>
          <p:cNvSpPr txBox="1"/>
          <p:nvPr/>
        </p:nvSpPr>
        <p:spPr>
          <a:xfrm>
            <a:off x="541483" y="648027"/>
            <a:ext cx="11286979" cy="475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4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team structure to facilitate close collaboration and interaction with SMBC at every stage of delivery, from governance and controls, and design standards, through to seamless implementation and warranty.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118DB9-06D1-11A4-D10C-41A3FC9E95E2}"/>
              </a:ext>
            </a:extLst>
          </p:cNvPr>
          <p:cNvSpPr/>
          <p:nvPr/>
        </p:nvSpPr>
        <p:spPr>
          <a:xfrm>
            <a:off x="582993" y="2142171"/>
            <a:ext cx="7405825" cy="106822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CCEC9F-59B9-CE20-741C-0E023979667C}"/>
              </a:ext>
            </a:extLst>
          </p:cNvPr>
          <p:cNvSpPr txBox="1"/>
          <p:nvPr/>
        </p:nvSpPr>
        <p:spPr>
          <a:xfrm>
            <a:off x="589655" y="2557031"/>
            <a:ext cx="2023085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Delivery Leadership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7F2C7D-7737-A552-A85E-678C757F2B5C}"/>
              </a:ext>
            </a:extLst>
          </p:cNvPr>
          <p:cNvSpPr/>
          <p:nvPr/>
        </p:nvSpPr>
        <p:spPr>
          <a:xfrm>
            <a:off x="569324" y="1450317"/>
            <a:ext cx="7419494" cy="35804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Governance &amp; Control</a:t>
            </a:r>
          </a:p>
        </p:txBody>
      </p:sp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42B9D85-26A3-BD5D-BD35-2CE9F7ABE8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170" y="78525"/>
            <a:ext cx="1593677" cy="32176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CF37C0E3-24A0-5A67-B5E7-09F21EFE2887}"/>
              </a:ext>
            </a:extLst>
          </p:cNvPr>
          <p:cNvGrpSpPr/>
          <p:nvPr/>
        </p:nvGrpSpPr>
        <p:grpSpPr>
          <a:xfrm>
            <a:off x="2131826" y="2308422"/>
            <a:ext cx="2166304" cy="750867"/>
            <a:chOff x="4815893" y="2347495"/>
            <a:chExt cx="2166304" cy="750867"/>
          </a:xfrm>
        </p:grpSpPr>
        <p:sp>
          <p:nvSpPr>
            <p:cNvPr id="19" name="Title 5">
              <a:extLst>
                <a:ext uri="{FF2B5EF4-FFF2-40B4-BE49-F238E27FC236}">
                  <a16:creationId xmlns:a16="http://schemas.microsoft.com/office/drawing/2014/main" id="{65318EE5-453F-F59D-06FB-2C70BAD5AA8E}"/>
                </a:ext>
              </a:extLst>
            </p:cNvPr>
            <p:cNvSpPr txBox="1">
              <a:spLocks/>
            </p:cNvSpPr>
            <p:nvPr/>
          </p:nvSpPr>
          <p:spPr>
            <a:xfrm>
              <a:off x="5516218" y="2524287"/>
              <a:ext cx="1465979" cy="38135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vert="horz" wrap="square" lIns="60950" tIns="60950" rIns="60950" bIns="60950" rtlCol="0" anchor="ctr" anchorCtr="0">
              <a:noAutofit/>
            </a:bodyPr>
            <a:lstStyle>
              <a:lvl1pPr lvl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 sz="2400" b="1" kern="1200">
                  <a:solidFill>
                    <a:srgbClr val="2859C3"/>
                  </a:solidFill>
                  <a:latin typeface="+mn-lt"/>
                  <a:ea typeface="+mj-ea"/>
                  <a:cs typeface="+mj-cs"/>
                </a:defRPr>
              </a:lvl1pPr>
              <a:lvl2pPr lvl="1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2pPr>
              <a:lvl3pPr lvl="2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3pPr>
              <a:lvl4pPr lvl="3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4pPr>
              <a:lvl5pPr lvl="4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5pPr>
              <a:lvl6pPr lvl="5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6pPr>
              <a:lvl7pPr lvl="6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7pPr>
              <a:lvl8pPr lvl="7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8pPr>
              <a:lvl9pPr lvl="8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8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</a:rPr>
                <a:t>Program Manager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</a:rPr>
                <a:t>: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8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</a:rPr>
                <a:t>Srinidhi Ramanujam</a:t>
              </a:r>
            </a:p>
          </p:txBody>
        </p:sp>
        <p:pic>
          <p:nvPicPr>
            <p:cNvPr id="6" name="Picture 5" descr="A person in a suit and glasses&#10;&#10;Description automatically generated">
              <a:extLst>
                <a:ext uri="{FF2B5EF4-FFF2-40B4-BE49-F238E27FC236}">
                  <a16:creationId xmlns:a16="http://schemas.microsoft.com/office/drawing/2014/main" id="{A324B329-9B76-84AF-994B-AD5198936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5893" y="2347495"/>
              <a:ext cx="750867" cy="750867"/>
            </a:xfrm>
            <a:prstGeom prst="ellipse">
              <a:avLst/>
            </a:prstGeom>
            <a:ln w="12700" cap="rnd">
              <a:solidFill>
                <a:schemeClr val="tx1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96BFAA-F56F-2108-247D-D77E28A14A6F}"/>
              </a:ext>
            </a:extLst>
          </p:cNvPr>
          <p:cNvGrpSpPr/>
          <p:nvPr/>
        </p:nvGrpSpPr>
        <p:grpSpPr>
          <a:xfrm>
            <a:off x="4777747" y="2272018"/>
            <a:ext cx="2565641" cy="729196"/>
            <a:chOff x="1997481" y="2353427"/>
            <a:chExt cx="2565641" cy="729196"/>
          </a:xfrm>
        </p:grpSpPr>
        <p:sp>
          <p:nvSpPr>
            <p:cNvPr id="10" name="Title 5">
              <a:extLst>
                <a:ext uri="{FF2B5EF4-FFF2-40B4-BE49-F238E27FC236}">
                  <a16:creationId xmlns:a16="http://schemas.microsoft.com/office/drawing/2014/main" id="{918A0D36-04CC-AD14-B08B-7EF87912030E}"/>
                </a:ext>
              </a:extLst>
            </p:cNvPr>
            <p:cNvSpPr txBox="1">
              <a:spLocks/>
            </p:cNvSpPr>
            <p:nvPr/>
          </p:nvSpPr>
          <p:spPr>
            <a:xfrm>
              <a:off x="2642911" y="2531104"/>
              <a:ext cx="1920211" cy="38364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vert="horz" wrap="square" lIns="60950" tIns="60950" rIns="60950" bIns="60950" rtlCol="0" anchor="ctr" anchorCtr="0">
              <a:noAutofit/>
            </a:bodyPr>
            <a:lstStyle>
              <a:lvl1pPr lvl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 sz="2400" b="1" kern="1200">
                  <a:solidFill>
                    <a:srgbClr val="2859C3"/>
                  </a:solidFill>
                  <a:latin typeface="+mn-lt"/>
                  <a:ea typeface="+mj-ea"/>
                  <a:cs typeface="+mj-cs"/>
                </a:defRPr>
              </a:lvl1pPr>
              <a:lvl2pPr lvl="1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2pPr>
              <a:lvl3pPr lvl="2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3pPr>
              <a:lvl4pPr lvl="3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4pPr>
              <a:lvl5pPr lvl="4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5pPr>
              <a:lvl6pPr lvl="5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6pPr>
              <a:lvl7pPr lvl="6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7pPr>
              <a:lvl8pPr lvl="7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8pPr>
              <a:lvl9pPr lvl="8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8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</a:rPr>
                <a:t>Project Lead: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8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</a:rPr>
                <a:t>Suprotim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</a:rPr>
                <a:t> Dutta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52B38EB-7C57-594C-1D4C-B501795FC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7481" y="2353427"/>
              <a:ext cx="704572" cy="729196"/>
            </a:xfrm>
            <a:prstGeom prst="ellipse">
              <a:avLst/>
            </a:prstGeom>
            <a:ln w="12700" cap="rnd">
              <a:solidFill>
                <a:schemeClr val="tx1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15F68325-8338-7EE9-4C40-8D05BB2DF6A7}"/>
              </a:ext>
            </a:extLst>
          </p:cNvPr>
          <p:cNvSpPr/>
          <p:nvPr/>
        </p:nvSpPr>
        <p:spPr>
          <a:xfrm>
            <a:off x="8307672" y="1462921"/>
            <a:ext cx="3716161" cy="34730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Communication Structure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015558-5960-56EE-7E98-1FF858DAD8C1}"/>
              </a:ext>
            </a:extLst>
          </p:cNvPr>
          <p:cNvGrpSpPr/>
          <p:nvPr/>
        </p:nvGrpSpPr>
        <p:grpSpPr>
          <a:xfrm>
            <a:off x="8280654" y="2140056"/>
            <a:ext cx="3743180" cy="4350605"/>
            <a:chOff x="7792427" y="2142171"/>
            <a:chExt cx="4207595" cy="434838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D75A088-DCEB-F02C-F4B4-44AA44FF8629}"/>
                </a:ext>
              </a:extLst>
            </p:cNvPr>
            <p:cNvSpPr/>
            <p:nvPr/>
          </p:nvSpPr>
          <p:spPr>
            <a:xfrm>
              <a:off x="7801336" y="2142171"/>
              <a:ext cx="4198686" cy="434838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28374BA-36C0-F4CC-6975-0F4D11F284DC}"/>
                </a:ext>
              </a:extLst>
            </p:cNvPr>
            <p:cNvGrpSpPr/>
            <p:nvPr/>
          </p:nvGrpSpPr>
          <p:grpSpPr>
            <a:xfrm>
              <a:off x="7792427" y="2206995"/>
              <a:ext cx="4207595" cy="4114571"/>
              <a:chOff x="7792427" y="2206995"/>
              <a:chExt cx="4207595" cy="4114571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F949F94E-6EA6-50EB-48FD-FEA23538FE21}"/>
                  </a:ext>
                </a:extLst>
              </p:cNvPr>
              <p:cNvGrpSpPr/>
              <p:nvPr/>
            </p:nvGrpSpPr>
            <p:grpSpPr>
              <a:xfrm>
                <a:off x="7792427" y="2206995"/>
                <a:ext cx="4207595" cy="4114571"/>
                <a:chOff x="7916252" y="2206995"/>
                <a:chExt cx="4207595" cy="4114571"/>
              </a:xfrm>
            </p:grpSpPr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BDC612F-0A05-BA0B-EE0C-EC11552B55BB}"/>
                    </a:ext>
                  </a:extLst>
                </p:cNvPr>
                <p:cNvSpPr txBox="1"/>
                <p:nvPr/>
              </p:nvSpPr>
              <p:spPr>
                <a:xfrm>
                  <a:off x="7929549" y="2206995"/>
                  <a:ext cx="2202848" cy="2614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Daily Updates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A43DBD4-7B5E-7BF3-8CB4-9CE246461053}"/>
                    </a:ext>
                  </a:extLst>
                </p:cNvPr>
                <p:cNvSpPr txBox="1"/>
                <p:nvPr/>
              </p:nvSpPr>
              <p:spPr>
                <a:xfrm>
                  <a:off x="7946623" y="4384660"/>
                  <a:ext cx="2202848" cy="2614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Drop-end Updates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4661990-07F9-C25F-924C-CE0EC854FF4D}"/>
                    </a:ext>
                  </a:extLst>
                </p:cNvPr>
                <p:cNvSpPr txBox="1"/>
                <p:nvPr/>
              </p:nvSpPr>
              <p:spPr>
                <a:xfrm>
                  <a:off x="7916252" y="3329688"/>
                  <a:ext cx="2202848" cy="2614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Weekly Updates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472DD6C-D6E0-5813-1FC0-8740BB4D7AC7}"/>
                    </a:ext>
                  </a:extLst>
                </p:cNvPr>
                <p:cNvSpPr txBox="1"/>
                <p:nvPr/>
              </p:nvSpPr>
              <p:spPr>
                <a:xfrm>
                  <a:off x="7929549" y="5535677"/>
                  <a:ext cx="2202848" cy="2614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Client Queries or Reviews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E6B8176-7E14-1D49-6B47-5016497387E1}"/>
                    </a:ext>
                  </a:extLst>
                </p:cNvPr>
                <p:cNvSpPr txBox="1"/>
                <p:nvPr/>
              </p:nvSpPr>
              <p:spPr>
                <a:xfrm>
                  <a:off x="8180483" y="5813994"/>
                  <a:ext cx="3584950" cy="5075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Frequency: As needed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Participants: Relevant team members &amp; SMBC stakeholders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2C1AFF7-9115-9C1A-9F9C-46E507F8CC0B}"/>
                    </a:ext>
                  </a:extLst>
                </p:cNvPr>
                <p:cNvSpPr txBox="1"/>
                <p:nvPr/>
              </p:nvSpPr>
              <p:spPr>
                <a:xfrm>
                  <a:off x="8168616" y="2460904"/>
                  <a:ext cx="3584950" cy="9228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Daily cadence call with SMBC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Frequency: Daily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Participants: Internal team members &amp; SMBC stakeholders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Agenda: Quick status updates, prioritization of tasks for the day, and addressing immediate concerns or dependencies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0095ADB-F9F8-79D1-FDCE-3C73D8EAE048}"/>
                    </a:ext>
                  </a:extLst>
                </p:cNvPr>
                <p:cNvSpPr txBox="1"/>
                <p:nvPr/>
              </p:nvSpPr>
              <p:spPr>
                <a:xfrm>
                  <a:off x="8180483" y="3536410"/>
                  <a:ext cx="3584950" cy="7844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Periodic updates call with SMBC 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Frequency: Weekly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Participants: Project leadership &amp; SMBC stakeholders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Agenda: Summary of completed tasks, updates on key deliverables, action items &amp; next week’s priority tasks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C4B52C6-C59A-04CB-C3AE-16FB97984CE3}"/>
                    </a:ext>
                  </a:extLst>
                </p:cNvPr>
                <p:cNvSpPr txBox="1"/>
                <p:nvPr/>
              </p:nvSpPr>
              <p:spPr>
                <a:xfrm>
                  <a:off x="8162692" y="4641693"/>
                  <a:ext cx="3961155" cy="7844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Milestone updates call with SMBC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Frequency: Monthly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Participants: Full project team &amp; SMBC stakeholders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Agenda: Demo of completed functionalities for the drop, performance review of KPIs and project timeline &amp; client feedback</a:t>
                  </a:r>
                </a:p>
              </p:txBody>
            </p:sp>
          </p:grp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BB43BB29-27E3-9E4A-C648-5DE0AF7258A9}"/>
                  </a:ext>
                </a:extLst>
              </p:cNvPr>
              <p:cNvCxnSpPr/>
              <p:nvPr/>
            </p:nvCxnSpPr>
            <p:spPr>
              <a:xfrm>
                <a:off x="7908523" y="3313153"/>
                <a:ext cx="382772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3655FEEE-9E2F-E571-2BEA-BB477A6F180E}"/>
                  </a:ext>
                </a:extLst>
              </p:cNvPr>
              <p:cNvCxnSpPr/>
              <p:nvPr/>
            </p:nvCxnSpPr>
            <p:spPr>
              <a:xfrm>
                <a:off x="7908523" y="4383113"/>
                <a:ext cx="382772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88D61FE4-200C-1420-DEF8-FD12DBC9EEFC}"/>
                  </a:ext>
                </a:extLst>
              </p:cNvPr>
              <p:cNvCxnSpPr/>
              <p:nvPr/>
            </p:nvCxnSpPr>
            <p:spPr>
              <a:xfrm>
                <a:off x="7908523" y="5524455"/>
                <a:ext cx="382772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316BE06-3883-D32C-8043-ADDC67F44771}"/>
              </a:ext>
            </a:extLst>
          </p:cNvPr>
          <p:cNvGrpSpPr/>
          <p:nvPr/>
        </p:nvGrpSpPr>
        <p:grpSpPr>
          <a:xfrm>
            <a:off x="597167" y="3380669"/>
            <a:ext cx="7391652" cy="3109992"/>
            <a:chOff x="597167" y="3380669"/>
            <a:chExt cx="7391652" cy="310999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306795-2642-D1D8-E338-6E96433A7CB7}"/>
                </a:ext>
              </a:extLst>
            </p:cNvPr>
            <p:cNvSpPr/>
            <p:nvPr/>
          </p:nvSpPr>
          <p:spPr>
            <a:xfrm>
              <a:off x="597167" y="3380669"/>
              <a:ext cx="7391652" cy="310999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AF4FA17-620F-D547-1641-09864A39B5AE}"/>
                </a:ext>
              </a:extLst>
            </p:cNvPr>
            <p:cNvSpPr txBox="1"/>
            <p:nvPr/>
          </p:nvSpPr>
          <p:spPr>
            <a:xfrm>
              <a:off x="679880" y="3394173"/>
              <a:ext cx="1465448" cy="36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67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Delivery team</a:t>
              </a:r>
            </a:p>
          </p:txBody>
        </p:sp>
        <p:sp>
          <p:nvSpPr>
            <p:cNvPr id="14" name="Title 5">
              <a:extLst>
                <a:ext uri="{FF2B5EF4-FFF2-40B4-BE49-F238E27FC236}">
                  <a16:creationId xmlns:a16="http://schemas.microsoft.com/office/drawing/2014/main" id="{A404297F-7538-FBE8-35FB-27AE7BE1E470}"/>
                </a:ext>
              </a:extLst>
            </p:cNvPr>
            <p:cNvSpPr txBox="1">
              <a:spLocks/>
            </p:cNvSpPr>
            <p:nvPr/>
          </p:nvSpPr>
          <p:spPr>
            <a:xfrm>
              <a:off x="752775" y="3625253"/>
              <a:ext cx="7024879" cy="269633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accent6">
                  <a:lumMod val="75000"/>
                </a:schemeClr>
              </a:solidFill>
            </a:ln>
          </p:spPr>
          <p:txBody>
            <a:bodyPr spcFirstLastPara="1" vert="horz" wrap="square" lIns="60950" tIns="60950" rIns="60950" bIns="60950" rtlCol="0" anchor="t" anchorCtr="0">
              <a:noAutofit/>
            </a:bodyPr>
            <a:lstStyle>
              <a:lvl1pPr lvl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 sz="2400" b="1" kern="1200">
                  <a:solidFill>
                    <a:srgbClr val="2859C3"/>
                  </a:solidFill>
                  <a:latin typeface="+mn-lt"/>
                  <a:ea typeface="+mj-ea"/>
                  <a:cs typeface="+mj-cs"/>
                </a:defRPr>
              </a:lvl1pPr>
              <a:lvl2pPr lvl="1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2pPr>
              <a:lvl3pPr lvl="2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3pPr>
              <a:lvl4pPr lvl="3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4pPr>
              <a:lvl5pPr lvl="4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5pPr>
              <a:lvl6pPr lvl="5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6pPr>
              <a:lvl7pPr lvl="6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7pPr>
              <a:lvl8pPr lvl="7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8pPr>
              <a:lvl9pPr lvl="8">
                <a:spcBef>
                  <a:spcPts val="0"/>
                </a:spcBef>
                <a:spcAft>
                  <a:spcPts val="0"/>
                </a:spcAft>
                <a:buSzPts val="2800"/>
                <a:buNone/>
                <a:defRPr/>
              </a:lvl9pPr>
            </a:lstStyle>
            <a:p>
              <a:pPr marL="114303" marR="0" lvl="0" indent="-114303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6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51CFB14-A173-C56A-9397-A214D1E2F7D0}"/>
                </a:ext>
              </a:extLst>
            </p:cNvPr>
            <p:cNvGrpSpPr/>
            <p:nvPr/>
          </p:nvGrpSpPr>
          <p:grpSpPr>
            <a:xfrm>
              <a:off x="3116579" y="4667608"/>
              <a:ext cx="2084484" cy="731322"/>
              <a:chOff x="1032405" y="4922537"/>
              <a:chExt cx="2388507" cy="793337"/>
            </a:xfrm>
          </p:grpSpPr>
          <p:sp>
            <p:nvSpPr>
              <p:cNvPr id="17" name="Title 5">
                <a:extLst>
                  <a:ext uri="{FF2B5EF4-FFF2-40B4-BE49-F238E27FC236}">
                    <a16:creationId xmlns:a16="http://schemas.microsoft.com/office/drawing/2014/main" id="{1530AC3B-124C-528D-E0DE-2FB69DFA46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5576" y="5110629"/>
                <a:ext cx="1765336" cy="3688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spcFirstLastPara="1" vert="horz" wrap="square" lIns="60950" tIns="60950" rIns="60950" bIns="60950" rtlCol="0" anchor="ctr" anchorCtr="0">
                <a:noAutofit/>
              </a:bodyPr>
              <a:lstStyle>
                <a:lvl1pPr lvl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 sz="2400" b="1" kern="1200">
                    <a:solidFill>
                      <a:srgbClr val="2859C3"/>
                    </a:solidFill>
                    <a:latin typeface="+mn-lt"/>
                    <a:ea typeface="+mj-ea"/>
                    <a:cs typeface="+mj-cs"/>
                  </a:defRPr>
                </a:lvl1pPr>
                <a:lvl2pPr lvl="1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2pPr>
                <a:lvl3pPr lvl="2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3pPr>
                <a:lvl4pPr lvl="3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4pPr>
                <a:lvl5pPr lvl="4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5pPr>
                <a:lvl6pPr lvl="5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6pPr>
                <a:lvl7pPr lvl="6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7pPr>
                <a:lvl8pPr lvl="7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8pPr>
                <a:lvl9pPr lvl="8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ts val="2800"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</a:rPr>
                  <a:t>      Senior Data Scientist: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</a:rPr>
                  <a:t> Vishwas Poojary</a:t>
                </a:r>
              </a:p>
            </p:txBody>
          </p:sp>
          <p:pic>
            <p:nvPicPr>
              <p:cNvPr id="24" name="Picture 23" descr="A person with a beard&#10;&#10;Description automatically generated">
                <a:extLst>
                  <a:ext uri="{FF2B5EF4-FFF2-40B4-BE49-F238E27FC236}">
                    <a16:creationId xmlns:a16="http://schemas.microsoft.com/office/drawing/2014/main" id="{E1353D7B-0046-30E7-ED41-6B4BAA338A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2405" y="4922537"/>
                <a:ext cx="887766" cy="793337"/>
              </a:xfrm>
              <a:prstGeom prst="ellipse">
                <a:avLst/>
              </a:prstGeom>
              <a:ln w="12700" cap="rnd">
                <a:solidFill>
                  <a:schemeClr val="tx1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FE41409-0E07-E568-8542-57BDE3E0BAF1}"/>
                </a:ext>
              </a:extLst>
            </p:cNvPr>
            <p:cNvGrpSpPr/>
            <p:nvPr/>
          </p:nvGrpSpPr>
          <p:grpSpPr>
            <a:xfrm>
              <a:off x="949894" y="3753168"/>
              <a:ext cx="1907363" cy="750870"/>
              <a:chOff x="1123182" y="3986364"/>
              <a:chExt cx="1907363" cy="750870"/>
            </a:xfrm>
          </p:grpSpPr>
          <p:sp>
            <p:nvSpPr>
              <p:cNvPr id="15" name="Title 5">
                <a:extLst>
                  <a:ext uri="{FF2B5EF4-FFF2-40B4-BE49-F238E27FC236}">
                    <a16:creationId xmlns:a16="http://schemas.microsoft.com/office/drawing/2014/main" id="{F863502C-BC94-6F2F-4F92-C3C0860C7C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44843" y="4160433"/>
                <a:ext cx="1285702" cy="33303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spcFirstLastPara="1" vert="horz" wrap="square" lIns="60950" tIns="60950" rIns="60950" bIns="60950" rtlCol="0" anchor="ctr" anchorCtr="0">
                <a:noAutofit/>
              </a:bodyPr>
              <a:lstStyle>
                <a:lvl1pPr lvl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 sz="2400" b="1" kern="1200">
                    <a:solidFill>
                      <a:srgbClr val="2859C3"/>
                    </a:solidFill>
                    <a:latin typeface="+mn-lt"/>
                    <a:ea typeface="+mj-ea"/>
                    <a:cs typeface="+mj-cs"/>
                  </a:defRPr>
                </a:lvl1pPr>
                <a:lvl2pPr lvl="1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2pPr>
                <a:lvl3pPr lvl="2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3pPr>
                <a:lvl4pPr lvl="3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4pPr>
                <a:lvl5pPr lvl="4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5pPr>
                <a:lvl6pPr lvl="5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6pPr>
                <a:lvl7pPr lvl="6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7pPr>
                <a:lvl8pPr lvl="7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8pPr>
                <a:lvl9pPr lvl="8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ts val="2800"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</a:rPr>
                  <a:t>   Business Analyst:</a:t>
                </a:r>
                <a:r>
                  <a:rPr kumimoji="0" 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</a:rPr>
                  <a:t>        Mukund Kaushal</a:t>
                </a:r>
              </a:p>
            </p:txBody>
          </p:sp>
          <p:pic>
            <p:nvPicPr>
              <p:cNvPr id="33" name="Picture 32" descr="A person in a suit and tie&#10;&#10;Description automatically generated">
                <a:extLst>
                  <a:ext uri="{FF2B5EF4-FFF2-40B4-BE49-F238E27FC236}">
                    <a16:creationId xmlns:a16="http://schemas.microsoft.com/office/drawing/2014/main" id="{C2818163-6BC1-ED0B-0FD2-1E8D6811F3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3182" y="3986364"/>
                <a:ext cx="750868" cy="750870"/>
              </a:xfrm>
              <a:prstGeom prst="ellipse">
                <a:avLst/>
              </a:prstGeom>
              <a:ln w="12700" cap="rnd">
                <a:solidFill>
                  <a:schemeClr val="tx1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31761C1-A43C-636C-8410-317F8F5B54A3}"/>
                </a:ext>
              </a:extLst>
            </p:cNvPr>
            <p:cNvGrpSpPr/>
            <p:nvPr/>
          </p:nvGrpSpPr>
          <p:grpSpPr>
            <a:xfrm>
              <a:off x="5523429" y="4690854"/>
              <a:ext cx="1963173" cy="750871"/>
              <a:chOff x="5189246" y="3962549"/>
              <a:chExt cx="1963173" cy="750871"/>
            </a:xfrm>
          </p:grpSpPr>
          <p:sp>
            <p:nvSpPr>
              <p:cNvPr id="28" name="Title 5">
                <a:extLst>
                  <a:ext uri="{FF2B5EF4-FFF2-40B4-BE49-F238E27FC236}">
                    <a16:creationId xmlns:a16="http://schemas.microsoft.com/office/drawing/2014/main" id="{1779624D-27E9-4702-3EF9-22BB358403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20330" y="4142505"/>
                <a:ext cx="1532089" cy="3688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spcFirstLastPara="1" vert="horz" wrap="square" lIns="60950" tIns="60950" rIns="60950" bIns="60950" rtlCol="0" anchor="ctr" anchorCtr="0">
                <a:noAutofit/>
              </a:bodyPr>
              <a:lstStyle>
                <a:lvl1pPr lvl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 sz="2400" b="1" kern="1200">
                    <a:solidFill>
                      <a:srgbClr val="2859C3"/>
                    </a:solidFill>
                    <a:latin typeface="+mn-lt"/>
                    <a:ea typeface="+mj-ea"/>
                    <a:cs typeface="+mj-cs"/>
                  </a:defRPr>
                </a:lvl1pPr>
                <a:lvl2pPr lvl="1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2pPr>
                <a:lvl3pPr lvl="2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3pPr>
                <a:lvl4pPr lvl="3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4pPr>
                <a:lvl5pPr lvl="4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5pPr>
                <a:lvl6pPr lvl="5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6pPr>
                <a:lvl7pPr lvl="6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7pPr>
                <a:lvl8pPr lvl="7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8pPr>
                <a:lvl9pPr lvl="8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ts val="2800"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</a:rPr>
                  <a:t>    Data Scientist: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</a:rPr>
                  <a:t>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ts val="28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</a:rPr>
                  <a:t>    Samuel Simon</a:t>
                </a:r>
              </a:p>
            </p:txBody>
          </p:sp>
          <p:pic>
            <p:nvPicPr>
              <p:cNvPr id="34" name="Picture 33" descr="A person in a suit&#10;&#10;Description automatically generated">
                <a:extLst>
                  <a:ext uri="{FF2B5EF4-FFF2-40B4-BE49-F238E27FC236}">
                    <a16:creationId xmlns:a16="http://schemas.microsoft.com/office/drawing/2014/main" id="{3A9F007D-B9AD-DA28-87E6-E225F1499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89246" y="3962549"/>
                <a:ext cx="750871" cy="750871"/>
              </a:xfrm>
              <a:prstGeom prst="ellipse">
                <a:avLst/>
              </a:prstGeom>
              <a:ln w="12700" cap="rnd">
                <a:solidFill>
                  <a:schemeClr val="tx1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82A336F-D629-DCFD-0604-16915D420416}"/>
                </a:ext>
              </a:extLst>
            </p:cNvPr>
            <p:cNvGrpSpPr/>
            <p:nvPr/>
          </p:nvGrpSpPr>
          <p:grpSpPr>
            <a:xfrm>
              <a:off x="4481034" y="5451653"/>
              <a:ext cx="1979988" cy="796138"/>
              <a:chOff x="1148729" y="4879258"/>
              <a:chExt cx="1979988" cy="796138"/>
            </a:xfrm>
          </p:grpSpPr>
          <p:sp>
            <p:nvSpPr>
              <p:cNvPr id="46" name="Title 5">
                <a:extLst>
                  <a:ext uri="{FF2B5EF4-FFF2-40B4-BE49-F238E27FC236}">
                    <a16:creationId xmlns:a16="http://schemas.microsoft.com/office/drawing/2014/main" id="{1EDA9B1A-E22D-E627-497C-DC2ABE9A67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65215" y="5078776"/>
                <a:ext cx="1363502" cy="36888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spcFirstLastPara="1" vert="horz" wrap="square" lIns="60950" tIns="60950" rIns="60950" bIns="60950" rtlCol="0" anchor="ctr" anchorCtr="0">
                <a:noAutofit/>
              </a:bodyPr>
              <a:lstStyle>
                <a:lvl1pPr lvl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 sz="2400" b="1" kern="1200">
                    <a:solidFill>
                      <a:srgbClr val="2859C3"/>
                    </a:solidFill>
                    <a:latin typeface="+mn-lt"/>
                    <a:ea typeface="+mj-ea"/>
                    <a:cs typeface="+mj-cs"/>
                  </a:defRPr>
                </a:lvl1pPr>
                <a:lvl2pPr lvl="1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2pPr>
                <a:lvl3pPr lvl="2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3pPr>
                <a:lvl4pPr lvl="3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4pPr>
                <a:lvl5pPr lvl="4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5pPr>
                <a:lvl6pPr lvl="5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6pPr>
                <a:lvl7pPr lvl="6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7pPr>
                <a:lvl8pPr lvl="7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8pPr>
                <a:lvl9pPr lvl="8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ts val="2800"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</a:rPr>
                  <a:t> Azure Architect: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</a:rPr>
                  <a:t>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ts val="28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</a:rPr>
                  <a:t>Bukke Naik</a:t>
                </a:r>
              </a:p>
            </p:txBody>
          </p:sp>
          <p:pic>
            <p:nvPicPr>
              <p:cNvPr id="47" name="Picture 2" descr="Avatar default user - Sign &amp; Symbol Icons">
                <a:extLst>
                  <a:ext uri="{FF2B5EF4-FFF2-40B4-BE49-F238E27FC236}">
                    <a16:creationId xmlns:a16="http://schemas.microsoft.com/office/drawing/2014/main" id="{9E6AB204-611F-7C6E-24DB-FA930F9380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48729" y="4879258"/>
                <a:ext cx="796138" cy="796138"/>
              </a:xfrm>
              <a:prstGeom prst="ellipse">
                <a:avLst/>
              </a:prstGeom>
              <a:ln w="12700" cap="rnd">
                <a:solidFill>
                  <a:schemeClr val="tx1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6568B80-792A-7417-F2FD-D6D1C7FB3990}"/>
                </a:ext>
              </a:extLst>
            </p:cNvPr>
            <p:cNvGrpSpPr/>
            <p:nvPr/>
          </p:nvGrpSpPr>
          <p:grpSpPr>
            <a:xfrm>
              <a:off x="898262" y="4626294"/>
              <a:ext cx="2080778" cy="796138"/>
              <a:chOff x="3107354" y="3934816"/>
              <a:chExt cx="2080778" cy="796138"/>
            </a:xfrm>
          </p:grpSpPr>
          <p:sp>
            <p:nvSpPr>
              <p:cNvPr id="41" name="Title 5">
                <a:extLst>
                  <a:ext uri="{FF2B5EF4-FFF2-40B4-BE49-F238E27FC236}">
                    <a16:creationId xmlns:a16="http://schemas.microsoft.com/office/drawing/2014/main" id="{A4CE4D9B-BAEF-143A-3817-CA1BEB318F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81117" y="4164456"/>
                <a:ext cx="1507015" cy="33303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spcFirstLastPara="1" vert="horz" wrap="square" lIns="60950" tIns="60950" rIns="60950" bIns="60950" rtlCol="0" anchor="ctr" anchorCtr="0">
                <a:noAutofit/>
              </a:bodyPr>
              <a:lstStyle>
                <a:lvl1pPr lvl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 sz="2400" b="1" kern="1200">
                    <a:solidFill>
                      <a:srgbClr val="2859C3"/>
                    </a:solidFill>
                    <a:latin typeface="+mn-lt"/>
                    <a:ea typeface="+mj-ea"/>
                    <a:cs typeface="+mj-cs"/>
                  </a:defRPr>
                </a:lvl1pPr>
                <a:lvl2pPr lvl="1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2pPr>
                <a:lvl3pPr lvl="2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3pPr>
                <a:lvl4pPr lvl="3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4pPr>
                <a:lvl5pPr lvl="4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5pPr>
                <a:lvl6pPr lvl="5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6pPr>
                <a:lvl7pPr lvl="6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7pPr>
                <a:lvl8pPr lvl="7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8pPr>
                <a:lvl9pPr lvl="8">
                  <a:spcBef>
                    <a:spcPts val="0"/>
                  </a:spcBef>
                  <a:spcAft>
                    <a:spcPts val="0"/>
                  </a:spcAft>
                  <a:buSzPts val="2800"/>
                  <a:buNone/>
                  <a:defRPr/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ts val="2800"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</a:rPr>
                  <a:t>     Lead Data Scientist:    </a:t>
                </a: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ts val="28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</a:rPr>
                  <a:t>      Roopa Hegde  </a:t>
                </a: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2859C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</a:endParaRPr>
              </a:p>
            </p:txBody>
          </p:sp>
          <p:pic>
            <p:nvPicPr>
              <p:cNvPr id="55" name="Picture 2" descr="Avatar default user - Sign &amp; Symbol Icons">
                <a:extLst>
                  <a:ext uri="{FF2B5EF4-FFF2-40B4-BE49-F238E27FC236}">
                    <a16:creationId xmlns:a16="http://schemas.microsoft.com/office/drawing/2014/main" id="{E293EF0D-9308-ED3E-D625-A9E6698C5A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07354" y="3934816"/>
                <a:ext cx="796138" cy="796138"/>
              </a:xfrm>
              <a:prstGeom prst="ellipse">
                <a:avLst/>
              </a:prstGeom>
              <a:ln w="12700" cap="rnd">
                <a:solidFill>
                  <a:schemeClr val="tx1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A8F9D3FF-A819-F45E-331E-8EB6168F4B42}"/>
                </a:ext>
              </a:extLst>
            </p:cNvPr>
            <p:cNvGrpSpPr/>
            <p:nvPr/>
          </p:nvGrpSpPr>
          <p:grpSpPr>
            <a:xfrm>
              <a:off x="2298298" y="5474287"/>
              <a:ext cx="2000640" cy="750871"/>
              <a:chOff x="2292353" y="5444657"/>
              <a:chExt cx="2000640" cy="750871"/>
            </a:xfrm>
          </p:grpSpPr>
          <p:grpSp>
            <p:nvGrpSpPr>
              <p:cNvPr id="1038" name="Group 1037">
                <a:extLst>
                  <a:ext uri="{FF2B5EF4-FFF2-40B4-BE49-F238E27FC236}">
                    <a16:creationId xmlns:a16="http://schemas.microsoft.com/office/drawing/2014/main" id="{D58F89E7-B7ED-CC1C-B13A-15ED58E98D88}"/>
                  </a:ext>
                </a:extLst>
              </p:cNvPr>
              <p:cNvGrpSpPr/>
              <p:nvPr/>
            </p:nvGrpSpPr>
            <p:grpSpPr>
              <a:xfrm>
                <a:off x="2292353" y="5444657"/>
                <a:ext cx="2000640" cy="750871"/>
                <a:chOff x="2292353" y="5444657"/>
                <a:chExt cx="2000640" cy="750871"/>
              </a:xfrm>
            </p:grpSpPr>
            <p:sp>
              <p:nvSpPr>
                <p:cNvPr id="1024" name="Title 5">
                  <a:extLst>
                    <a:ext uri="{FF2B5EF4-FFF2-40B4-BE49-F238E27FC236}">
                      <a16:creationId xmlns:a16="http://schemas.microsoft.com/office/drawing/2014/main" id="{95F744E2-4416-FC71-CEEC-427337107B6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29491" y="5652285"/>
                  <a:ext cx="1363502" cy="36888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spcFirstLastPara="1" vert="horz" wrap="square" lIns="60950" tIns="60950" rIns="60950" bIns="60950" rtlCol="0" anchor="ctr" anchorCtr="0">
                  <a:noAutofit/>
                </a:bodyPr>
                <a:lstStyle>
                  <a:lvl1pPr lvl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 sz="2400" b="1" kern="1200">
                      <a:solidFill>
                        <a:srgbClr val="2859C3"/>
                      </a:solidFill>
                      <a:latin typeface="+mn-lt"/>
                      <a:ea typeface="+mj-ea"/>
                      <a:cs typeface="+mj-cs"/>
                    </a:defRPr>
                  </a:lvl1pPr>
                  <a:lvl2pPr lvl="1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2pPr>
                  <a:lvl3pPr lvl="2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3pPr>
                  <a:lvl4pPr lvl="3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4pPr>
                  <a:lvl5pPr lvl="4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5pPr>
                  <a:lvl6pPr lvl="5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6pPr>
                  <a:lvl7pPr lvl="6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7pPr>
                  <a:lvl8pPr lvl="7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8pPr>
                  <a:lvl9pPr lvl="8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ts val="2800"/>
                    <a:buFontTx/>
                    <a:buNone/>
                    <a:tabLst/>
                    <a:defRPr/>
                  </a:pPr>
                  <a:r>
                    <a:rPr kumimoji="0" 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Calibri"/>
                      <a:cs typeface="Calibri"/>
                    </a:rPr>
                    <a:t> Data Scientist:</a:t>
                  </a:r>
                  <a:r>
                    <a:rPr kumimoji="0" 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Calibri"/>
                      <a:cs typeface="Calibri"/>
                    </a:rPr>
                    <a:t>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ts val="2800"/>
                    <a:buFontTx/>
                    <a:buNone/>
                    <a:tabLst/>
                    <a:defRPr/>
                  </a:pPr>
                  <a:r>
                    <a:rPr kumimoji="0" 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Calibri"/>
                      <a:cs typeface="Calibri"/>
                    </a:rPr>
                    <a:t>Nischita CN</a:t>
                  </a:r>
                </a:p>
              </p:txBody>
            </p:sp>
            <p:pic>
              <p:nvPicPr>
                <p:cNvPr id="1028" name="Picture 1027" descr="A person wearing glasses and a black jacket&#10;&#10;AI-generated content may be incorrect.">
                  <a:extLst>
                    <a:ext uri="{FF2B5EF4-FFF2-40B4-BE49-F238E27FC236}">
                      <a16:creationId xmlns:a16="http://schemas.microsoft.com/office/drawing/2014/main" id="{FD589142-C6E4-F000-E1F5-5154DBA596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92353" y="5444657"/>
                  <a:ext cx="750871" cy="750871"/>
                </a:xfrm>
                <a:prstGeom prst="rect">
                  <a:avLst/>
                </a:prstGeom>
              </p:spPr>
            </p:pic>
          </p:grpSp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1BC68535-63E9-AA8C-4100-5C3930950BFF}"/>
                  </a:ext>
                </a:extLst>
              </p:cNvPr>
              <p:cNvSpPr/>
              <p:nvPr/>
            </p:nvSpPr>
            <p:spPr>
              <a:xfrm>
                <a:off x="2292356" y="5474243"/>
                <a:ext cx="750868" cy="71401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37" name="Group 1036">
              <a:extLst>
                <a:ext uri="{FF2B5EF4-FFF2-40B4-BE49-F238E27FC236}">
                  <a16:creationId xmlns:a16="http://schemas.microsoft.com/office/drawing/2014/main" id="{71D667BA-A5F3-8EC7-7544-C368F51D176C}"/>
                </a:ext>
              </a:extLst>
            </p:cNvPr>
            <p:cNvGrpSpPr/>
            <p:nvPr/>
          </p:nvGrpSpPr>
          <p:grpSpPr>
            <a:xfrm>
              <a:off x="3104299" y="3710906"/>
              <a:ext cx="2030771" cy="714012"/>
              <a:chOff x="904286" y="4656543"/>
              <a:chExt cx="2030771" cy="714012"/>
            </a:xfrm>
          </p:grpSpPr>
          <p:sp>
            <p:nvSpPr>
              <p:cNvPr id="1030" name="Oval 1029">
                <a:extLst>
                  <a:ext uri="{FF2B5EF4-FFF2-40B4-BE49-F238E27FC236}">
                    <a16:creationId xmlns:a16="http://schemas.microsoft.com/office/drawing/2014/main" id="{33E9FCD2-AA63-BD70-BAFC-576D644E1D3A}"/>
                  </a:ext>
                </a:extLst>
              </p:cNvPr>
              <p:cNvSpPr/>
              <p:nvPr/>
            </p:nvSpPr>
            <p:spPr>
              <a:xfrm>
                <a:off x="904286" y="4656543"/>
                <a:ext cx="750868" cy="71401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36" name="Group 1035">
                <a:extLst>
                  <a:ext uri="{FF2B5EF4-FFF2-40B4-BE49-F238E27FC236}">
                    <a16:creationId xmlns:a16="http://schemas.microsoft.com/office/drawing/2014/main" id="{C8F25FED-CCE7-B13F-815E-9F28ABCD0F68}"/>
                  </a:ext>
                </a:extLst>
              </p:cNvPr>
              <p:cNvGrpSpPr/>
              <p:nvPr/>
            </p:nvGrpSpPr>
            <p:grpSpPr>
              <a:xfrm>
                <a:off x="912212" y="4688073"/>
                <a:ext cx="2022845" cy="668315"/>
                <a:chOff x="912212" y="4688073"/>
                <a:chExt cx="2022845" cy="668315"/>
              </a:xfrm>
            </p:grpSpPr>
            <p:sp>
              <p:nvSpPr>
                <p:cNvPr id="16" name="Title 5">
                  <a:extLst>
                    <a:ext uri="{FF2B5EF4-FFF2-40B4-BE49-F238E27FC236}">
                      <a16:creationId xmlns:a16="http://schemas.microsoft.com/office/drawing/2014/main" id="{461D9258-2EBB-4097-2ACC-8AD5640AA36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571555" y="4818692"/>
                  <a:ext cx="1363502" cy="389714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spcFirstLastPara="1" vert="horz" wrap="square" lIns="60950" tIns="60950" rIns="60950" bIns="60950" rtlCol="0" anchor="ctr" anchorCtr="0">
                  <a:noAutofit/>
                </a:bodyPr>
                <a:lstStyle>
                  <a:lvl1pPr lvl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 sz="2400" b="1" kern="1200">
                      <a:solidFill>
                        <a:srgbClr val="2859C3"/>
                      </a:solidFill>
                      <a:latin typeface="+mn-lt"/>
                      <a:ea typeface="+mj-ea"/>
                      <a:cs typeface="+mj-cs"/>
                    </a:defRPr>
                  </a:lvl1pPr>
                  <a:lvl2pPr lvl="1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2pPr>
                  <a:lvl3pPr lvl="2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3pPr>
                  <a:lvl4pPr lvl="3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4pPr>
                  <a:lvl5pPr lvl="4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5pPr>
                  <a:lvl6pPr lvl="5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6pPr>
                  <a:lvl7pPr lvl="6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7pPr>
                  <a:lvl8pPr lvl="7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8pPr>
                  <a:lvl9pPr lvl="8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ts val="2800"/>
                    <a:buFontTx/>
                    <a:buNone/>
                    <a:tabLst/>
                    <a:defRPr/>
                  </a:pPr>
                  <a:r>
                    <a:rPr kumimoji="0" 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Calibri"/>
                      <a:cs typeface="Calibri"/>
                    </a:rPr>
                    <a:t>Domain SME</a:t>
                  </a:r>
                  <a:r>
                    <a:rPr kumimoji="0" 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Calibri"/>
                      <a:cs typeface="Calibri"/>
                    </a:rPr>
                    <a:t>: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ts val="2800"/>
                    <a:buFontTx/>
                    <a:buNone/>
                    <a:tabLst/>
                    <a:defRPr/>
                  </a:pPr>
                  <a:r>
                    <a:rPr kumimoji="0" 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Calibri"/>
                      <a:cs typeface="Calibri"/>
                    </a:rPr>
                    <a:t>Vibhanshu Katiyar</a:t>
                  </a:r>
                </a:p>
              </p:txBody>
            </p:sp>
            <p:pic>
              <p:nvPicPr>
                <p:cNvPr id="1033" name="Picture 1032" descr="A person in a suit and tie&#10;&#10;AI-generated content may be incorrect.">
                  <a:extLst>
                    <a:ext uri="{FF2B5EF4-FFF2-40B4-BE49-F238E27FC236}">
                      <a16:creationId xmlns:a16="http://schemas.microsoft.com/office/drawing/2014/main" id="{25505E8F-B50C-6E6A-6FD0-756D5702E4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2212" y="4688073"/>
                  <a:ext cx="716812" cy="66831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41" name="Group 1040">
              <a:extLst>
                <a:ext uri="{FF2B5EF4-FFF2-40B4-BE49-F238E27FC236}">
                  <a16:creationId xmlns:a16="http://schemas.microsoft.com/office/drawing/2014/main" id="{691E3B74-7BF0-3FED-F74D-999121B02DF4}"/>
                </a:ext>
              </a:extLst>
            </p:cNvPr>
            <p:cNvGrpSpPr/>
            <p:nvPr/>
          </p:nvGrpSpPr>
          <p:grpSpPr>
            <a:xfrm>
              <a:off x="5500961" y="3676371"/>
              <a:ext cx="1985641" cy="724522"/>
              <a:chOff x="5577274" y="4641785"/>
              <a:chExt cx="1985641" cy="724522"/>
            </a:xfrm>
          </p:grpSpPr>
          <p:sp>
            <p:nvSpPr>
              <p:cNvPr id="1031" name="Oval 1030">
                <a:extLst>
                  <a:ext uri="{FF2B5EF4-FFF2-40B4-BE49-F238E27FC236}">
                    <a16:creationId xmlns:a16="http://schemas.microsoft.com/office/drawing/2014/main" id="{1B788528-B5E3-3504-F91F-28BB9C8DE0CC}"/>
                  </a:ext>
                </a:extLst>
              </p:cNvPr>
              <p:cNvSpPr/>
              <p:nvPr/>
            </p:nvSpPr>
            <p:spPr>
              <a:xfrm>
                <a:off x="5577274" y="4641785"/>
                <a:ext cx="750868" cy="71401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40" name="Group 1039">
                <a:extLst>
                  <a:ext uri="{FF2B5EF4-FFF2-40B4-BE49-F238E27FC236}">
                    <a16:creationId xmlns:a16="http://schemas.microsoft.com/office/drawing/2014/main" id="{3650F75E-A8DA-7D10-2E94-ADA7948E2796}"/>
                  </a:ext>
                </a:extLst>
              </p:cNvPr>
              <p:cNvGrpSpPr/>
              <p:nvPr/>
            </p:nvGrpSpPr>
            <p:grpSpPr>
              <a:xfrm>
                <a:off x="5595680" y="4660790"/>
                <a:ext cx="1967235" cy="705517"/>
                <a:chOff x="5381192" y="4596937"/>
                <a:chExt cx="1967235" cy="705517"/>
              </a:xfrm>
            </p:grpSpPr>
            <p:sp>
              <p:nvSpPr>
                <p:cNvPr id="58" name="Title 5">
                  <a:extLst>
                    <a:ext uri="{FF2B5EF4-FFF2-40B4-BE49-F238E27FC236}">
                      <a16:creationId xmlns:a16="http://schemas.microsoft.com/office/drawing/2014/main" id="{8A641F1C-CDBD-290F-38A3-BA13BA06D7D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062725" y="4751577"/>
                  <a:ext cx="1285702" cy="36888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spcFirstLastPara="1" vert="horz" wrap="square" lIns="60950" tIns="60950" rIns="60950" bIns="60950" rtlCol="0" anchor="ctr" anchorCtr="0">
                  <a:noAutofit/>
                </a:bodyPr>
                <a:lstStyle>
                  <a:lvl1pPr lvl="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 sz="2400" b="1" kern="1200">
                      <a:solidFill>
                        <a:srgbClr val="2859C3"/>
                      </a:solidFill>
                      <a:latin typeface="+mn-lt"/>
                      <a:ea typeface="+mj-ea"/>
                      <a:cs typeface="+mj-cs"/>
                    </a:defRPr>
                  </a:lvl1pPr>
                  <a:lvl2pPr lvl="1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2pPr>
                  <a:lvl3pPr lvl="2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3pPr>
                  <a:lvl4pPr lvl="3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4pPr>
                  <a:lvl5pPr lvl="4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5pPr>
                  <a:lvl6pPr lvl="5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6pPr>
                  <a:lvl7pPr lvl="6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7pPr>
                  <a:lvl8pPr lvl="7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8pPr>
                  <a:lvl9pPr lvl="8">
                    <a:spcBef>
                      <a:spcPts val="0"/>
                    </a:spcBef>
                    <a:spcAft>
                      <a:spcPts val="0"/>
                    </a:spcAft>
                    <a:buSzPts val="2800"/>
                    <a:buNone/>
                    <a:defRPr/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ts val="2800"/>
                    <a:buFontTx/>
                    <a:buNone/>
                    <a:tabLst/>
                    <a:defRPr/>
                  </a:pPr>
                  <a:r>
                    <a:rPr kumimoji="0" 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Calibri"/>
                      <a:cs typeface="Calibri"/>
                    </a:rPr>
                    <a:t>UI/UX SME</a:t>
                  </a:r>
                  <a:r>
                    <a:rPr kumimoji="0" 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Calibri"/>
                      <a:cs typeface="Calibri"/>
                    </a:rPr>
                    <a:t>: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ts val="2800"/>
                    <a:buFontTx/>
                    <a:buNone/>
                    <a:tabLst/>
                    <a:defRPr/>
                  </a:pPr>
                  <a:r>
                    <a:rPr kumimoji="0" 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Calibri"/>
                      <a:cs typeface="Calibri"/>
                    </a:rPr>
                    <a:t>Rajat Dixit</a:t>
                  </a:r>
                </a:p>
              </p:txBody>
            </p:sp>
            <p:pic>
              <p:nvPicPr>
                <p:cNvPr id="1035" name="Picture 1034" descr="A person in a suit and bow tie&#10;&#10;AI-generated content may be incorrect.">
                  <a:extLst>
                    <a:ext uri="{FF2B5EF4-FFF2-40B4-BE49-F238E27FC236}">
                      <a16:creationId xmlns:a16="http://schemas.microsoft.com/office/drawing/2014/main" id="{81CEC54C-BB8D-887E-FDA1-CE7165AD64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1192" y="4596937"/>
                  <a:ext cx="735076" cy="705517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450713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33ECC-A82B-BBD8-669E-C61B453A0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A69FB51-F37F-8094-6B89-920919F654FC}"/>
              </a:ext>
            </a:extLst>
          </p:cNvPr>
          <p:cNvSpPr txBox="1">
            <a:spLocks/>
          </p:cNvSpPr>
          <p:nvPr/>
        </p:nvSpPr>
        <p:spPr>
          <a:xfrm>
            <a:off x="111209" y="-30480"/>
            <a:ext cx="9100776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rgbClr val="2859C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3C78"/>
              </a:buClr>
              <a:buSzPts val="28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Roadmap &amp; Timeline – Phase 2.0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DDEC4F-BC17-E43C-C75F-12540074E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0414" y="54668"/>
            <a:ext cx="1402659" cy="531463"/>
          </a:xfrm>
          <a:prstGeom prst="rect">
            <a:avLst/>
          </a:prstGeom>
        </p:spPr>
      </p:pic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F2EC473-06D3-6D95-2B5A-33FDC293E3B8}"/>
              </a:ext>
            </a:extLst>
          </p:cNvPr>
          <p:cNvGrpSpPr/>
          <p:nvPr/>
        </p:nvGrpSpPr>
        <p:grpSpPr>
          <a:xfrm>
            <a:off x="-243917" y="563630"/>
            <a:ext cx="12467538" cy="5629452"/>
            <a:chOff x="-203595" y="292660"/>
            <a:chExt cx="12603651" cy="627608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795051C-942E-BE6C-6B98-615E09ED7D53}"/>
                </a:ext>
              </a:extLst>
            </p:cNvPr>
            <p:cNvGrpSpPr/>
            <p:nvPr/>
          </p:nvGrpSpPr>
          <p:grpSpPr>
            <a:xfrm>
              <a:off x="-203595" y="292660"/>
              <a:ext cx="12603651" cy="6276080"/>
              <a:chOff x="-135387" y="220217"/>
              <a:chExt cx="12603651" cy="6276080"/>
            </a:xfrm>
          </p:grpSpPr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8922C99-A953-5A50-A7B9-5D62DC235427}"/>
                  </a:ext>
                </a:extLst>
              </p:cNvPr>
              <p:cNvSpPr txBox="1"/>
              <p:nvPr/>
            </p:nvSpPr>
            <p:spPr>
              <a:xfrm>
                <a:off x="73528" y="220217"/>
                <a:ext cx="4414799" cy="1818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Agentic AI Foundation</a:t>
                </a:r>
                <a:endPara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Deliverables 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 </a:t>
                </a: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Manual pre-processing 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- a lightweight, human-in-the-loop interface/workflow for guiding the Mapping Agent </a:t>
                </a: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Mapping Agent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 - Capable of parsing files, dependent on manual pre-processing</a:t>
                </a: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Simple orchestration workflow </a:t>
                </a: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Feedback capture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 - Capture and store human guidance and mapping outcomes</a:t>
                </a:r>
                <a:endParaRPr kumimoji="0" lang="en-IN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3929AD0-5FBD-4785-9EE5-ABA40133A564}"/>
                  </a:ext>
                </a:extLst>
              </p:cNvPr>
              <p:cNvSpPr txBox="1"/>
              <p:nvPr/>
            </p:nvSpPr>
            <p:spPr>
              <a:xfrm>
                <a:off x="1998054" y="4300269"/>
                <a:ext cx="5238714" cy="21960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Semi Automated Mapping with Feedback loop</a:t>
                </a:r>
                <a:endPara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Deliverables 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 </a:t>
                </a: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Mapping Agent with early confidence scoring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: Agent attempts mapping, scores confidence, and requests manual intervention if confidence is low.</a:t>
                </a: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Feedback loop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: Store human corrections/inputs, with basic mechanisms for agent to “learn”</a:t>
                </a: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SQL Generation Agent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: Early-stage agent that converts mapped data into SQL – DDL and DML scripts</a:t>
                </a: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Enhanced orchestration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: Orchestrate manual, agentic, and feedback loop flows with basic error handling/retries.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AC9E13F-D32B-08EC-933A-0ACBD2F590AE}"/>
                  </a:ext>
                </a:extLst>
              </p:cNvPr>
              <p:cNvSpPr txBox="1"/>
              <p:nvPr/>
            </p:nvSpPr>
            <p:spPr>
              <a:xfrm>
                <a:off x="9407541" y="382031"/>
                <a:ext cx="3060723" cy="18185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Final testing &amp; documentation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Comprehensive UAT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 (user acceptance testing) to validate all business scenarios, edge cases, compliance</a:t>
                </a:r>
                <a:r>
                  <a: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UAT &amp; handover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Documentation and training materials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 (user guides, admin guides, onboarding SOPs)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Handover workshops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 (to client IT/ops teams)</a:t>
                </a:r>
                <a:endPara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D832C8B-364C-B331-B764-D4BD56C6F508}"/>
                  </a:ext>
                </a:extLst>
              </p:cNvPr>
              <p:cNvGrpSpPr/>
              <p:nvPr/>
            </p:nvGrpSpPr>
            <p:grpSpPr>
              <a:xfrm>
                <a:off x="-135387" y="2743303"/>
                <a:ext cx="11767331" cy="1555127"/>
                <a:chOff x="-117164" y="2743303"/>
                <a:chExt cx="14090782" cy="1886824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50876D31-B7EB-88CD-617A-861FA55CB633}"/>
                    </a:ext>
                  </a:extLst>
                </p:cNvPr>
                <p:cNvGrpSpPr/>
                <p:nvPr/>
              </p:nvGrpSpPr>
              <p:grpSpPr>
                <a:xfrm>
                  <a:off x="-117164" y="2743303"/>
                  <a:ext cx="14090782" cy="1886824"/>
                  <a:chOff x="-117164" y="2743303"/>
                  <a:chExt cx="14090782" cy="1886824"/>
                </a:xfrm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D4B489C3-70B2-CEF7-8A2C-233C0A78C73A}"/>
                      </a:ext>
                    </a:extLst>
                  </p:cNvPr>
                  <p:cNvGrpSpPr/>
                  <p:nvPr/>
                </p:nvGrpSpPr>
                <p:grpSpPr>
                  <a:xfrm>
                    <a:off x="-117164" y="2743303"/>
                    <a:ext cx="8799659" cy="1882385"/>
                    <a:chOff x="903654" y="2769237"/>
                    <a:chExt cx="14355163" cy="1882385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869B9707-BD58-5E9E-A45D-F2FAF02C2A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74919" y="2769237"/>
                      <a:ext cx="12283898" cy="1882385"/>
                      <a:chOff x="2605448" y="2736210"/>
                      <a:chExt cx="12231628" cy="1896816"/>
                    </a:xfrm>
                  </p:grpSpPr>
                  <p:grpSp>
                    <p:nvGrpSpPr>
                      <p:cNvPr id="36" name="Group 35">
                        <a:extLst>
                          <a:ext uri="{FF2B5EF4-FFF2-40B4-BE49-F238E27FC236}">
                            <a16:creationId xmlns:a16="http://schemas.microsoft.com/office/drawing/2014/main" id="{F8491ECC-548A-6C8A-E20E-253236E0DD1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067104" y="2736210"/>
                        <a:ext cx="10769972" cy="1896816"/>
                        <a:chOff x="4687264" y="6022174"/>
                        <a:chExt cx="10769972" cy="3268706"/>
                      </a:xfrm>
                    </p:grpSpPr>
                    <p:cxnSp>
                      <p:nvCxnSpPr>
                        <p:cNvPr id="38" name="Google Shape;1116;p55">
                          <a:extLst>
                            <a:ext uri="{FF2B5EF4-FFF2-40B4-BE49-F238E27FC236}">
                              <a16:creationId xmlns:a16="http://schemas.microsoft.com/office/drawing/2014/main" id="{01FA200D-E46F-EB5A-42CF-982D1804B4D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0025144" y="8762558"/>
                          <a:ext cx="0" cy="528322"/>
                        </a:xfrm>
                        <a:prstGeom prst="straightConnector1">
                          <a:avLst/>
                        </a:prstGeom>
                        <a:noFill/>
                        <a:ln w="19050" cap="flat" cmpd="sng">
                          <a:solidFill>
                            <a:srgbClr val="335B74"/>
                          </a:solidFill>
                          <a:prstDash val="solid"/>
                          <a:round/>
                          <a:headEnd type="none" w="med" len="med"/>
                          <a:tailEnd type="oval" w="med" len="med"/>
                        </a:ln>
                      </p:spPr>
                    </p:cxnSp>
                    <p:grpSp>
                      <p:nvGrpSpPr>
                        <p:cNvPr id="39" name="Google Shape;1119;p55">
                          <a:extLst>
                            <a:ext uri="{FF2B5EF4-FFF2-40B4-BE49-F238E27FC236}">
                              <a16:creationId xmlns:a16="http://schemas.microsoft.com/office/drawing/2014/main" id="{D50B036F-8514-FB40-FCD0-682D35C3635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687264" y="6022174"/>
                          <a:ext cx="10769972" cy="2753902"/>
                          <a:chOff x="1757454" y="2258053"/>
                          <a:chExt cx="4038271" cy="1032594"/>
                        </a:xfrm>
                      </p:grpSpPr>
                      <p:sp>
                        <p:nvSpPr>
                          <p:cNvPr id="43" name="Google Shape;1120;p55">
                            <a:extLst>
                              <a:ext uri="{FF2B5EF4-FFF2-40B4-BE49-F238E27FC236}">
                                <a16:creationId xmlns:a16="http://schemas.microsoft.com/office/drawing/2014/main" id="{4F125AF5-2690-1107-0E23-7A6F261AE2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802075" y="2458600"/>
                            <a:ext cx="792600" cy="792600"/>
                          </a:xfrm>
                          <a:prstGeom prst="ellipse">
                            <a:avLst/>
                          </a:prstGeom>
                          <a:solidFill>
                            <a:srgbClr val="335B74">
                              <a:lumMod val="75000"/>
                              <a:lumOff val="25000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243828" tIns="243828" rIns="243828" bIns="243828" anchor="ctr" anchorCtr="0">
                            <a:noAutofit/>
                          </a:bodyPr>
                          <a:lstStyle/>
                          <a:p>
                            <a:pPr marL="0" marR="0" lvl="0" indent="0" algn="l" defTabSz="2438674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sz="11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44" name="Google Shape;1121;p55">
                            <a:extLst>
                              <a:ext uri="{FF2B5EF4-FFF2-40B4-BE49-F238E27FC236}">
                                <a16:creationId xmlns:a16="http://schemas.microsoft.com/office/drawing/2014/main" id="{983409DD-881E-1FF6-6706-879E3CDC49A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405275" y="2458600"/>
                            <a:ext cx="792600" cy="792600"/>
                          </a:xfrm>
                          <a:prstGeom prst="ellipse">
                            <a:avLst/>
                          </a:prstGeom>
                          <a:solidFill>
                            <a:srgbClr val="335B74">
                              <a:lumMod val="75000"/>
                              <a:lumOff val="25000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243828" tIns="243828" rIns="243828" bIns="243828" anchor="ctr" anchorCtr="0">
                            <a:noAutofit/>
                          </a:bodyPr>
                          <a:lstStyle/>
                          <a:p>
                            <a:pPr marL="0" marR="0" lvl="0" indent="0" algn="l" defTabSz="2438674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sz="11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45" name="Google Shape;1122;p55">
                            <a:extLst>
                              <a:ext uri="{FF2B5EF4-FFF2-40B4-BE49-F238E27FC236}">
                                <a16:creationId xmlns:a16="http://schemas.microsoft.com/office/drawing/2014/main" id="{41F3F46E-C8F3-6A54-FE71-F3CA0AFF4C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003125" y="2458600"/>
                            <a:ext cx="792600" cy="792600"/>
                          </a:xfrm>
                          <a:prstGeom prst="ellipse">
                            <a:avLst/>
                          </a:prstGeom>
                          <a:solidFill>
                            <a:srgbClr val="335B74">
                              <a:lumMod val="75000"/>
                              <a:lumOff val="25000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243828" tIns="243828" rIns="243828" bIns="243828" anchor="ctr" anchorCtr="0">
                            <a:noAutofit/>
                          </a:bodyPr>
                          <a:lstStyle/>
                          <a:p>
                            <a:pPr marL="0" marR="0" lvl="0" indent="0" algn="l" defTabSz="2438674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sz="11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cxnSp>
                        <p:nvCxnSpPr>
                          <p:cNvPr id="46" name="Google Shape;1124;p55">
                            <a:extLst>
                              <a:ext uri="{FF2B5EF4-FFF2-40B4-BE49-F238E27FC236}">
                                <a16:creationId xmlns:a16="http://schemas.microsoft.com/office/drawing/2014/main" id="{B5DBF557-822E-6A07-FB37-FFE223481BE4}"/>
                              </a:ext>
                            </a:extLst>
                          </p:cNvPr>
                          <p:cNvCxnSpPr>
                            <a:stCxn id="80" idx="6"/>
                            <a:endCxn id="85" idx="2"/>
                          </p:cNvCxnSpPr>
                          <p:nvPr/>
                        </p:nvCxnSpPr>
                        <p:spPr>
                          <a:xfrm>
                            <a:off x="2549754" y="2894347"/>
                            <a:ext cx="813300" cy="0"/>
                          </a:xfrm>
                          <a:prstGeom prst="straightConnector1">
                            <a:avLst/>
                          </a:prstGeom>
                          <a:noFill/>
                          <a:ln w="19050" cap="flat" cmpd="sng">
                            <a:solidFill>
                              <a:srgbClr val="335B74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cxnSp>
                      <p:cxnSp>
                        <p:nvCxnSpPr>
                          <p:cNvPr id="79" name="Google Shape;1127;p55">
                            <a:extLst>
                              <a:ext uri="{FF2B5EF4-FFF2-40B4-BE49-F238E27FC236}">
                                <a16:creationId xmlns:a16="http://schemas.microsoft.com/office/drawing/2014/main" id="{960B48B8-E1E1-5A91-72B6-ECBA831D3673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2153600" y="2258053"/>
                            <a:ext cx="0" cy="241750"/>
                          </a:xfrm>
                          <a:prstGeom prst="straightConnector1">
                            <a:avLst/>
                          </a:prstGeom>
                          <a:noFill/>
                          <a:ln w="19050" cap="flat" cmpd="sng">
                            <a:solidFill>
                              <a:srgbClr val="335B74"/>
                            </a:solidFill>
                            <a:prstDash val="solid"/>
                            <a:round/>
                            <a:headEnd type="none" w="med" len="med"/>
                            <a:tailEnd type="oval" w="med" len="med"/>
                          </a:ln>
                        </p:spPr>
                      </p:cxnSp>
                      <p:sp>
                        <p:nvSpPr>
                          <p:cNvPr id="80" name="Google Shape;1125;p55">
                            <a:extLst>
                              <a:ext uri="{FF2B5EF4-FFF2-40B4-BE49-F238E27FC236}">
                                <a16:creationId xmlns:a16="http://schemas.microsoft.com/office/drawing/2014/main" id="{92D72358-52BA-8604-874B-5B8BDAA2E84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757454" y="2498047"/>
                            <a:ext cx="792300" cy="792600"/>
                          </a:xfrm>
                          <a:prstGeom prst="ellipse">
                            <a:avLst/>
                          </a:prstGeom>
                          <a:noFill/>
                          <a:ln w="19050" cap="flat" cmpd="sng">
                            <a:solidFill>
                              <a:srgbClr val="335B74"/>
                            </a:solidFill>
                            <a:prstDash val="solid"/>
                            <a:round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243828" tIns="243828" rIns="243828" bIns="243828" anchor="ctr" anchorCtr="0">
                            <a:noAutofit/>
                          </a:bodyPr>
                          <a:lstStyle/>
                          <a:p>
                            <a:pPr marL="0" marR="0" lvl="0" indent="0" algn="l" defTabSz="2438674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sz="11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81" name="Google Shape;1128;p55">
                            <a:extLst>
                              <a:ext uri="{FF2B5EF4-FFF2-40B4-BE49-F238E27FC236}">
                                <a16:creationId xmlns:a16="http://schemas.microsoft.com/office/drawing/2014/main" id="{D6DAB3F1-A1F0-D7EB-F526-12ED1C269DE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968479" y="2498047"/>
                            <a:ext cx="792300" cy="792600"/>
                          </a:xfrm>
                          <a:prstGeom prst="ellipse">
                            <a:avLst/>
                          </a:prstGeom>
                          <a:noFill/>
                          <a:ln w="19050" cap="flat" cmpd="sng">
                            <a:solidFill>
                              <a:srgbClr val="335B74"/>
                            </a:solidFill>
                            <a:prstDash val="solid"/>
                            <a:round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243828" tIns="243828" rIns="243828" bIns="243828" anchor="ctr" anchorCtr="0">
                            <a:noAutofit/>
                          </a:bodyPr>
                          <a:lstStyle/>
                          <a:p>
                            <a:pPr marL="0" marR="0" lvl="0" indent="0" algn="l" defTabSz="2438674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sz="11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85" name="Google Shape;1126;p55">
                            <a:extLst>
                              <a:ext uri="{FF2B5EF4-FFF2-40B4-BE49-F238E27FC236}">
                                <a16:creationId xmlns:a16="http://schemas.microsoft.com/office/drawing/2014/main" id="{C27069AB-B2C2-E7D7-106A-3554F8A1185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362991" y="2498047"/>
                            <a:ext cx="792300" cy="792600"/>
                          </a:xfrm>
                          <a:prstGeom prst="ellipse">
                            <a:avLst/>
                          </a:prstGeom>
                          <a:noFill/>
                          <a:ln w="19050" cap="flat" cmpd="sng">
                            <a:solidFill>
                              <a:srgbClr val="335B74"/>
                            </a:solidFill>
                            <a:prstDash val="solid"/>
                            <a:round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243828" tIns="243828" rIns="243828" bIns="243828" anchor="ctr" anchorCtr="0">
                            <a:noAutofit/>
                          </a:bodyPr>
                          <a:lstStyle/>
                          <a:p>
                            <a:pPr marL="0" marR="0" lvl="0" indent="0" algn="l" defTabSz="2438674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sz="11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cxnSp>
                        <p:nvCxnSpPr>
                          <p:cNvPr id="97" name="Google Shape;1134;p55">
                            <a:extLst>
                              <a:ext uri="{FF2B5EF4-FFF2-40B4-BE49-F238E27FC236}">
                                <a16:creationId xmlns:a16="http://schemas.microsoft.com/office/drawing/2014/main" id="{4E4B173B-87C6-D778-65DA-3043356C9769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5364625" y="2258053"/>
                            <a:ext cx="0" cy="241750"/>
                          </a:xfrm>
                          <a:prstGeom prst="straightConnector1">
                            <a:avLst/>
                          </a:prstGeom>
                          <a:noFill/>
                          <a:ln w="19050" cap="flat" cmpd="sng">
                            <a:solidFill>
                              <a:srgbClr val="335B74"/>
                            </a:solidFill>
                            <a:prstDash val="solid"/>
                            <a:round/>
                            <a:headEnd type="none" w="med" len="med"/>
                            <a:tailEnd type="oval" w="med" len="med"/>
                          </a:ln>
                        </p:spPr>
                      </p:cxnSp>
                    </p:grpSp>
                    <p:sp>
                      <p:nvSpPr>
                        <p:cNvPr id="40" name="Google Shape;1135;p55">
                          <a:extLst>
                            <a:ext uri="{FF2B5EF4-FFF2-40B4-BE49-F238E27FC236}">
                              <a16:creationId xmlns:a16="http://schemas.microsoft.com/office/drawing/2014/main" id="{5A8A24ED-F581-1A63-F036-17545BFB591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806273" y="6770923"/>
                          <a:ext cx="1901820" cy="1836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243828" tIns="243828" rIns="243828" bIns="243828" anchor="ctr" anchorCtr="0">
                          <a:noAutofit/>
                        </a:bodyPr>
                        <a:lstStyle/>
                        <a:p>
                          <a:pPr marL="0" marR="0" lvl="0" indent="0" algn="ctr" defTabSz="243867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" sz="32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libri Light" panose="020F0302020204030204"/>
                              <a:ea typeface="Tulpen One"/>
                              <a:cs typeface="Tulpen One"/>
                              <a:sym typeface="Tulpen One"/>
                            </a:rPr>
                            <a:t>1</a:t>
                          </a:r>
                          <a:endParaRPr kumimoji="0" sz="32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Tulpen One"/>
                            <a:cs typeface="Tulpen One"/>
                            <a:sym typeface="Tulpen One"/>
                          </a:endParaRPr>
                        </a:p>
                      </p:txBody>
                    </p:sp>
                    <p:sp>
                      <p:nvSpPr>
                        <p:cNvPr id="41" name="Google Shape;1136;p55">
                          <a:extLst>
                            <a:ext uri="{FF2B5EF4-FFF2-40B4-BE49-F238E27FC236}">
                              <a16:creationId xmlns:a16="http://schemas.microsoft.com/office/drawing/2014/main" id="{1EF6D29E-FDC4-54A1-7478-19B98CE1BA9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075514" y="6719922"/>
                          <a:ext cx="1901820" cy="1836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243828" tIns="243828" rIns="243828" bIns="243828" anchor="ctr" anchorCtr="0">
                          <a:noAutofit/>
                        </a:bodyPr>
                        <a:lstStyle/>
                        <a:p>
                          <a:pPr marL="0" marR="0" lvl="0" indent="0" algn="ctr" defTabSz="243867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" sz="32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libri Light" panose="020F0302020204030204"/>
                              <a:ea typeface="Tulpen One"/>
                              <a:cs typeface="Tulpen One"/>
                              <a:sym typeface="Tulpen One"/>
                            </a:rPr>
                            <a:t>2</a:t>
                          </a:r>
                          <a:endParaRPr kumimoji="0" sz="32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Tulpen One"/>
                            <a:cs typeface="Tulpen One"/>
                            <a:sym typeface="Tulpen One"/>
                          </a:endParaRPr>
                        </a:p>
                      </p:txBody>
                    </p:sp>
                    <p:sp>
                      <p:nvSpPr>
                        <p:cNvPr id="42" name="Google Shape;1137;p55">
                          <a:extLst>
                            <a:ext uri="{FF2B5EF4-FFF2-40B4-BE49-F238E27FC236}">
                              <a16:creationId xmlns:a16="http://schemas.microsoft.com/office/drawing/2014/main" id="{1359788D-FA1C-BE1C-6756-1A59637C01D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3357626" y="6770888"/>
                          <a:ext cx="1901820" cy="1836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243828" tIns="243828" rIns="243828" bIns="243828" anchor="ctr" anchorCtr="0">
                          <a:noAutofit/>
                        </a:bodyPr>
                        <a:lstStyle/>
                        <a:p>
                          <a:pPr marL="0" marR="0" lvl="0" indent="0" algn="ctr" defTabSz="243867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" sz="32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libri Light" panose="020F0302020204030204"/>
                              <a:ea typeface="Tulpen One"/>
                              <a:cs typeface="Tulpen One"/>
                              <a:sym typeface="Tulpen One"/>
                            </a:rPr>
                            <a:t>3</a:t>
                          </a:r>
                          <a:endParaRPr kumimoji="0" sz="32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Tulpen One"/>
                            <a:cs typeface="Tulpen One"/>
                            <a:sym typeface="Tulpen One"/>
                          </a:endParaRPr>
                        </a:p>
                      </p:txBody>
                    </p:sp>
                  </p:grpSp>
                  <p:cxnSp>
                    <p:nvCxnSpPr>
                      <p:cNvPr id="37" name="Google Shape;1132;p55">
                        <a:extLst>
                          <a:ext uri="{FF2B5EF4-FFF2-40B4-BE49-F238E27FC236}">
                            <a16:creationId xmlns:a16="http://schemas.microsoft.com/office/drawing/2014/main" id="{DC428CF0-D78A-E613-E925-F4FA232938ED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2605448" y="3720960"/>
                        <a:ext cx="1461656" cy="0"/>
                      </a:xfrm>
                      <a:prstGeom prst="straightConnector1">
                        <a:avLst/>
                      </a:prstGeom>
                      <a:noFill/>
                      <a:ln w="19050" cap="flat" cmpd="sng">
                        <a:solidFill>
                          <a:srgbClr val="335B7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cxnSp>
                </p:grpSp>
                <p:sp>
                  <p:nvSpPr>
                    <p:cNvPr id="35" name="Google Shape;1115;p55">
                      <a:extLst>
                        <a:ext uri="{FF2B5EF4-FFF2-40B4-BE49-F238E27FC236}">
                          <a16:creationId xmlns:a16="http://schemas.microsoft.com/office/drawing/2014/main" id="{EFDE7646-5511-C2D6-078E-7A24003642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3654" y="3249552"/>
                      <a:ext cx="2687474" cy="66861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243828" tIns="243828" rIns="243828" bIns="243828" anchor="t" anchorCtr="0">
                      <a:noAutofit/>
                    </a:bodyPr>
                    <a:lstStyle/>
                    <a:p>
                      <a:pPr marL="0" marR="0" lvl="0" indent="0" algn="ctr" defTabSz="243867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267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Josefin Slab SemiBold"/>
                          <a:cs typeface="Josefin Slab SemiBold"/>
                          <a:sym typeface="Tulpen One"/>
                        </a:rPr>
                        <a:t>MVPs</a:t>
                      </a:r>
                    </a:p>
                    <a:p>
                      <a:pPr marL="0" marR="0" lvl="0" indent="0" algn="ctr" defTabSz="243867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267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2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Josefin Slab SemiBold"/>
                        <a:cs typeface="Josefin Slab SemiBold"/>
                        <a:sym typeface="Josefin Slab SemiBold"/>
                      </a:endParaRPr>
                    </a:p>
                  </p:txBody>
                </p:sp>
              </p:grpSp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C0FD380B-BF6B-0E88-36DD-F903476F38EE}"/>
                      </a:ext>
                    </a:extLst>
                  </p:cNvPr>
                  <p:cNvGrpSpPr/>
                  <p:nvPr/>
                </p:nvGrpSpPr>
                <p:grpSpPr>
                  <a:xfrm>
                    <a:off x="9960237" y="3069621"/>
                    <a:ext cx="1366770" cy="1560506"/>
                    <a:chOff x="9301835" y="2928998"/>
                    <a:chExt cx="1351789" cy="1560506"/>
                  </a:xfrm>
                </p:grpSpPr>
                <p:sp>
                  <p:nvSpPr>
                    <p:cNvPr id="30" name="Google Shape;1121;p55">
                      <a:extLst>
                        <a:ext uri="{FF2B5EF4-FFF2-40B4-BE49-F238E27FC236}">
                          <a16:creationId xmlns:a16="http://schemas.microsoft.com/office/drawing/2014/main" id="{A134E66A-B985-3467-8F9A-F58EE3218F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6571" y="2928998"/>
                      <a:ext cx="1287053" cy="1217322"/>
                    </a:xfrm>
                    <a:prstGeom prst="ellipse">
                      <a:avLst/>
                    </a:prstGeom>
                    <a:solidFill>
                      <a:srgbClr val="335B74">
                        <a:lumMod val="75000"/>
                        <a:lumOff val="25000"/>
                      </a:srgbClr>
                    </a:solidFill>
                    <a:ln>
                      <a:noFill/>
                    </a:ln>
                  </p:spPr>
                  <p:txBody>
                    <a:bodyPr spcFirstLastPara="1" wrap="square" lIns="243828" tIns="243828" rIns="243828" bIns="243828" anchor="ctr" anchorCtr="0">
                      <a:noAutofit/>
                    </a:bodyPr>
                    <a:lstStyle/>
                    <a:p>
                      <a:pPr marL="0" marR="0" lvl="0" indent="0" algn="l" defTabSz="243867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sz="11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31" name="Google Shape;1116;p55">
                      <a:extLst>
                        <a:ext uri="{FF2B5EF4-FFF2-40B4-BE49-F238E27FC236}">
                          <a16:creationId xmlns:a16="http://schemas.microsoft.com/office/drawing/2014/main" id="{36CF56B6-2312-E0D4-337E-A588ACD2601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944770" y="4185254"/>
                      <a:ext cx="0" cy="304250"/>
                    </a:xfrm>
                    <a:prstGeom prst="straightConnector1">
                      <a:avLst/>
                    </a:prstGeom>
                    <a:noFill/>
                    <a:ln w="19050" cap="flat" cmpd="sng">
                      <a:solidFill>
                        <a:srgbClr val="335B74"/>
                      </a:solidFill>
                      <a:prstDash val="solid"/>
                      <a:round/>
                      <a:headEnd type="none" w="med" len="med"/>
                      <a:tailEnd type="oval" w="med" len="med"/>
                    </a:ln>
                  </p:spPr>
                </p:cxnSp>
                <p:sp>
                  <p:nvSpPr>
                    <p:cNvPr id="32" name="Google Shape;1126;p55">
                      <a:extLst>
                        <a:ext uri="{FF2B5EF4-FFF2-40B4-BE49-F238E27FC236}">
                          <a16:creationId xmlns:a16="http://schemas.microsoft.com/office/drawing/2014/main" id="{B284A358-922F-6541-5B29-C3B36296D0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01835" y="2975716"/>
                      <a:ext cx="1286565" cy="1217322"/>
                    </a:xfrm>
                    <a:prstGeom prst="ellipse">
                      <a:avLst/>
                    </a:prstGeom>
                    <a:noFill/>
                    <a:ln w="19050" cap="flat" cmpd="sng">
                      <a:solidFill>
                        <a:srgbClr val="335B74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243828" tIns="243828" rIns="243828" bIns="243828" anchor="ctr" anchorCtr="0">
                      <a:noAutofit/>
                    </a:bodyPr>
                    <a:lstStyle/>
                    <a:p>
                      <a:pPr marL="0" marR="0" lvl="0" indent="0" algn="l" defTabSz="243867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sz="11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" name="Google Shape;1136;p55">
                      <a:extLst>
                        <a:ext uri="{FF2B5EF4-FFF2-40B4-BE49-F238E27FC236}">
                          <a16:creationId xmlns:a16="http://schemas.microsoft.com/office/drawing/2014/main" id="{58C349FA-0490-82CC-A59B-BB0CF12DFF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6571" y="3008939"/>
                      <a:ext cx="1157957" cy="10574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243828" tIns="243828" rIns="243828" bIns="243828" anchor="ctr" anchorCtr="0">
                      <a:noAutofit/>
                    </a:bodyPr>
                    <a:lstStyle/>
                    <a:p>
                      <a:pPr marL="0" marR="0" lvl="0" indent="0" algn="ctr" defTabSz="243867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" sz="3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Tulpen One"/>
                          <a:cs typeface="Tulpen One"/>
                          <a:sym typeface="Tulpen One"/>
                        </a:rPr>
                        <a:t>4</a:t>
                      </a:r>
                      <a:endParaRPr kumimoji="0" sz="3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 Light" panose="020F0302020204030204"/>
                        <a:ea typeface="Tulpen One"/>
                        <a:cs typeface="Tulpen One"/>
                        <a:sym typeface="Tulpen One"/>
                      </a:endParaRPr>
                    </a:p>
                  </p:txBody>
                </p:sp>
              </p:grpSp>
              <p:cxnSp>
                <p:nvCxnSpPr>
                  <p:cNvPr id="24" name="Google Shape;1132;p55">
                    <a:extLst>
                      <a:ext uri="{FF2B5EF4-FFF2-40B4-BE49-F238E27FC236}">
                        <a16:creationId xmlns:a16="http://schemas.microsoft.com/office/drawing/2014/main" id="{677CCFC1-FAE9-78AF-DC0E-E056D514663E}"/>
                      </a:ext>
                    </a:extLst>
                  </p:cNvPr>
                  <p:cNvCxnSpPr/>
                  <p:nvPr/>
                </p:nvCxnSpPr>
                <p:spPr>
                  <a:xfrm>
                    <a:off x="8625119" y="3720561"/>
                    <a:ext cx="1335302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rgbClr val="335B7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5C8C8C9A-2B84-A4D7-24A1-B66F98E4EAD4}"/>
                      </a:ext>
                    </a:extLst>
                  </p:cNvPr>
                  <p:cNvGrpSpPr/>
                  <p:nvPr/>
                </p:nvGrpSpPr>
                <p:grpSpPr>
                  <a:xfrm>
                    <a:off x="12606848" y="3055510"/>
                    <a:ext cx="1366770" cy="1264040"/>
                    <a:chOff x="9301835" y="2928998"/>
                    <a:chExt cx="1351789" cy="1264040"/>
                  </a:xfrm>
                </p:grpSpPr>
                <p:sp>
                  <p:nvSpPr>
                    <p:cNvPr id="27" name="Google Shape;1121;p55">
                      <a:extLst>
                        <a:ext uri="{FF2B5EF4-FFF2-40B4-BE49-F238E27FC236}">
                          <a16:creationId xmlns:a16="http://schemas.microsoft.com/office/drawing/2014/main" id="{50C74430-03EA-7152-823C-41B8915525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6571" y="2928998"/>
                      <a:ext cx="1287053" cy="1217322"/>
                    </a:xfrm>
                    <a:prstGeom prst="ellipse">
                      <a:avLst/>
                    </a:prstGeom>
                    <a:solidFill>
                      <a:srgbClr val="335B74">
                        <a:lumMod val="75000"/>
                        <a:lumOff val="25000"/>
                      </a:srgbClr>
                    </a:solidFill>
                    <a:ln>
                      <a:noFill/>
                    </a:ln>
                  </p:spPr>
                  <p:txBody>
                    <a:bodyPr spcFirstLastPara="1" wrap="square" lIns="243828" tIns="243828" rIns="243828" bIns="243828" anchor="ctr" anchorCtr="0">
                      <a:noAutofit/>
                    </a:bodyPr>
                    <a:lstStyle/>
                    <a:p>
                      <a:pPr marL="0" marR="0" lvl="0" indent="0" algn="l" defTabSz="243867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sz="11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8" name="Google Shape;1126;p55">
                      <a:extLst>
                        <a:ext uri="{FF2B5EF4-FFF2-40B4-BE49-F238E27FC236}">
                          <a16:creationId xmlns:a16="http://schemas.microsoft.com/office/drawing/2014/main" id="{66F21886-FB7A-2A04-3DEC-31683C0D3E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01835" y="2975716"/>
                      <a:ext cx="1286565" cy="1217322"/>
                    </a:xfrm>
                    <a:prstGeom prst="ellipse">
                      <a:avLst/>
                    </a:prstGeom>
                    <a:noFill/>
                    <a:ln w="19050" cap="flat" cmpd="sng">
                      <a:solidFill>
                        <a:srgbClr val="335B74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243828" tIns="243828" rIns="243828" bIns="243828" anchor="ctr" anchorCtr="0">
                      <a:noAutofit/>
                    </a:bodyPr>
                    <a:lstStyle/>
                    <a:p>
                      <a:pPr marL="0" marR="0" lvl="0" indent="0" algn="l" defTabSz="243867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sz="11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" name="Google Shape;1136;p55">
                      <a:extLst>
                        <a:ext uri="{FF2B5EF4-FFF2-40B4-BE49-F238E27FC236}">
                          <a16:creationId xmlns:a16="http://schemas.microsoft.com/office/drawing/2014/main" id="{17DB4BB9-AC93-2228-A68F-B09ED143AD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66571" y="3008939"/>
                      <a:ext cx="1157957" cy="10574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243828" tIns="243828" rIns="243828" bIns="243828" anchor="ctr" anchorCtr="0">
                      <a:noAutofit/>
                    </a:bodyPr>
                    <a:lstStyle/>
                    <a:p>
                      <a:pPr marL="0" marR="0" lvl="0" indent="0" algn="ctr" defTabSz="243867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" sz="3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Tulpen One"/>
                          <a:cs typeface="Tulpen One"/>
                          <a:sym typeface="Tulpen One"/>
                        </a:rPr>
                        <a:t>5</a:t>
                      </a:r>
                      <a:endParaRPr kumimoji="0" sz="3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 Light" panose="020F0302020204030204"/>
                        <a:ea typeface="Tulpen One"/>
                        <a:cs typeface="Tulpen One"/>
                        <a:sym typeface="Tulpen One"/>
                      </a:endParaRPr>
                    </a:p>
                  </p:txBody>
                </p:sp>
              </p:grpSp>
              <p:cxnSp>
                <p:nvCxnSpPr>
                  <p:cNvPr id="26" name="Google Shape;1132;p55">
                    <a:extLst>
                      <a:ext uri="{FF2B5EF4-FFF2-40B4-BE49-F238E27FC236}">
                        <a16:creationId xmlns:a16="http://schemas.microsoft.com/office/drawing/2014/main" id="{28073371-8F9E-2118-7AD2-4CC5AAED16DD}"/>
                      </a:ext>
                    </a:extLst>
                  </p:cNvPr>
                  <p:cNvCxnSpPr/>
                  <p:nvPr/>
                </p:nvCxnSpPr>
                <p:spPr>
                  <a:xfrm>
                    <a:off x="11271730" y="3706450"/>
                    <a:ext cx="1335302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rgbClr val="335B7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21" name="Google Shape;1134;p55">
                  <a:extLst>
                    <a:ext uri="{FF2B5EF4-FFF2-40B4-BE49-F238E27FC236}">
                      <a16:creationId xmlns:a16="http://schemas.microsoft.com/office/drawing/2014/main" id="{1B4F3ECD-CC59-A075-CBD6-6C1CCF95D2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245638" y="2773829"/>
                  <a:ext cx="0" cy="371294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335B74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27A9B8-7110-772E-81E7-9D89896AD365}"/>
                  </a:ext>
                </a:extLst>
              </p:cNvPr>
              <p:cNvSpPr txBox="1"/>
              <p:nvPr/>
            </p:nvSpPr>
            <p:spPr>
              <a:xfrm>
                <a:off x="4685059" y="365115"/>
                <a:ext cx="4888773" cy="144114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Focus on self-learning &amp; Automation capabilities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Automated Pre-processing Agent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: Converts prior human steps into agentic logic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Self-improving Mapping Agent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: Agent retrains on human corrections/feedback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Advanced Validation Agent</a:t>
                </a: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: Automated field/type/consistency checks with robust fallback/error recovery.</a:t>
                </a:r>
                <a:endParaRPr kumimoji="0" lang="en-IN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88635C-83BC-D97F-1161-79DD30F1D0B5}"/>
                  </a:ext>
                </a:extLst>
              </p:cNvPr>
              <p:cNvSpPr txBox="1"/>
              <p:nvPr/>
            </p:nvSpPr>
            <p:spPr>
              <a:xfrm>
                <a:off x="7366044" y="4552083"/>
                <a:ext cx="3571860" cy="87497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Production deployment with monitoring 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Full production deployment with monitoring</a:t>
                </a:r>
                <a:endParaRPr kumimoji="0" lang="en-IN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Operational runbooks and procedures</a:t>
                </a:r>
                <a:endParaRPr kumimoji="0" lang="en-IN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Performance dashboards and alerting</a:t>
                </a:r>
                <a:endParaRPr kumimoji="0" lang="en-IN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</p:grp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918ED2F9-48F7-5FDC-5BBF-EEA0D9661275}"/>
                </a:ext>
              </a:extLst>
            </p:cNvPr>
            <p:cNvSpPr/>
            <p:nvPr/>
          </p:nvSpPr>
          <p:spPr>
            <a:xfrm>
              <a:off x="9762654" y="2398997"/>
              <a:ext cx="2214084" cy="215405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solidFill>
                <a:srgbClr val="1CADE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 weeks</a:t>
              </a:r>
            </a:p>
          </p:txBody>
        </p: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0C1ACA8A-A692-8F5D-59D0-0DF23D7367C7}"/>
                </a:ext>
              </a:extLst>
            </p:cNvPr>
            <p:cNvSpPr/>
            <p:nvPr/>
          </p:nvSpPr>
          <p:spPr>
            <a:xfrm>
              <a:off x="163016" y="2481939"/>
              <a:ext cx="2214084" cy="232541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solidFill>
                <a:srgbClr val="1CADE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 weeks</a:t>
              </a:r>
            </a:p>
          </p:txBody>
        </p:sp>
        <p:pic>
          <p:nvPicPr>
            <p:cNvPr id="2052" name="Picture 4" descr="Traffic signal - Free security icons">
              <a:extLst>
                <a:ext uri="{FF2B5EF4-FFF2-40B4-BE49-F238E27FC236}">
                  <a16:creationId xmlns:a16="http://schemas.microsoft.com/office/drawing/2014/main" id="{0F3B4A11-2945-9D49-BC62-8153010FB8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7082" y="3034330"/>
              <a:ext cx="782356" cy="78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0F5EDCB-3CC6-0CB8-D8BE-B66A6B883531}"/>
                </a:ext>
              </a:extLst>
            </p:cNvPr>
            <p:cNvSpPr txBox="1"/>
            <p:nvPr/>
          </p:nvSpPr>
          <p:spPr>
            <a:xfrm>
              <a:off x="5072920" y="3689414"/>
              <a:ext cx="1159259" cy="46166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Go/No-Go </a:t>
              </a:r>
            </a:p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Check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1A494037-1E7E-9C16-2E6A-CC3DD2BCC1D4}"/>
              </a:ext>
            </a:extLst>
          </p:cNvPr>
          <p:cNvSpPr txBox="1"/>
          <p:nvPr/>
        </p:nvSpPr>
        <p:spPr>
          <a:xfrm>
            <a:off x="0" y="6189754"/>
            <a:ext cx="45375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** UAT issues to be fixed in the MVP will be resolved in every subsequent MVP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E0B739-EDB0-CB68-BA76-7DE12936E9C9}"/>
              </a:ext>
            </a:extLst>
          </p:cNvPr>
          <p:cNvSpPr txBox="1"/>
          <p:nvPr/>
        </p:nvSpPr>
        <p:spPr>
          <a:xfrm>
            <a:off x="1999136" y="2080723"/>
            <a:ext cx="293281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Feedback Alignment</a:t>
            </a: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Showcase Agentic core engine with guidance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Set up system for capturing mapping challenges/edge cases.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BADA72-796A-0527-5A49-23E4A4E12668}"/>
              </a:ext>
            </a:extLst>
          </p:cNvPr>
          <p:cNvSpPr/>
          <p:nvPr/>
        </p:nvSpPr>
        <p:spPr>
          <a:xfrm>
            <a:off x="4548016" y="6189754"/>
            <a:ext cx="2190173" cy="208582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1CADE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weeks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90794A-2CD7-4A28-B0A3-F756EB882D78}"/>
              </a:ext>
            </a:extLst>
          </p:cNvPr>
          <p:cNvSpPr/>
          <p:nvPr/>
        </p:nvSpPr>
        <p:spPr>
          <a:xfrm>
            <a:off x="1397044" y="3020025"/>
            <a:ext cx="3727839" cy="1048815"/>
          </a:xfrm>
          <a:prstGeom prst="roundRect">
            <a:avLst/>
          </a:prstGeom>
          <a:noFill/>
          <a:ln w="3810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3E45653-BB46-6FCA-056B-FB0B7782BF52}"/>
              </a:ext>
            </a:extLst>
          </p:cNvPr>
          <p:cNvSpPr/>
          <p:nvPr/>
        </p:nvSpPr>
        <p:spPr>
          <a:xfrm>
            <a:off x="5643102" y="2507485"/>
            <a:ext cx="2190173" cy="208582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1CADE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weeks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6AD90E-83DE-C771-87BC-66B937D31589}"/>
              </a:ext>
            </a:extLst>
          </p:cNvPr>
          <p:cNvSpPr/>
          <p:nvPr/>
        </p:nvSpPr>
        <p:spPr>
          <a:xfrm>
            <a:off x="7577405" y="4259750"/>
            <a:ext cx="2190173" cy="208582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1CADE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weeks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AC5A85-CA27-8299-7821-6B9D6220A690}"/>
              </a:ext>
            </a:extLst>
          </p:cNvPr>
          <p:cNvSpPr txBox="1"/>
          <p:nvPr/>
        </p:nvSpPr>
        <p:spPr>
          <a:xfrm>
            <a:off x="-37258" y="4812512"/>
            <a:ext cx="2477925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Feedback Alignment</a:t>
            </a: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Showcase agent-human collaboration.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Demonstrate AI’s ability to accelerate/augment onboarding (with manual help).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Show feedback is being captured for later iterations.</a:t>
            </a: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A24204-C86B-8221-3073-2F3B83882467}"/>
              </a:ext>
            </a:extLst>
          </p:cNvPr>
          <p:cNvSpPr txBox="1"/>
          <p:nvPr/>
        </p:nvSpPr>
        <p:spPr>
          <a:xfrm>
            <a:off x="6669488" y="1784605"/>
            <a:ext cx="238530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Feedback Alignment</a:t>
            </a: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Focus towards more automation &amp; scaling with less human intervention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Self correcting agents using learnings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2E0DF1-19F4-85C1-4F56-7552F2F9AE16}"/>
              </a:ext>
            </a:extLst>
          </p:cNvPr>
          <p:cNvSpPr txBox="1"/>
          <p:nvPr/>
        </p:nvSpPr>
        <p:spPr>
          <a:xfrm>
            <a:off x="7395525" y="5378711"/>
            <a:ext cx="238530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Feedback Alignment</a:t>
            </a: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Focus on full production readiness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Dashboards for real-time business &amp; technical visibility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8788925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ntent - Light">
  <a:themeElements>
    <a:clrScheme name="25_New_ascendion colors">
      <a:dk1>
        <a:srgbClr val="000000"/>
      </a:dk1>
      <a:lt1>
        <a:srgbClr val="FFFFFF"/>
      </a:lt1>
      <a:dk2>
        <a:srgbClr val="B3B3B3"/>
      </a:dk2>
      <a:lt2>
        <a:srgbClr val="E8E8E8"/>
      </a:lt2>
      <a:accent1>
        <a:srgbClr val="2CDCAA"/>
      </a:accent1>
      <a:accent2>
        <a:srgbClr val="006450"/>
      </a:accent2>
      <a:accent3>
        <a:srgbClr val="F5821E"/>
      </a:accent3>
      <a:accent4>
        <a:srgbClr val="6666CC"/>
      </a:accent4>
      <a:accent5>
        <a:srgbClr val="8C0059"/>
      </a:accent5>
      <a:accent6>
        <a:srgbClr val="828282"/>
      </a:accent6>
      <a:hlink>
        <a:srgbClr val="968CFA"/>
      </a:hlink>
      <a:folHlink>
        <a:srgbClr val="000000"/>
      </a:folHlink>
    </a:clrScheme>
    <a:fontScheme name="Ascendion Font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3455</Words>
  <Application>Microsoft Office PowerPoint</Application>
  <PresentationFormat>Widescreen</PresentationFormat>
  <Paragraphs>648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21</vt:i4>
      </vt:variant>
    </vt:vector>
  </HeadingPairs>
  <TitlesOfParts>
    <vt:vector size="49" baseType="lpstr">
      <vt:lpstr>Abadi</vt:lpstr>
      <vt:lpstr>Abril Fatface</vt:lpstr>
      <vt:lpstr>Aharoni</vt:lpstr>
      <vt:lpstr>Aldrich</vt:lpstr>
      <vt:lpstr>Aptos</vt:lpstr>
      <vt:lpstr>Aptos Display</vt:lpstr>
      <vt:lpstr>Aptos Narrow</vt:lpstr>
      <vt:lpstr>Arial</vt:lpstr>
      <vt:lpstr>Arial Nova</vt:lpstr>
      <vt:lpstr>Avenir LT 65 Medium</vt:lpstr>
      <vt:lpstr>Calibri</vt:lpstr>
      <vt:lpstr>Calibri Light</vt:lpstr>
      <vt:lpstr>Courier New</vt:lpstr>
      <vt:lpstr>Helvetica</vt:lpstr>
      <vt:lpstr>Helvetica Neue</vt:lpstr>
      <vt:lpstr>Lato</vt:lpstr>
      <vt:lpstr>Lato Light</vt:lpstr>
      <vt:lpstr>PP Neue Machina Plain Ultrabold</vt:lpstr>
      <vt:lpstr>Questrial</vt:lpstr>
      <vt:lpstr>Source Sans Pro</vt:lpstr>
      <vt:lpstr>Ubuntu</vt:lpstr>
      <vt:lpstr>Verdana</vt:lpstr>
      <vt:lpstr>Wingdings</vt:lpstr>
      <vt:lpstr>4_Office Theme</vt:lpstr>
      <vt:lpstr>1_Office Theme</vt:lpstr>
      <vt:lpstr>3_Office Theme</vt:lpstr>
      <vt:lpstr>2_Office Theme</vt:lpstr>
      <vt:lpstr>Content -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Mukund Kaushal</dc:creator>
  <cp:lastModifiedBy>Mukund Kaushal</cp:lastModifiedBy>
  <cp:revision>1</cp:revision>
  <dcterms:created xsi:type="dcterms:W3CDTF">2026-04-10T13:48:18Z</dcterms:created>
  <dcterms:modified xsi:type="dcterms:W3CDTF">2026-04-10T14:24:20Z</dcterms:modified>
</cp:coreProperties>
</file>