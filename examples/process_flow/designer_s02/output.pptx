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handoutMasters/handoutMaster1.xml" ContentType="application/vnd.openxmlformats-officedocument.presentationml.handoutMaster+xml"/>
  <Override PartName="/ppt/media/image13.svg" ContentType="image/svg+xml"/>
  <Override PartName="/ppt/media/image15.svg" ContentType="image/svg+xml"/>
  <Override PartName="/ppt/media/image2.svg" ContentType="image/svg+xml"/>
  <Override PartName="/ppt/media/image5.svg" ContentType="image/svg+xml"/>
  <Override PartName="/ppt/media/image8.svg" ContentType="image/svg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  <Override PartName="/ppt/webextensions/taskpanes.xml" ContentType="application/vnd.ms-office.webextensiontaskpanes+xml"/>
  <Override PartName="/ppt/webextensions/webextension1.xml" ContentType="application/vnd.ms-office.webextension+xml"/>
</Types>
</file>

<file path=_rels/.rels><?xml version='1.0' encoding='UTF-8' standalone='yes'?>
<Relationships xmlns="http://schemas.openxmlformats.org/package/2006/relationships"><Relationship Id="rId1" Type="http://schemas.microsoft.com/office/2011/relationships/webextensiontaskpanes" Target="ppt/webextensions/taskpanes.xml"/><Relationship Id="rId2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4"/>
  </p:sldMasterIdLst>
  <p:notesMasterIdLst>
    <p:notesMasterId r:id="rId25"/>
  </p:notesMasterIdLst>
  <p:handoutMasterIdLst>
    <p:handoutMasterId r:id="rId26"/>
  </p:handoutMasterIdLst>
  <p:sldIdLst>
    <p:sldId id="256" r:id="rId1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8566"/>
    <a:srgbClr val="00FAC2"/>
    <a:srgbClr val="7161E2"/>
    <a:srgbClr val="E3056C"/>
    <a:srgbClr val="FFC000"/>
    <a:srgbClr val="71758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93296810-A885-4BE3-A3E7-6D5BEEA58F35}" styleName="Medium Style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68D230F3-CF80-4859-8CE7-A43EE81993B5}" styleName="Light Style 1 - Accent 6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6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6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2019"/>
    <p:restoredTop sz="94640"/>
  </p:normalViewPr>
  <p:slideViewPr>
    <p:cSldViewPr snapToGrid="0">
      <p:cViewPr varScale="1">
        <p:scale>
          <a:sx n="97" d="100"/>
          <a:sy n="97" d="100"/>
        </p:scale>
        <p:origin x="216" y="6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>
        <p:scale>
          <a:sx n="1" d="2"/>
          <a:sy n="1" d="2"/>
        </p:scale>
        <p:origin x="0" y="0"/>
      </p:cViewPr>
      <p:guideLst/>
    </p:cSldViewPr>
  </p:notes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11" Type="http://schemas.openxmlformats.org/officeDocument/2006/relationships/slide" Target="slides/slide1.xml"/><Relationship Id="rId25" Type="http://schemas.openxmlformats.org/officeDocument/2006/relationships/notesMaster" Target="notesMasters/notesMaster1.xml"/><Relationship Id="rId26" Type="http://schemas.openxmlformats.org/officeDocument/2006/relationships/handoutMaster" Target="handoutMasters/handoutMaster1.xml"/><Relationship Id="rId27" Type="http://schemas.openxmlformats.org/officeDocument/2006/relationships/presProps" Target="presProps.xml"/><Relationship Id="rId28" Type="http://schemas.openxmlformats.org/officeDocument/2006/relationships/viewProps" Target="viewProps.xml"/><Relationship Id="rId29" Type="http://schemas.openxmlformats.org/officeDocument/2006/relationships/theme" Target="theme/theme1.xml"/><Relationship Id="rId30" Type="http://schemas.openxmlformats.org/officeDocument/2006/relationships/tableStyles" Target="tableStyles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28B1E7C6-5578-E323-E837-9DDAEFD8D024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>
              <a:latin typeface="Aptos" panose="020B0004020202020204" pitchFamily="34" charset="0"/>
            </a:endParaRP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83661BF-C6F4-E225-58DD-9999B5D74602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7734DC5-EEDE-A04F-AA3F-D286758DCD52}" type="datetimeFigureOut">
              <a:rPr lang="en-US" smtClean="0">
                <a:latin typeface="Aptos" panose="020B0004020202020204" pitchFamily="34" charset="0"/>
              </a:rPr>
              <a:t>3/18/26</a:t>
            </a:fld>
            <a:endParaRPr lang="en-US">
              <a:latin typeface="Aptos" panose="020B0004020202020204" pitchFamily="34" charset="0"/>
            </a:endParaRP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1B00873-FF02-A808-9496-FD4FF0584FD3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>
              <a:latin typeface="Aptos" panose="020B0004020202020204" pitchFamily="34" charset="0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C8D2097-5AEF-C76B-0B5C-3594D932D258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3CECA31-F8FE-9746-8883-6AF975086AE4}" type="slidenum">
              <a:rPr lang="en-US" smtClean="0">
                <a:latin typeface="Aptos" panose="020B0004020202020204" pitchFamily="34" charset="0"/>
              </a:rPr>
              <a:t>‹#›</a:t>
            </a:fld>
            <a:endParaRPr lang="en-US">
              <a:latin typeface="Aptos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31261751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 b="0" i="0">
                <a:latin typeface="Aptos" panose="020B0004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 b="0" i="0">
                <a:latin typeface="Aptos" panose="020B0004020202020204" pitchFamily="34" charset="0"/>
              </a:defRPr>
            </a:lvl1pPr>
          </a:lstStyle>
          <a:p>
            <a:fld id="{AFD771B4-472F-9C43-8E1B-6B32F2DCB1DF}" type="datetimeFigureOut">
              <a:rPr lang="en-US" smtClean="0"/>
              <a:pPr/>
              <a:t>3/18/26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 b="0" i="0">
                <a:latin typeface="Aptos" panose="020B0004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 b="0" i="0">
                <a:latin typeface="Aptos" panose="020B0004020202020204" pitchFamily="34" charset="0"/>
              </a:defRPr>
            </a:lvl1pPr>
          </a:lstStyle>
          <a:p>
            <a:fld id="{8759DC7E-E758-5842-B145-82C949C0E235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85736931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b="0" i="0" kern="1200">
        <a:solidFill>
          <a:schemeClr val="tx1"/>
        </a:solidFill>
        <a:latin typeface="Aptos" panose="020B0004020202020204" pitchFamily="34" charset="0"/>
        <a:ea typeface="+mn-ea"/>
        <a:cs typeface="+mn-cs"/>
      </a:defRPr>
    </a:lvl1pPr>
    <a:lvl2pPr marL="457200" algn="l" defTabSz="914400" rtl="0" eaLnBrk="1" latinLnBrk="0" hangingPunct="1">
      <a:defRPr sz="1200" b="0" i="0" kern="1200">
        <a:solidFill>
          <a:schemeClr val="tx1"/>
        </a:solidFill>
        <a:latin typeface="Aptos" panose="020B0004020202020204" pitchFamily="34" charset="0"/>
        <a:ea typeface="+mn-ea"/>
        <a:cs typeface="+mn-cs"/>
      </a:defRPr>
    </a:lvl2pPr>
    <a:lvl3pPr marL="914400" algn="l" defTabSz="914400" rtl="0" eaLnBrk="1" latinLnBrk="0" hangingPunct="1">
      <a:defRPr sz="1200" b="0" i="0" kern="1200">
        <a:solidFill>
          <a:schemeClr val="tx1"/>
        </a:solidFill>
        <a:latin typeface="Aptos" panose="020B0004020202020204" pitchFamily="34" charset="0"/>
        <a:ea typeface="+mn-ea"/>
        <a:cs typeface="+mn-cs"/>
      </a:defRPr>
    </a:lvl3pPr>
    <a:lvl4pPr marL="1371600" algn="l" defTabSz="914400" rtl="0" eaLnBrk="1" latinLnBrk="0" hangingPunct="1">
      <a:defRPr sz="1200" b="0" i="0" kern="1200">
        <a:solidFill>
          <a:schemeClr val="tx1"/>
        </a:solidFill>
        <a:latin typeface="Aptos" panose="020B0004020202020204" pitchFamily="34" charset="0"/>
        <a:ea typeface="+mn-ea"/>
        <a:cs typeface="+mn-cs"/>
      </a:defRPr>
    </a:lvl4pPr>
    <a:lvl5pPr marL="1828800" algn="l" defTabSz="914400" rtl="0" eaLnBrk="1" latinLnBrk="0" hangingPunct="1">
      <a:defRPr sz="1200" b="0" i="0" kern="1200">
        <a:solidFill>
          <a:schemeClr val="tx1"/>
        </a:solidFill>
        <a:latin typeface="Aptos" panose="020B0004020202020204" pitchFamily="34" charset="0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eg"/><Relationship Id="rId3" Type="http://schemas.openxmlformats.org/officeDocument/2006/relationships/image" Target="../media/image4.png"/><Relationship Id="rId4" Type="http://schemas.openxmlformats.org/officeDocument/2006/relationships/image" Target="../media/image5.sv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jpeg"/><Relationship Id="rId3" Type="http://schemas.openxmlformats.org/officeDocument/2006/relationships/image" Target="../media/image7.png"/><Relationship Id="rId4" Type="http://schemas.openxmlformats.org/officeDocument/2006/relationships/image" Target="../media/image8.sv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Relationship Id="rId3" Type="http://schemas.openxmlformats.org/officeDocument/2006/relationships/image" Target="../media/image8.sv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Relationship Id="rId3" Type="http://schemas.openxmlformats.org/officeDocument/2006/relationships/image" Target="../media/image8.sv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5.sv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5.sv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png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0.png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0.png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1.png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2.png"/><Relationship Id="rId3" Type="http://schemas.openxmlformats.org/officeDocument/2006/relationships/image" Target="../media/image13.svg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2.png"/><Relationship Id="rId3" Type="http://schemas.openxmlformats.org/officeDocument/2006/relationships/image" Target="../media/image13.svg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4.png"/><Relationship Id="rId3" Type="http://schemas.openxmlformats.org/officeDocument/2006/relationships/image" Target="../media/image15.svg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4.png"/><Relationship Id="rId3" Type="http://schemas.openxmlformats.org/officeDocument/2006/relationships/image" Target="../media/image15.svg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2.png"/><Relationship Id="rId3" Type="http://schemas.openxmlformats.org/officeDocument/2006/relationships/image" Target="../media/image13.svg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4.png"/><Relationship Id="rId3" Type="http://schemas.openxmlformats.org/officeDocument/2006/relationships/image" Target="../media/image15.svg"/></Relationships>
</file>

<file path=ppt/slideLayouts/_rels/slideLayout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5.svg"/></Relationships>
</file>

<file path=ppt/slideLayouts/_rels/slideLayout3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6.png"/></Relationships>
</file>

<file path=ppt/slideLayouts/_rels/slideLayout4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hyperlink" Target="https://www.instagram.com/ascendionofficial/" TargetMode="External"/><Relationship Id="rId3" Type="http://schemas.openxmlformats.org/officeDocument/2006/relationships/image" Target="../media/image17.emf"/><Relationship Id="rId4" Type="http://schemas.openxmlformats.org/officeDocument/2006/relationships/hyperlink" Target="https://www.youtube.com/@ascendioninc" TargetMode="External"/><Relationship Id="rId5" Type="http://schemas.openxmlformats.org/officeDocument/2006/relationships/image" Target="../media/image18.emf"/><Relationship Id="rId6" Type="http://schemas.openxmlformats.org/officeDocument/2006/relationships/hyperlink" Target="https://www.linkedin.com/company/ascendion/" TargetMode="External"/><Relationship Id="rId7" Type="http://schemas.openxmlformats.org/officeDocument/2006/relationships/image" Target="../media/image19.emf"/><Relationship Id="rId8" Type="http://schemas.openxmlformats.org/officeDocument/2006/relationships/image" Target="../media/image20.png"/></Relationships>
</file>

<file path=ppt/slideLayouts/_rels/slideLayout4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hyperlink" Target="https://www.instagram.com/ascendionofficial/" TargetMode="External"/><Relationship Id="rId3" Type="http://schemas.openxmlformats.org/officeDocument/2006/relationships/image" Target="../media/image17.emf"/><Relationship Id="rId4" Type="http://schemas.openxmlformats.org/officeDocument/2006/relationships/hyperlink" Target="https://www.youtube.com/@ascendioninc" TargetMode="External"/><Relationship Id="rId5" Type="http://schemas.openxmlformats.org/officeDocument/2006/relationships/image" Target="../media/image18.emf"/><Relationship Id="rId6" Type="http://schemas.openxmlformats.org/officeDocument/2006/relationships/hyperlink" Target="https://www.linkedin.com/company/ascendion/" TargetMode="External"/><Relationship Id="rId7" Type="http://schemas.openxmlformats.org/officeDocument/2006/relationships/image" Target="../media/image19.emf"/><Relationship Id="rId8" Type="http://schemas.openxmlformats.org/officeDocument/2006/relationships/image" Target="../media/image20.png"/></Relationships>
</file>

<file path=ppt/slideLayouts/_rels/slideLayout4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0.png"/></Relationships>
</file>

<file path=ppt/slideLayouts/_rels/slideLayout4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with Image 2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Picture 13" descr="A person standing on a mountain with a green light behind it&#10;&#10;Description automatically generated">
            <a:extLst>
              <a:ext uri="{FF2B5EF4-FFF2-40B4-BE49-F238E27FC236}">
                <a16:creationId xmlns:a16="http://schemas.microsoft.com/office/drawing/2014/main" id="{61920412-0D2A-5CF7-3B96-4BEB83DAB69A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screen">
            <a:alphaModFix amt="70000"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-1" y="0"/>
            <a:ext cx="12192001" cy="6858000"/>
          </a:xfrm>
          <a:prstGeom prst="rect">
            <a:avLst/>
          </a:prstGeom>
        </p:spPr>
      </p:pic>
      <p:sp>
        <p:nvSpPr>
          <p:cNvPr id="2" name="Title 1" descr="ph_title">
            <a:extLst>
              <a:ext uri="{FF2B5EF4-FFF2-40B4-BE49-F238E27FC236}">
                <a16:creationId xmlns:a16="http://schemas.microsoft.com/office/drawing/2014/main" id="{F2156418-9B91-0A3B-C2C9-EDC6E679B575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501650" y="1417801"/>
            <a:ext cx="10642830" cy="1919123"/>
          </a:xfrm>
          <a:prstGeom prst="rect">
            <a:avLst/>
          </a:prstGeom>
        </p:spPr>
        <p:txBody>
          <a:bodyPr anchor="ctr">
            <a:normAutofit/>
          </a:bodyPr>
          <a:lstStyle>
            <a:lvl1pPr algn="l">
              <a:defRPr sz="4800" b="0" i="0">
                <a:solidFill>
                  <a:schemeClr val="bg1"/>
                </a:solidFill>
                <a:latin typeface="PP Neue Machina Plain" pitchFamily="2" charset="77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 descr="ph_subtitle">
            <a:extLst>
              <a:ext uri="{FF2B5EF4-FFF2-40B4-BE49-F238E27FC236}">
                <a16:creationId xmlns:a16="http://schemas.microsoft.com/office/drawing/2014/main" id="{16502C2A-CFCA-9D76-87CA-E72B0507C89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01649" y="3429000"/>
            <a:ext cx="10642831" cy="1655762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 algn="l">
              <a:lnSpc>
                <a:spcPct val="100000"/>
              </a:lnSpc>
              <a:buNone/>
              <a:defRPr sz="2400" b="0" i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586102AD-CBA8-BCC0-08F5-A309A1343F6B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70996" y="264552"/>
            <a:ext cx="2401377" cy="902226"/>
          </a:xfrm>
          <a:prstGeom prst="rect">
            <a:avLst/>
          </a:prstGeom>
        </p:spPr>
      </p:pic>
      <p:sp>
        <p:nvSpPr>
          <p:cNvPr id="9" name="Text Placeholder 4" descr="ph_body">
            <a:extLst>
              <a:ext uri="{FF2B5EF4-FFF2-40B4-BE49-F238E27FC236}">
                <a16:creationId xmlns:a16="http://schemas.microsoft.com/office/drawing/2014/main" id="{3B1259AF-0A33-8090-B5CE-FA1916084C96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501650" y="5928527"/>
            <a:ext cx="5594350" cy="259548"/>
          </a:xfrm>
          <a:prstGeom prst="rect">
            <a:avLst/>
          </a:prstGeom>
        </p:spPr>
        <p:txBody>
          <a:bodyPr anchor="b">
            <a:normAutofit/>
          </a:bodyPr>
          <a:lstStyle>
            <a:lvl1pPr marL="0" indent="0">
              <a:buNone/>
              <a:defRPr sz="1400" b="0" i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405522236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with Image 5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A person standing in a room with clouds in the sky&#10;&#10;Description automatically generated">
            <a:extLst>
              <a:ext uri="{FF2B5EF4-FFF2-40B4-BE49-F238E27FC236}">
                <a16:creationId xmlns:a16="http://schemas.microsoft.com/office/drawing/2014/main" id="{149F3D3C-32AF-0969-43BC-A90F2D146334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/>
          <a:srcRect t="15084" b="28665"/>
          <a:stretch/>
        </p:blipFill>
        <p:spPr>
          <a:xfrm>
            <a:off x="0" y="0"/>
            <a:ext cx="12192000" cy="6858001"/>
          </a:xfrm>
          <a:prstGeom prst="rect">
            <a:avLst/>
          </a:prstGeom>
        </p:spPr>
      </p:pic>
      <p:sp>
        <p:nvSpPr>
          <p:cNvPr id="2" name="Title 1" descr="ph_title">
            <a:extLst>
              <a:ext uri="{FF2B5EF4-FFF2-40B4-BE49-F238E27FC236}">
                <a16:creationId xmlns:a16="http://schemas.microsoft.com/office/drawing/2014/main" id="{F2156418-9B91-0A3B-C2C9-EDC6E679B575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501650" y="1417801"/>
            <a:ext cx="8686955" cy="1919124"/>
          </a:xfrm>
          <a:prstGeom prst="rect">
            <a:avLst/>
          </a:prstGeom>
        </p:spPr>
        <p:txBody>
          <a:bodyPr anchor="ctr">
            <a:normAutofit/>
          </a:bodyPr>
          <a:lstStyle>
            <a:lvl1pPr algn="l">
              <a:defRPr sz="4800" b="0" i="0">
                <a:solidFill>
                  <a:schemeClr val="tx1"/>
                </a:solidFill>
                <a:latin typeface="PP Neue Machina Plain" pitchFamily="2" charset="77"/>
              </a:defRPr>
            </a:lvl1pPr>
          </a:lstStyle>
          <a:p>
            <a:r>
              <a:rPr lang="en-US"/>
              <a:t>Click To Edit Master Title</a:t>
            </a:r>
          </a:p>
        </p:txBody>
      </p:sp>
      <p:sp>
        <p:nvSpPr>
          <p:cNvPr id="3" name="Subtitle 2" descr="ph_subtitle">
            <a:extLst>
              <a:ext uri="{FF2B5EF4-FFF2-40B4-BE49-F238E27FC236}">
                <a16:creationId xmlns:a16="http://schemas.microsoft.com/office/drawing/2014/main" id="{16502C2A-CFCA-9D76-87CA-E72B0507C89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01650" y="3429000"/>
            <a:ext cx="8686956" cy="1655762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 algn="l">
              <a:lnSpc>
                <a:spcPct val="100000"/>
              </a:lnSpc>
              <a:buNone/>
              <a:defRPr sz="2400" b="0" i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9" name="Text Placeholder 4" descr="ph_body">
            <a:extLst>
              <a:ext uri="{FF2B5EF4-FFF2-40B4-BE49-F238E27FC236}">
                <a16:creationId xmlns:a16="http://schemas.microsoft.com/office/drawing/2014/main" id="{3B1259AF-0A33-8090-B5CE-FA1916084C96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501650" y="5928527"/>
            <a:ext cx="5594350" cy="259548"/>
          </a:xfrm>
          <a:prstGeom prst="rect">
            <a:avLst/>
          </a:prstGeom>
        </p:spPr>
        <p:txBody>
          <a:bodyPr anchor="b">
            <a:normAutofit/>
          </a:bodyPr>
          <a:lstStyle>
            <a:lvl1pPr marL="0" indent="0">
              <a:buNone/>
              <a:defRPr sz="1400" b="0" i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7F6A5CF2-3D3A-5893-6892-724381343851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70990" y="264708"/>
            <a:ext cx="2401383" cy="9022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5677932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with Half Image - L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" name="Graphic 25">
            <a:extLst>
              <a:ext uri="{FF2B5EF4-FFF2-40B4-BE49-F238E27FC236}">
                <a16:creationId xmlns:a16="http://schemas.microsoft.com/office/drawing/2014/main" id="{EC8D6301-82DA-9C18-68FC-4279A75663BD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70990" y="264708"/>
            <a:ext cx="2401383" cy="902227"/>
          </a:xfrm>
          <a:prstGeom prst="rect">
            <a:avLst/>
          </a:prstGeom>
        </p:spPr>
      </p:pic>
      <p:sp>
        <p:nvSpPr>
          <p:cNvPr id="4" name="Title 1" descr="ph_title">
            <a:extLst>
              <a:ext uri="{FF2B5EF4-FFF2-40B4-BE49-F238E27FC236}">
                <a16:creationId xmlns:a16="http://schemas.microsoft.com/office/drawing/2014/main" id="{F02C194C-2167-463C-2D56-9EF334BEF112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501650" y="1803400"/>
            <a:ext cx="5358823" cy="2170147"/>
          </a:xfrm>
          <a:prstGeom prst="rect">
            <a:avLst/>
          </a:prstGeom>
        </p:spPr>
        <p:txBody>
          <a:bodyPr anchor="ctr">
            <a:normAutofit/>
          </a:bodyPr>
          <a:lstStyle>
            <a:lvl1pPr algn="l">
              <a:defRPr sz="4800" b="0" i="0">
                <a:solidFill>
                  <a:schemeClr val="tx1"/>
                </a:solidFill>
                <a:latin typeface="PP Neue Machina Plain" pitchFamily="2" charset="77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5" name="Subtitle 2" descr="ph_subtitle">
            <a:extLst>
              <a:ext uri="{FF2B5EF4-FFF2-40B4-BE49-F238E27FC236}">
                <a16:creationId xmlns:a16="http://schemas.microsoft.com/office/drawing/2014/main" id="{074F4C90-FB68-4591-7579-3DC050EF867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01650" y="4065623"/>
            <a:ext cx="5358824" cy="1655762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 algn="l">
              <a:buNone/>
              <a:defRPr sz="2400" b="0" i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7" name="Text Placeholder 4" descr="ph_body">
            <a:extLst>
              <a:ext uri="{FF2B5EF4-FFF2-40B4-BE49-F238E27FC236}">
                <a16:creationId xmlns:a16="http://schemas.microsoft.com/office/drawing/2014/main" id="{A2EF5E5F-34DB-85E8-6CEC-189B4E724A2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501650" y="5928527"/>
            <a:ext cx="5594350" cy="259548"/>
          </a:xfrm>
          <a:prstGeom prst="rect">
            <a:avLst/>
          </a:prstGeom>
        </p:spPr>
        <p:txBody>
          <a:bodyPr anchor="b">
            <a:normAutofit/>
          </a:bodyPr>
          <a:lstStyle>
            <a:lvl1pPr marL="0" indent="0">
              <a:buNone/>
              <a:defRPr sz="1400" b="0" i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" name="Picture Placeholder 19" descr="ph_image">
            <a:extLst>
              <a:ext uri="{FF2B5EF4-FFF2-40B4-BE49-F238E27FC236}">
                <a16:creationId xmlns:a16="http://schemas.microsoft.com/office/drawing/2014/main" id="{B6261D19-82A3-363D-45DC-0106B0CD781D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5670888" y="-9832"/>
            <a:ext cx="6530347" cy="6886306"/>
          </a:xfrm>
          <a:custGeom>
            <a:avLst/>
            <a:gdLst>
              <a:gd name="connsiteX0" fmla="*/ 0 w 7684893"/>
              <a:gd name="connsiteY0" fmla="*/ 0 h 6867833"/>
              <a:gd name="connsiteX1" fmla="*/ 7684893 w 7684893"/>
              <a:gd name="connsiteY1" fmla="*/ 0 h 6867833"/>
              <a:gd name="connsiteX2" fmla="*/ 7684893 w 7684893"/>
              <a:gd name="connsiteY2" fmla="*/ 6867833 h 6867833"/>
              <a:gd name="connsiteX3" fmla="*/ 1362937 w 7684893"/>
              <a:gd name="connsiteY3" fmla="*/ 6867833 h 6867833"/>
              <a:gd name="connsiteX4" fmla="*/ 1492418 w 7684893"/>
              <a:gd name="connsiteY4" fmla="*/ 6028059 h 6867833"/>
              <a:gd name="connsiteX5" fmla="*/ 1502988 w 7684893"/>
              <a:gd name="connsiteY5" fmla="*/ 6018315 h 6867833"/>
              <a:gd name="connsiteX6" fmla="*/ 0 w 7684893"/>
              <a:gd name="connsiteY6" fmla="*/ 3 h 6867833"/>
              <a:gd name="connsiteX0" fmla="*/ 0 w 7684893"/>
              <a:gd name="connsiteY0" fmla="*/ 0 h 6867833"/>
              <a:gd name="connsiteX1" fmla="*/ 6788966 w 7684893"/>
              <a:gd name="connsiteY1" fmla="*/ 9236 h 6867833"/>
              <a:gd name="connsiteX2" fmla="*/ 7684893 w 7684893"/>
              <a:gd name="connsiteY2" fmla="*/ 6867833 h 6867833"/>
              <a:gd name="connsiteX3" fmla="*/ 1362937 w 7684893"/>
              <a:gd name="connsiteY3" fmla="*/ 6867833 h 6867833"/>
              <a:gd name="connsiteX4" fmla="*/ 1492418 w 7684893"/>
              <a:gd name="connsiteY4" fmla="*/ 6028059 h 6867833"/>
              <a:gd name="connsiteX5" fmla="*/ 1502988 w 7684893"/>
              <a:gd name="connsiteY5" fmla="*/ 6018315 h 6867833"/>
              <a:gd name="connsiteX6" fmla="*/ 0 w 7684893"/>
              <a:gd name="connsiteY6" fmla="*/ 3 h 6867833"/>
              <a:gd name="connsiteX7" fmla="*/ 0 w 7684893"/>
              <a:gd name="connsiteY7" fmla="*/ 0 h 6867833"/>
              <a:gd name="connsiteX0" fmla="*/ 0 w 6835148"/>
              <a:gd name="connsiteY0" fmla="*/ 0 h 6867833"/>
              <a:gd name="connsiteX1" fmla="*/ 6788966 w 6835148"/>
              <a:gd name="connsiteY1" fmla="*/ 9236 h 6867833"/>
              <a:gd name="connsiteX2" fmla="*/ 6835148 w 6835148"/>
              <a:gd name="connsiteY2" fmla="*/ 6867833 h 6867833"/>
              <a:gd name="connsiteX3" fmla="*/ 1362937 w 6835148"/>
              <a:gd name="connsiteY3" fmla="*/ 6867833 h 6867833"/>
              <a:gd name="connsiteX4" fmla="*/ 1492418 w 6835148"/>
              <a:gd name="connsiteY4" fmla="*/ 6028059 h 6867833"/>
              <a:gd name="connsiteX5" fmla="*/ 1502988 w 6835148"/>
              <a:gd name="connsiteY5" fmla="*/ 6018315 h 6867833"/>
              <a:gd name="connsiteX6" fmla="*/ 0 w 6835148"/>
              <a:gd name="connsiteY6" fmla="*/ 3 h 6867833"/>
              <a:gd name="connsiteX7" fmla="*/ 0 w 6835148"/>
              <a:gd name="connsiteY7" fmla="*/ 0 h 6867833"/>
              <a:gd name="connsiteX0" fmla="*/ 0 w 6835148"/>
              <a:gd name="connsiteY0" fmla="*/ 0 h 6867833"/>
              <a:gd name="connsiteX1" fmla="*/ 5948456 w 6835148"/>
              <a:gd name="connsiteY1" fmla="*/ 267854 h 6867833"/>
              <a:gd name="connsiteX2" fmla="*/ 6835148 w 6835148"/>
              <a:gd name="connsiteY2" fmla="*/ 6867833 h 6867833"/>
              <a:gd name="connsiteX3" fmla="*/ 1362937 w 6835148"/>
              <a:gd name="connsiteY3" fmla="*/ 6867833 h 6867833"/>
              <a:gd name="connsiteX4" fmla="*/ 1492418 w 6835148"/>
              <a:gd name="connsiteY4" fmla="*/ 6028059 h 6867833"/>
              <a:gd name="connsiteX5" fmla="*/ 1502988 w 6835148"/>
              <a:gd name="connsiteY5" fmla="*/ 6018315 h 6867833"/>
              <a:gd name="connsiteX6" fmla="*/ 0 w 6835148"/>
              <a:gd name="connsiteY6" fmla="*/ 3 h 6867833"/>
              <a:gd name="connsiteX7" fmla="*/ 0 w 6835148"/>
              <a:gd name="connsiteY7" fmla="*/ 0 h 6867833"/>
              <a:gd name="connsiteX0" fmla="*/ 0 w 6835148"/>
              <a:gd name="connsiteY0" fmla="*/ 0 h 6867833"/>
              <a:gd name="connsiteX1" fmla="*/ 6530347 w 6835148"/>
              <a:gd name="connsiteY1" fmla="*/ 18472 h 6867833"/>
              <a:gd name="connsiteX2" fmla="*/ 6835148 w 6835148"/>
              <a:gd name="connsiteY2" fmla="*/ 6867833 h 6867833"/>
              <a:gd name="connsiteX3" fmla="*/ 1362937 w 6835148"/>
              <a:gd name="connsiteY3" fmla="*/ 6867833 h 6867833"/>
              <a:gd name="connsiteX4" fmla="*/ 1492418 w 6835148"/>
              <a:gd name="connsiteY4" fmla="*/ 6028059 h 6867833"/>
              <a:gd name="connsiteX5" fmla="*/ 1502988 w 6835148"/>
              <a:gd name="connsiteY5" fmla="*/ 6018315 h 6867833"/>
              <a:gd name="connsiteX6" fmla="*/ 0 w 6835148"/>
              <a:gd name="connsiteY6" fmla="*/ 3 h 6867833"/>
              <a:gd name="connsiteX7" fmla="*/ 0 w 6835148"/>
              <a:gd name="connsiteY7" fmla="*/ 0 h 6867833"/>
              <a:gd name="connsiteX0" fmla="*/ 0 w 6530347"/>
              <a:gd name="connsiteY0" fmla="*/ 0 h 6867833"/>
              <a:gd name="connsiteX1" fmla="*/ 6530347 w 6530347"/>
              <a:gd name="connsiteY1" fmla="*/ 18472 h 6867833"/>
              <a:gd name="connsiteX2" fmla="*/ 6345621 w 6530347"/>
              <a:gd name="connsiteY2" fmla="*/ 6812415 h 6867833"/>
              <a:gd name="connsiteX3" fmla="*/ 1362937 w 6530347"/>
              <a:gd name="connsiteY3" fmla="*/ 6867833 h 6867833"/>
              <a:gd name="connsiteX4" fmla="*/ 1492418 w 6530347"/>
              <a:gd name="connsiteY4" fmla="*/ 6028059 h 6867833"/>
              <a:gd name="connsiteX5" fmla="*/ 1502988 w 6530347"/>
              <a:gd name="connsiteY5" fmla="*/ 6018315 h 6867833"/>
              <a:gd name="connsiteX6" fmla="*/ 0 w 6530347"/>
              <a:gd name="connsiteY6" fmla="*/ 3 h 6867833"/>
              <a:gd name="connsiteX7" fmla="*/ 0 w 6530347"/>
              <a:gd name="connsiteY7" fmla="*/ 0 h 6867833"/>
              <a:gd name="connsiteX0" fmla="*/ 0 w 6530347"/>
              <a:gd name="connsiteY0" fmla="*/ 0 h 6886306"/>
              <a:gd name="connsiteX1" fmla="*/ 6530347 w 6530347"/>
              <a:gd name="connsiteY1" fmla="*/ 18472 h 6886306"/>
              <a:gd name="connsiteX2" fmla="*/ 6521112 w 6530347"/>
              <a:gd name="connsiteY2" fmla="*/ 6886306 h 6886306"/>
              <a:gd name="connsiteX3" fmla="*/ 1362937 w 6530347"/>
              <a:gd name="connsiteY3" fmla="*/ 6867833 h 6886306"/>
              <a:gd name="connsiteX4" fmla="*/ 1492418 w 6530347"/>
              <a:gd name="connsiteY4" fmla="*/ 6028059 h 6886306"/>
              <a:gd name="connsiteX5" fmla="*/ 1502988 w 6530347"/>
              <a:gd name="connsiteY5" fmla="*/ 6018315 h 6886306"/>
              <a:gd name="connsiteX6" fmla="*/ 0 w 6530347"/>
              <a:gd name="connsiteY6" fmla="*/ 3 h 6886306"/>
              <a:gd name="connsiteX7" fmla="*/ 0 w 6530347"/>
              <a:gd name="connsiteY7" fmla="*/ 0 h 688630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6530347" h="6886306">
                <a:moveTo>
                  <a:pt x="0" y="0"/>
                </a:moveTo>
                <a:lnTo>
                  <a:pt x="6530347" y="18472"/>
                </a:lnTo>
                <a:cubicBezTo>
                  <a:pt x="6527269" y="2307750"/>
                  <a:pt x="6524190" y="4597028"/>
                  <a:pt x="6521112" y="6886306"/>
                </a:cubicBezTo>
                <a:lnTo>
                  <a:pt x="1362937" y="6867833"/>
                </a:lnTo>
                <a:lnTo>
                  <a:pt x="1492418" y="6028059"/>
                </a:lnTo>
                <a:lnTo>
                  <a:pt x="1502988" y="6018315"/>
                </a:lnTo>
                <a:lnTo>
                  <a:pt x="0" y="3"/>
                </a:lnTo>
                <a:lnTo>
                  <a:pt x="0" y="0"/>
                </a:lnTo>
                <a:close/>
              </a:path>
            </a:pathLst>
          </a:custGeom>
          <a:noFill/>
        </p:spPr>
        <p:txBody>
          <a:bodyPr wrap="square" anchor="ctr">
            <a:noAutofit/>
          </a:bodyPr>
          <a:lstStyle>
            <a:lvl1pPr marL="0" indent="0" algn="ctr">
              <a:buNone/>
              <a:defRPr b="0" i="0">
                <a:latin typeface="Aptos" panose="020B0004020202020204" pitchFamily="34" charset="0"/>
              </a:defRPr>
            </a:lvl1pPr>
          </a:lstStyle>
          <a:p>
            <a:endParaRPr lang="de-DE"/>
          </a:p>
        </p:txBody>
      </p:sp>
      <p:sp>
        <p:nvSpPr>
          <p:cNvPr id="3" name="Graphic 18">
            <a:extLst>
              <a:ext uri="{FF2B5EF4-FFF2-40B4-BE49-F238E27FC236}">
                <a16:creationId xmlns:a16="http://schemas.microsoft.com/office/drawing/2014/main" id="{4B7FCB76-E73E-C251-CC58-12AA070753EC}"/>
              </a:ext>
            </a:extLst>
          </p:cNvPr>
          <p:cNvSpPr/>
          <p:nvPr userDrawn="1"/>
        </p:nvSpPr>
        <p:spPr>
          <a:xfrm>
            <a:off x="5667207" y="0"/>
            <a:ext cx="1504584" cy="6863061"/>
          </a:xfrm>
          <a:custGeom>
            <a:avLst/>
            <a:gdLst>
              <a:gd name="connsiteX0" fmla="*/ 1347938 w 1504584"/>
              <a:gd name="connsiteY0" fmla="*/ 6863062 h 6863061"/>
              <a:gd name="connsiteX1" fmla="*/ 1400196 w 1504584"/>
              <a:gd name="connsiteY1" fmla="*/ 6016314 h 6863061"/>
              <a:gd name="connsiteX2" fmla="*/ 0 w 1504584"/>
              <a:gd name="connsiteY2" fmla="*/ 0 h 6863061"/>
              <a:gd name="connsiteX3" fmla="*/ 1504584 w 1504584"/>
              <a:gd name="connsiteY3" fmla="*/ 6025044 h 6863061"/>
              <a:gd name="connsiteX4" fmla="*/ 1347938 w 1504584"/>
              <a:gd name="connsiteY4" fmla="*/ 6863062 h 686306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504584" h="6863061">
                <a:moveTo>
                  <a:pt x="1347938" y="6863062"/>
                </a:moveTo>
                <a:cubicBezTo>
                  <a:pt x="1365400" y="6580770"/>
                  <a:pt x="1382735" y="6298605"/>
                  <a:pt x="1400196" y="6016314"/>
                </a:cubicBezTo>
                <a:cubicBezTo>
                  <a:pt x="933422" y="4010918"/>
                  <a:pt x="466774" y="2005396"/>
                  <a:pt x="0" y="0"/>
                </a:cubicBezTo>
                <a:cubicBezTo>
                  <a:pt x="501570" y="2008306"/>
                  <a:pt x="1003014" y="4016738"/>
                  <a:pt x="1504584" y="6025044"/>
                </a:cubicBezTo>
                <a:cubicBezTo>
                  <a:pt x="1452327" y="6304426"/>
                  <a:pt x="1400196" y="6583680"/>
                  <a:pt x="1347938" y="6863062"/>
                </a:cubicBezTo>
                <a:close/>
              </a:path>
            </a:pathLst>
          </a:custGeom>
          <a:gradFill flip="none" rotWithShape="1">
            <a:gsLst>
              <a:gs pos="100000">
                <a:schemeClr val="accent1">
                  <a:lumMod val="67000"/>
                </a:schemeClr>
              </a:gs>
              <a:gs pos="48000">
                <a:schemeClr val="accent1">
                  <a:lumMod val="97000"/>
                  <a:lumOff val="3000"/>
                </a:schemeClr>
              </a:gs>
              <a:gs pos="0">
                <a:schemeClr val="accent1">
                  <a:lumMod val="60000"/>
                  <a:lumOff val="40000"/>
                </a:schemeClr>
              </a:gs>
            </a:gsLst>
            <a:lin ang="16200000" scaled="1"/>
            <a:tileRect/>
          </a:gradFill>
          <a:ln w="12647" cap="flat">
            <a:noFill/>
            <a:prstDash val="solid"/>
            <a:miter/>
          </a:ln>
        </p:spPr>
        <p:txBody>
          <a:bodyPr rtlCol="0" anchor="ctr"/>
          <a:lstStyle/>
          <a:p>
            <a:endParaRPr lang="en-US" b="0" i="0">
              <a:latin typeface="Aptos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92088297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with Half Imag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" name="Graphic 25">
            <a:extLst>
              <a:ext uri="{FF2B5EF4-FFF2-40B4-BE49-F238E27FC236}">
                <a16:creationId xmlns:a16="http://schemas.microsoft.com/office/drawing/2014/main" id="{EC8D6301-82DA-9C18-68FC-4279A75663BD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70990" y="264708"/>
            <a:ext cx="2401383" cy="902227"/>
          </a:xfrm>
          <a:prstGeom prst="rect">
            <a:avLst/>
          </a:prstGeom>
        </p:spPr>
      </p:pic>
      <p:sp>
        <p:nvSpPr>
          <p:cNvPr id="4" name="Title 1" descr="ph_title">
            <a:extLst>
              <a:ext uri="{FF2B5EF4-FFF2-40B4-BE49-F238E27FC236}">
                <a16:creationId xmlns:a16="http://schemas.microsoft.com/office/drawing/2014/main" id="{F02C194C-2167-463C-2D56-9EF334BEF112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501650" y="1803400"/>
            <a:ext cx="5358823" cy="2170147"/>
          </a:xfrm>
          <a:prstGeom prst="rect">
            <a:avLst/>
          </a:prstGeom>
        </p:spPr>
        <p:txBody>
          <a:bodyPr anchor="ctr">
            <a:normAutofit/>
          </a:bodyPr>
          <a:lstStyle>
            <a:lvl1pPr algn="l">
              <a:defRPr sz="4800" b="0" i="0">
                <a:solidFill>
                  <a:schemeClr val="tx1"/>
                </a:solidFill>
                <a:latin typeface="PP Neue Machina Plain" pitchFamily="2" charset="77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5" name="Subtitle 2" descr="ph_subtitle">
            <a:extLst>
              <a:ext uri="{FF2B5EF4-FFF2-40B4-BE49-F238E27FC236}">
                <a16:creationId xmlns:a16="http://schemas.microsoft.com/office/drawing/2014/main" id="{074F4C90-FB68-4591-7579-3DC050EF867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01650" y="4065623"/>
            <a:ext cx="5358824" cy="1655762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 algn="l">
              <a:buNone/>
              <a:defRPr sz="2400" b="0" i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7" name="Text Placeholder 4" descr="ph_body">
            <a:extLst>
              <a:ext uri="{FF2B5EF4-FFF2-40B4-BE49-F238E27FC236}">
                <a16:creationId xmlns:a16="http://schemas.microsoft.com/office/drawing/2014/main" id="{A2EF5E5F-34DB-85E8-6CEC-189B4E724A2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501650" y="5928527"/>
            <a:ext cx="5594350" cy="259548"/>
          </a:xfrm>
          <a:prstGeom prst="rect">
            <a:avLst/>
          </a:prstGeom>
        </p:spPr>
        <p:txBody>
          <a:bodyPr anchor="b">
            <a:normAutofit/>
          </a:bodyPr>
          <a:lstStyle>
            <a:lvl1pPr marL="0" indent="0">
              <a:buNone/>
              <a:defRPr sz="1400" b="0" i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" name="Graphic 18">
            <a:extLst>
              <a:ext uri="{FF2B5EF4-FFF2-40B4-BE49-F238E27FC236}">
                <a16:creationId xmlns:a16="http://schemas.microsoft.com/office/drawing/2014/main" id="{16639386-FE2B-5711-3AAF-8DFBFA0C8D9F}"/>
              </a:ext>
            </a:extLst>
          </p:cNvPr>
          <p:cNvSpPr/>
          <p:nvPr userDrawn="1"/>
        </p:nvSpPr>
        <p:spPr>
          <a:xfrm>
            <a:off x="5665581" y="0"/>
            <a:ext cx="1504584" cy="6863061"/>
          </a:xfrm>
          <a:custGeom>
            <a:avLst/>
            <a:gdLst>
              <a:gd name="connsiteX0" fmla="*/ 1347938 w 1504584"/>
              <a:gd name="connsiteY0" fmla="*/ 6863062 h 6863061"/>
              <a:gd name="connsiteX1" fmla="*/ 1400196 w 1504584"/>
              <a:gd name="connsiteY1" fmla="*/ 6016314 h 6863061"/>
              <a:gd name="connsiteX2" fmla="*/ 0 w 1504584"/>
              <a:gd name="connsiteY2" fmla="*/ 0 h 6863061"/>
              <a:gd name="connsiteX3" fmla="*/ 1504584 w 1504584"/>
              <a:gd name="connsiteY3" fmla="*/ 6025044 h 6863061"/>
              <a:gd name="connsiteX4" fmla="*/ 1347938 w 1504584"/>
              <a:gd name="connsiteY4" fmla="*/ 6863062 h 686306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504584" h="6863061">
                <a:moveTo>
                  <a:pt x="1347938" y="6863062"/>
                </a:moveTo>
                <a:cubicBezTo>
                  <a:pt x="1365400" y="6580770"/>
                  <a:pt x="1382735" y="6298605"/>
                  <a:pt x="1400196" y="6016314"/>
                </a:cubicBezTo>
                <a:cubicBezTo>
                  <a:pt x="933422" y="4010918"/>
                  <a:pt x="466774" y="2005396"/>
                  <a:pt x="0" y="0"/>
                </a:cubicBezTo>
                <a:cubicBezTo>
                  <a:pt x="501570" y="2008306"/>
                  <a:pt x="1003014" y="4016738"/>
                  <a:pt x="1504584" y="6025044"/>
                </a:cubicBezTo>
                <a:cubicBezTo>
                  <a:pt x="1452327" y="6304426"/>
                  <a:pt x="1400196" y="6583680"/>
                  <a:pt x="1347938" y="6863062"/>
                </a:cubicBezTo>
                <a:close/>
              </a:path>
            </a:pathLst>
          </a:custGeom>
          <a:gradFill>
            <a:gsLst>
              <a:gs pos="65000">
                <a:srgbClr val="E3056C"/>
              </a:gs>
              <a:gs pos="0">
                <a:srgbClr val="7161E2"/>
              </a:gs>
            </a:gsLst>
            <a:lin ang="16200000" scaled="1"/>
          </a:gradFill>
          <a:ln w="12647" cap="flat">
            <a:noFill/>
            <a:prstDash val="solid"/>
            <a:miter/>
          </a:ln>
        </p:spPr>
        <p:txBody>
          <a:bodyPr rtlCol="0" anchor="ctr"/>
          <a:lstStyle/>
          <a:p>
            <a:endParaRPr lang="en-US" b="0" i="0">
              <a:latin typeface="Aptos" panose="020B0004020202020204" pitchFamily="34" charset="0"/>
            </a:endParaRPr>
          </a:p>
        </p:txBody>
      </p:sp>
      <p:sp>
        <p:nvSpPr>
          <p:cNvPr id="6" name="Picture Placeholder 19" descr="ph_image">
            <a:extLst>
              <a:ext uri="{FF2B5EF4-FFF2-40B4-BE49-F238E27FC236}">
                <a16:creationId xmlns:a16="http://schemas.microsoft.com/office/drawing/2014/main" id="{817C9BEC-E90D-A7AD-005B-CA38EAEE52AB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5670888" y="-9832"/>
            <a:ext cx="6530347" cy="6886306"/>
          </a:xfrm>
          <a:custGeom>
            <a:avLst/>
            <a:gdLst>
              <a:gd name="connsiteX0" fmla="*/ 0 w 7684893"/>
              <a:gd name="connsiteY0" fmla="*/ 0 h 6867833"/>
              <a:gd name="connsiteX1" fmla="*/ 7684893 w 7684893"/>
              <a:gd name="connsiteY1" fmla="*/ 0 h 6867833"/>
              <a:gd name="connsiteX2" fmla="*/ 7684893 w 7684893"/>
              <a:gd name="connsiteY2" fmla="*/ 6867833 h 6867833"/>
              <a:gd name="connsiteX3" fmla="*/ 1362937 w 7684893"/>
              <a:gd name="connsiteY3" fmla="*/ 6867833 h 6867833"/>
              <a:gd name="connsiteX4" fmla="*/ 1492418 w 7684893"/>
              <a:gd name="connsiteY4" fmla="*/ 6028059 h 6867833"/>
              <a:gd name="connsiteX5" fmla="*/ 1502988 w 7684893"/>
              <a:gd name="connsiteY5" fmla="*/ 6018315 h 6867833"/>
              <a:gd name="connsiteX6" fmla="*/ 0 w 7684893"/>
              <a:gd name="connsiteY6" fmla="*/ 3 h 6867833"/>
              <a:gd name="connsiteX0" fmla="*/ 0 w 7684893"/>
              <a:gd name="connsiteY0" fmla="*/ 0 h 6867833"/>
              <a:gd name="connsiteX1" fmla="*/ 6788966 w 7684893"/>
              <a:gd name="connsiteY1" fmla="*/ 9236 h 6867833"/>
              <a:gd name="connsiteX2" fmla="*/ 7684893 w 7684893"/>
              <a:gd name="connsiteY2" fmla="*/ 6867833 h 6867833"/>
              <a:gd name="connsiteX3" fmla="*/ 1362937 w 7684893"/>
              <a:gd name="connsiteY3" fmla="*/ 6867833 h 6867833"/>
              <a:gd name="connsiteX4" fmla="*/ 1492418 w 7684893"/>
              <a:gd name="connsiteY4" fmla="*/ 6028059 h 6867833"/>
              <a:gd name="connsiteX5" fmla="*/ 1502988 w 7684893"/>
              <a:gd name="connsiteY5" fmla="*/ 6018315 h 6867833"/>
              <a:gd name="connsiteX6" fmla="*/ 0 w 7684893"/>
              <a:gd name="connsiteY6" fmla="*/ 3 h 6867833"/>
              <a:gd name="connsiteX7" fmla="*/ 0 w 7684893"/>
              <a:gd name="connsiteY7" fmla="*/ 0 h 6867833"/>
              <a:gd name="connsiteX0" fmla="*/ 0 w 6835148"/>
              <a:gd name="connsiteY0" fmla="*/ 0 h 6867833"/>
              <a:gd name="connsiteX1" fmla="*/ 6788966 w 6835148"/>
              <a:gd name="connsiteY1" fmla="*/ 9236 h 6867833"/>
              <a:gd name="connsiteX2" fmla="*/ 6835148 w 6835148"/>
              <a:gd name="connsiteY2" fmla="*/ 6867833 h 6867833"/>
              <a:gd name="connsiteX3" fmla="*/ 1362937 w 6835148"/>
              <a:gd name="connsiteY3" fmla="*/ 6867833 h 6867833"/>
              <a:gd name="connsiteX4" fmla="*/ 1492418 w 6835148"/>
              <a:gd name="connsiteY4" fmla="*/ 6028059 h 6867833"/>
              <a:gd name="connsiteX5" fmla="*/ 1502988 w 6835148"/>
              <a:gd name="connsiteY5" fmla="*/ 6018315 h 6867833"/>
              <a:gd name="connsiteX6" fmla="*/ 0 w 6835148"/>
              <a:gd name="connsiteY6" fmla="*/ 3 h 6867833"/>
              <a:gd name="connsiteX7" fmla="*/ 0 w 6835148"/>
              <a:gd name="connsiteY7" fmla="*/ 0 h 6867833"/>
              <a:gd name="connsiteX0" fmla="*/ 0 w 6835148"/>
              <a:gd name="connsiteY0" fmla="*/ 0 h 6867833"/>
              <a:gd name="connsiteX1" fmla="*/ 5948456 w 6835148"/>
              <a:gd name="connsiteY1" fmla="*/ 267854 h 6867833"/>
              <a:gd name="connsiteX2" fmla="*/ 6835148 w 6835148"/>
              <a:gd name="connsiteY2" fmla="*/ 6867833 h 6867833"/>
              <a:gd name="connsiteX3" fmla="*/ 1362937 w 6835148"/>
              <a:gd name="connsiteY3" fmla="*/ 6867833 h 6867833"/>
              <a:gd name="connsiteX4" fmla="*/ 1492418 w 6835148"/>
              <a:gd name="connsiteY4" fmla="*/ 6028059 h 6867833"/>
              <a:gd name="connsiteX5" fmla="*/ 1502988 w 6835148"/>
              <a:gd name="connsiteY5" fmla="*/ 6018315 h 6867833"/>
              <a:gd name="connsiteX6" fmla="*/ 0 w 6835148"/>
              <a:gd name="connsiteY6" fmla="*/ 3 h 6867833"/>
              <a:gd name="connsiteX7" fmla="*/ 0 w 6835148"/>
              <a:gd name="connsiteY7" fmla="*/ 0 h 6867833"/>
              <a:gd name="connsiteX0" fmla="*/ 0 w 6835148"/>
              <a:gd name="connsiteY0" fmla="*/ 0 h 6867833"/>
              <a:gd name="connsiteX1" fmla="*/ 6530347 w 6835148"/>
              <a:gd name="connsiteY1" fmla="*/ 18472 h 6867833"/>
              <a:gd name="connsiteX2" fmla="*/ 6835148 w 6835148"/>
              <a:gd name="connsiteY2" fmla="*/ 6867833 h 6867833"/>
              <a:gd name="connsiteX3" fmla="*/ 1362937 w 6835148"/>
              <a:gd name="connsiteY3" fmla="*/ 6867833 h 6867833"/>
              <a:gd name="connsiteX4" fmla="*/ 1492418 w 6835148"/>
              <a:gd name="connsiteY4" fmla="*/ 6028059 h 6867833"/>
              <a:gd name="connsiteX5" fmla="*/ 1502988 w 6835148"/>
              <a:gd name="connsiteY5" fmla="*/ 6018315 h 6867833"/>
              <a:gd name="connsiteX6" fmla="*/ 0 w 6835148"/>
              <a:gd name="connsiteY6" fmla="*/ 3 h 6867833"/>
              <a:gd name="connsiteX7" fmla="*/ 0 w 6835148"/>
              <a:gd name="connsiteY7" fmla="*/ 0 h 6867833"/>
              <a:gd name="connsiteX0" fmla="*/ 0 w 6530347"/>
              <a:gd name="connsiteY0" fmla="*/ 0 h 6867833"/>
              <a:gd name="connsiteX1" fmla="*/ 6530347 w 6530347"/>
              <a:gd name="connsiteY1" fmla="*/ 18472 h 6867833"/>
              <a:gd name="connsiteX2" fmla="*/ 6345621 w 6530347"/>
              <a:gd name="connsiteY2" fmla="*/ 6812415 h 6867833"/>
              <a:gd name="connsiteX3" fmla="*/ 1362937 w 6530347"/>
              <a:gd name="connsiteY3" fmla="*/ 6867833 h 6867833"/>
              <a:gd name="connsiteX4" fmla="*/ 1492418 w 6530347"/>
              <a:gd name="connsiteY4" fmla="*/ 6028059 h 6867833"/>
              <a:gd name="connsiteX5" fmla="*/ 1502988 w 6530347"/>
              <a:gd name="connsiteY5" fmla="*/ 6018315 h 6867833"/>
              <a:gd name="connsiteX6" fmla="*/ 0 w 6530347"/>
              <a:gd name="connsiteY6" fmla="*/ 3 h 6867833"/>
              <a:gd name="connsiteX7" fmla="*/ 0 w 6530347"/>
              <a:gd name="connsiteY7" fmla="*/ 0 h 6867833"/>
              <a:gd name="connsiteX0" fmla="*/ 0 w 6530347"/>
              <a:gd name="connsiteY0" fmla="*/ 0 h 6886306"/>
              <a:gd name="connsiteX1" fmla="*/ 6530347 w 6530347"/>
              <a:gd name="connsiteY1" fmla="*/ 18472 h 6886306"/>
              <a:gd name="connsiteX2" fmla="*/ 6521112 w 6530347"/>
              <a:gd name="connsiteY2" fmla="*/ 6886306 h 6886306"/>
              <a:gd name="connsiteX3" fmla="*/ 1362937 w 6530347"/>
              <a:gd name="connsiteY3" fmla="*/ 6867833 h 6886306"/>
              <a:gd name="connsiteX4" fmla="*/ 1492418 w 6530347"/>
              <a:gd name="connsiteY4" fmla="*/ 6028059 h 6886306"/>
              <a:gd name="connsiteX5" fmla="*/ 1502988 w 6530347"/>
              <a:gd name="connsiteY5" fmla="*/ 6018315 h 6886306"/>
              <a:gd name="connsiteX6" fmla="*/ 0 w 6530347"/>
              <a:gd name="connsiteY6" fmla="*/ 3 h 6886306"/>
              <a:gd name="connsiteX7" fmla="*/ 0 w 6530347"/>
              <a:gd name="connsiteY7" fmla="*/ 0 h 688630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6530347" h="6886306">
                <a:moveTo>
                  <a:pt x="0" y="0"/>
                </a:moveTo>
                <a:lnTo>
                  <a:pt x="6530347" y="18472"/>
                </a:lnTo>
                <a:cubicBezTo>
                  <a:pt x="6527269" y="2307750"/>
                  <a:pt x="6524190" y="4597028"/>
                  <a:pt x="6521112" y="6886306"/>
                </a:cubicBezTo>
                <a:lnTo>
                  <a:pt x="1362937" y="6867833"/>
                </a:lnTo>
                <a:lnTo>
                  <a:pt x="1492418" y="6028059"/>
                </a:lnTo>
                <a:lnTo>
                  <a:pt x="1502988" y="6018315"/>
                </a:lnTo>
                <a:lnTo>
                  <a:pt x="0" y="3"/>
                </a:lnTo>
                <a:lnTo>
                  <a:pt x="0" y="0"/>
                </a:lnTo>
                <a:close/>
              </a:path>
            </a:pathLst>
          </a:custGeom>
          <a:noFill/>
        </p:spPr>
        <p:txBody>
          <a:bodyPr wrap="square" anchor="ctr">
            <a:noAutofit/>
          </a:bodyPr>
          <a:lstStyle>
            <a:lvl1pPr marL="0" indent="0" algn="ctr">
              <a:buNone/>
              <a:defRPr b="0" i="0">
                <a:latin typeface="Aptos" panose="020B0004020202020204" pitchFamily="34" charset="0"/>
              </a:defRPr>
            </a:lvl1pPr>
          </a:lstStyle>
          <a:p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42781151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with Half Image - Dark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 descr="ph_title">
            <a:extLst>
              <a:ext uri="{FF2B5EF4-FFF2-40B4-BE49-F238E27FC236}">
                <a16:creationId xmlns:a16="http://schemas.microsoft.com/office/drawing/2014/main" id="{F2156418-9B91-0A3B-C2C9-EDC6E679B575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501650" y="1803400"/>
            <a:ext cx="5358823" cy="2170147"/>
          </a:xfrm>
          <a:prstGeom prst="rect">
            <a:avLst/>
          </a:prstGeom>
        </p:spPr>
        <p:txBody>
          <a:bodyPr anchor="ctr">
            <a:normAutofit/>
          </a:bodyPr>
          <a:lstStyle>
            <a:lvl1pPr algn="l">
              <a:defRPr sz="4800" b="0" i="0">
                <a:solidFill>
                  <a:schemeClr val="bg1"/>
                </a:solidFill>
                <a:latin typeface="PP Neue Machina Plain" pitchFamily="2" charset="77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 descr="ph_subtitle">
            <a:extLst>
              <a:ext uri="{FF2B5EF4-FFF2-40B4-BE49-F238E27FC236}">
                <a16:creationId xmlns:a16="http://schemas.microsoft.com/office/drawing/2014/main" id="{16502C2A-CFCA-9D76-87CA-E72B0507C89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01650" y="4065623"/>
            <a:ext cx="5358824" cy="1655762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 algn="l">
              <a:buNone/>
              <a:defRPr sz="2400" b="0" i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586102AD-CBA8-BCC0-08F5-A309A1343F6B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70996" y="264552"/>
            <a:ext cx="2401377" cy="902226"/>
          </a:xfrm>
          <a:prstGeom prst="rect">
            <a:avLst/>
          </a:prstGeom>
        </p:spPr>
      </p:pic>
      <p:sp>
        <p:nvSpPr>
          <p:cNvPr id="9" name="Text Placeholder 4" descr="ph_body">
            <a:extLst>
              <a:ext uri="{FF2B5EF4-FFF2-40B4-BE49-F238E27FC236}">
                <a16:creationId xmlns:a16="http://schemas.microsoft.com/office/drawing/2014/main" id="{333D92DE-0F3F-2D03-DDF8-4C4EB0E49B39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501650" y="5928527"/>
            <a:ext cx="5594350" cy="259548"/>
          </a:xfrm>
          <a:prstGeom prst="rect">
            <a:avLst/>
          </a:prstGeom>
        </p:spPr>
        <p:txBody>
          <a:bodyPr anchor="b">
            <a:normAutofit/>
          </a:bodyPr>
          <a:lstStyle>
            <a:lvl1pPr marL="0" indent="0">
              <a:buNone/>
              <a:defRPr sz="1400" b="0" i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Picture Placeholder 19" descr="ph_image">
            <a:extLst>
              <a:ext uri="{FF2B5EF4-FFF2-40B4-BE49-F238E27FC236}">
                <a16:creationId xmlns:a16="http://schemas.microsoft.com/office/drawing/2014/main" id="{83BB4CDB-20E8-A359-A644-D16718FBF412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5670888" y="-9832"/>
            <a:ext cx="6530347" cy="6886306"/>
          </a:xfrm>
          <a:custGeom>
            <a:avLst/>
            <a:gdLst>
              <a:gd name="connsiteX0" fmla="*/ 0 w 7684893"/>
              <a:gd name="connsiteY0" fmla="*/ 0 h 6867833"/>
              <a:gd name="connsiteX1" fmla="*/ 7684893 w 7684893"/>
              <a:gd name="connsiteY1" fmla="*/ 0 h 6867833"/>
              <a:gd name="connsiteX2" fmla="*/ 7684893 w 7684893"/>
              <a:gd name="connsiteY2" fmla="*/ 6867833 h 6867833"/>
              <a:gd name="connsiteX3" fmla="*/ 1362937 w 7684893"/>
              <a:gd name="connsiteY3" fmla="*/ 6867833 h 6867833"/>
              <a:gd name="connsiteX4" fmla="*/ 1492418 w 7684893"/>
              <a:gd name="connsiteY4" fmla="*/ 6028059 h 6867833"/>
              <a:gd name="connsiteX5" fmla="*/ 1502988 w 7684893"/>
              <a:gd name="connsiteY5" fmla="*/ 6018315 h 6867833"/>
              <a:gd name="connsiteX6" fmla="*/ 0 w 7684893"/>
              <a:gd name="connsiteY6" fmla="*/ 3 h 6867833"/>
              <a:gd name="connsiteX0" fmla="*/ 0 w 7684893"/>
              <a:gd name="connsiteY0" fmla="*/ 0 h 6867833"/>
              <a:gd name="connsiteX1" fmla="*/ 6788966 w 7684893"/>
              <a:gd name="connsiteY1" fmla="*/ 9236 h 6867833"/>
              <a:gd name="connsiteX2" fmla="*/ 7684893 w 7684893"/>
              <a:gd name="connsiteY2" fmla="*/ 6867833 h 6867833"/>
              <a:gd name="connsiteX3" fmla="*/ 1362937 w 7684893"/>
              <a:gd name="connsiteY3" fmla="*/ 6867833 h 6867833"/>
              <a:gd name="connsiteX4" fmla="*/ 1492418 w 7684893"/>
              <a:gd name="connsiteY4" fmla="*/ 6028059 h 6867833"/>
              <a:gd name="connsiteX5" fmla="*/ 1502988 w 7684893"/>
              <a:gd name="connsiteY5" fmla="*/ 6018315 h 6867833"/>
              <a:gd name="connsiteX6" fmla="*/ 0 w 7684893"/>
              <a:gd name="connsiteY6" fmla="*/ 3 h 6867833"/>
              <a:gd name="connsiteX7" fmla="*/ 0 w 7684893"/>
              <a:gd name="connsiteY7" fmla="*/ 0 h 6867833"/>
              <a:gd name="connsiteX0" fmla="*/ 0 w 6835148"/>
              <a:gd name="connsiteY0" fmla="*/ 0 h 6867833"/>
              <a:gd name="connsiteX1" fmla="*/ 6788966 w 6835148"/>
              <a:gd name="connsiteY1" fmla="*/ 9236 h 6867833"/>
              <a:gd name="connsiteX2" fmla="*/ 6835148 w 6835148"/>
              <a:gd name="connsiteY2" fmla="*/ 6867833 h 6867833"/>
              <a:gd name="connsiteX3" fmla="*/ 1362937 w 6835148"/>
              <a:gd name="connsiteY3" fmla="*/ 6867833 h 6867833"/>
              <a:gd name="connsiteX4" fmla="*/ 1492418 w 6835148"/>
              <a:gd name="connsiteY4" fmla="*/ 6028059 h 6867833"/>
              <a:gd name="connsiteX5" fmla="*/ 1502988 w 6835148"/>
              <a:gd name="connsiteY5" fmla="*/ 6018315 h 6867833"/>
              <a:gd name="connsiteX6" fmla="*/ 0 w 6835148"/>
              <a:gd name="connsiteY6" fmla="*/ 3 h 6867833"/>
              <a:gd name="connsiteX7" fmla="*/ 0 w 6835148"/>
              <a:gd name="connsiteY7" fmla="*/ 0 h 6867833"/>
              <a:gd name="connsiteX0" fmla="*/ 0 w 6835148"/>
              <a:gd name="connsiteY0" fmla="*/ 0 h 6867833"/>
              <a:gd name="connsiteX1" fmla="*/ 5948456 w 6835148"/>
              <a:gd name="connsiteY1" fmla="*/ 267854 h 6867833"/>
              <a:gd name="connsiteX2" fmla="*/ 6835148 w 6835148"/>
              <a:gd name="connsiteY2" fmla="*/ 6867833 h 6867833"/>
              <a:gd name="connsiteX3" fmla="*/ 1362937 w 6835148"/>
              <a:gd name="connsiteY3" fmla="*/ 6867833 h 6867833"/>
              <a:gd name="connsiteX4" fmla="*/ 1492418 w 6835148"/>
              <a:gd name="connsiteY4" fmla="*/ 6028059 h 6867833"/>
              <a:gd name="connsiteX5" fmla="*/ 1502988 w 6835148"/>
              <a:gd name="connsiteY5" fmla="*/ 6018315 h 6867833"/>
              <a:gd name="connsiteX6" fmla="*/ 0 w 6835148"/>
              <a:gd name="connsiteY6" fmla="*/ 3 h 6867833"/>
              <a:gd name="connsiteX7" fmla="*/ 0 w 6835148"/>
              <a:gd name="connsiteY7" fmla="*/ 0 h 6867833"/>
              <a:gd name="connsiteX0" fmla="*/ 0 w 6835148"/>
              <a:gd name="connsiteY0" fmla="*/ 0 h 6867833"/>
              <a:gd name="connsiteX1" fmla="*/ 6530347 w 6835148"/>
              <a:gd name="connsiteY1" fmla="*/ 18472 h 6867833"/>
              <a:gd name="connsiteX2" fmla="*/ 6835148 w 6835148"/>
              <a:gd name="connsiteY2" fmla="*/ 6867833 h 6867833"/>
              <a:gd name="connsiteX3" fmla="*/ 1362937 w 6835148"/>
              <a:gd name="connsiteY3" fmla="*/ 6867833 h 6867833"/>
              <a:gd name="connsiteX4" fmla="*/ 1492418 w 6835148"/>
              <a:gd name="connsiteY4" fmla="*/ 6028059 h 6867833"/>
              <a:gd name="connsiteX5" fmla="*/ 1502988 w 6835148"/>
              <a:gd name="connsiteY5" fmla="*/ 6018315 h 6867833"/>
              <a:gd name="connsiteX6" fmla="*/ 0 w 6835148"/>
              <a:gd name="connsiteY6" fmla="*/ 3 h 6867833"/>
              <a:gd name="connsiteX7" fmla="*/ 0 w 6835148"/>
              <a:gd name="connsiteY7" fmla="*/ 0 h 6867833"/>
              <a:gd name="connsiteX0" fmla="*/ 0 w 6530347"/>
              <a:gd name="connsiteY0" fmla="*/ 0 h 6867833"/>
              <a:gd name="connsiteX1" fmla="*/ 6530347 w 6530347"/>
              <a:gd name="connsiteY1" fmla="*/ 18472 h 6867833"/>
              <a:gd name="connsiteX2" fmla="*/ 6345621 w 6530347"/>
              <a:gd name="connsiteY2" fmla="*/ 6812415 h 6867833"/>
              <a:gd name="connsiteX3" fmla="*/ 1362937 w 6530347"/>
              <a:gd name="connsiteY3" fmla="*/ 6867833 h 6867833"/>
              <a:gd name="connsiteX4" fmla="*/ 1492418 w 6530347"/>
              <a:gd name="connsiteY4" fmla="*/ 6028059 h 6867833"/>
              <a:gd name="connsiteX5" fmla="*/ 1502988 w 6530347"/>
              <a:gd name="connsiteY5" fmla="*/ 6018315 h 6867833"/>
              <a:gd name="connsiteX6" fmla="*/ 0 w 6530347"/>
              <a:gd name="connsiteY6" fmla="*/ 3 h 6867833"/>
              <a:gd name="connsiteX7" fmla="*/ 0 w 6530347"/>
              <a:gd name="connsiteY7" fmla="*/ 0 h 6867833"/>
              <a:gd name="connsiteX0" fmla="*/ 0 w 6530347"/>
              <a:gd name="connsiteY0" fmla="*/ 0 h 6886306"/>
              <a:gd name="connsiteX1" fmla="*/ 6530347 w 6530347"/>
              <a:gd name="connsiteY1" fmla="*/ 18472 h 6886306"/>
              <a:gd name="connsiteX2" fmla="*/ 6521112 w 6530347"/>
              <a:gd name="connsiteY2" fmla="*/ 6886306 h 6886306"/>
              <a:gd name="connsiteX3" fmla="*/ 1362937 w 6530347"/>
              <a:gd name="connsiteY3" fmla="*/ 6867833 h 6886306"/>
              <a:gd name="connsiteX4" fmla="*/ 1492418 w 6530347"/>
              <a:gd name="connsiteY4" fmla="*/ 6028059 h 6886306"/>
              <a:gd name="connsiteX5" fmla="*/ 1502988 w 6530347"/>
              <a:gd name="connsiteY5" fmla="*/ 6018315 h 6886306"/>
              <a:gd name="connsiteX6" fmla="*/ 0 w 6530347"/>
              <a:gd name="connsiteY6" fmla="*/ 3 h 6886306"/>
              <a:gd name="connsiteX7" fmla="*/ 0 w 6530347"/>
              <a:gd name="connsiteY7" fmla="*/ 0 h 688630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6530347" h="6886306">
                <a:moveTo>
                  <a:pt x="0" y="0"/>
                </a:moveTo>
                <a:lnTo>
                  <a:pt x="6530347" y="18472"/>
                </a:lnTo>
                <a:cubicBezTo>
                  <a:pt x="6527269" y="2307750"/>
                  <a:pt x="6524190" y="4597028"/>
                  <a:pt x="6521112" y="6886306"/>
                </a:cubicBezTo>
                <a:lnTo>
                  <a:pt x="1362937" y="6867833"/>
                </a:lnTo>
                <a:lnTo>
                  <a:pt x="1492418" y="6028059"/>
                </a:lnTo>
                <a:lnTo>
                  <a:pt x="1502988" y="6018315"/>
                </a:lnTo>
                <a:lnTo>
                  <a:pt x="0" y="3"/>
                </a:lnTo>
                <a:lnTo>
                  <a:pt x="0" y="0"/>
                </a:lnTo>
                <a:close/>
              </a:path>
            </a:pathLst>
          </a:custGeom>
          <a:noFill/>
        </p:spPr>
        <p:txBody>
          <a:bodyPr wrap="square" anchor="ctr">
            <a:noAutofit/>
          </a:bodyPr>
          <a:lstStyle>
            <a:lvl1pPr marL="0" indent="0" algn="ctr">
              <a:buNone/>
              <a:defRPr b="0" i="0">
                <a:latin typeface="Aptos" panose="020B0004020202020204" pitchFamily="34" charset="0"/>
              </a:defRPr>
            </a:lvl1pPr>
          </a:lstStyle>
          <a:p>
            <a:endParaRPr lang="de-DE"/>
          </a:p>
        </p:txBody>
      </p:sp>
      <p:sp>
        <p:nvSpPr>
          <p:cNvPr id="17" name="Graphic 18">
            <a:extLst>
              <a:ext uri="{FF2B5EF4-FFF2-40B4-BE49-F238E27FC236}">
                <a16:creationId xmlns:a16="http://schemas.microsoft.com/office/drawing/2014/main" id="{2D4F2CC3-7D44-B2CF-216D-9DEBE0760D76}"/>
              </a:ext>
            </a:extLst>
          </p:cNvPr>
          <p:cNvSpPr/>
          <p:nvPr userDrawn="1"/>
        </p:nvSpPr>
        <p:spPr>
          <a:xfrm>
            <a:off x="5687883" y="0"/>
            <a:ext cx="1504584" cy="6863061"/>
          </a:xfrm>
          <a:custGeom>
            <a:avLst/>
            <a:gdLst>
              <a:gd name="connsiteX0" fmla="*/ 1347938 w 1504584"/>
              <a:gd name="connsiteY0" fmla="*/ 6863062 h 6863061"/>
              <a:gd name="connsiteX1" fmla="*/ 1400196 w 1504584"/>
              <a:gd name="connsiteY1" fmla="*/ 6016314 h 6863061"/>
              <a:gd name="connsiteX2" fmla="*/ 0 w 1504584"/>
              <a:gd name="connsiteY2" fmla="*/ 0 h 6863061"/>
              <a:gd name="connsiteX3" fmla="*/ 1504584 w 1504584"/>
              <a:gd name="connsiteY3" fmla="*/ 6025044 h 6863061"/>
              <a:gd name="connsiteX4" fmla="*/ 1347938 w 1504584"/>
              <a:gd name="connsiteY4" fmla="*/ 6863062 h 686306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504584" h="6863061">
                <a:moveTo>
                  <a:pt x="1347938" y="6863062"/>
                </a:moveTo>
                <a:cubicBezTo>
                  <a:pt x="1365400" y="6580770"/>
                  <a:pt x="1382735" y="6298605"/>
                  <a:pt x="1400196" y="6016314"/>
                </a:cubicBezTo>
                <a:cubicBezTo>
                  <a:pt x="933422" y="4010918"/>
                  <a:pt x="466774" y="2005396"/>
                  <a:pt x="0" y="0"/>
                </a:cubicBezTo>
                <a:cubicBezTo>
                  <a:pt x="501570" y="2008306"/>
                  <a:pt x="1003014" y="4016738"/>
                  <a:pt x="1504584" y="6025044"/>
                </a:cubicBezTo>
                <a:cubicBezTo>
                  <a:pt x="1452327" y="6304426"/>
                  <a:pt x="1400196" y="6583680"/>
                  <a:pt x="1347938" y="6863062"/>
                </a:cubicBezTo>
                <a:close/>
              </a:path>
            </a:pathLst>
          </a:custGeom>
          <a:gradFill flip="none" rotWithShape="1">
            <a:gsLst>
              <a:gs pos="100000">
                <a:schemeClr val="accent1">
                  <a:lumMod val="67000"/>
                </a:schemeClr>
              </a:gs>
              <a:gs pos="35000">
                <a:schemeClr val="accent1">
                  <a:lumMod val="97000"/>
                  <a:lumOff val="3000"/>
                </a:schemeClr>
              </a:gs>
              <a:gs pos="0">
                <a:schemeClr val="accent1">
                  <a:lumMod val="60000"/>
                  <a:lumOff val="40000"/>
                </a:schemeClr>
              </a:gs>
            </a:gsLst>
            <a:lin ang="16200000" scaled="1"/>
            <a:tileRect/>
          </a:gradFill>
          <a:ln w="12647" cap="flat">
            <a:noFill/>
            <a:prstDash val="solid"/>
            <a:miter/>
          </a:ln>
        </p:spPr>
        <p:txBody>
          <a:bodyPr rtlCol="0" anchor="ctr"/>
          <a:lstStyle/>
          <a:p>
            <a:endParaRPr lang="en-US" b="0" i="0">
              <a:latin typeface="Aptos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2638408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with Half Image 4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 descr="ph_title">
            <a:extLst>
              <a:ext uri="{FF2B5EF4-FFF2-40B4-BE49-F238E27FC236}">
                <a16:creationId xmlns:a16="http://schemas.microsoft.com/office/drawing/2014/main" id="{F2156418-9B91-0A3B-C2C9-EDC6E679B575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501650" y="1803400"/>
            <a:ext cx="5358823" cy="2170147"/>
          </a:xfrm>
          <a:prstGeom prst="rect">
            <a:avLst/>
          </a:prstGeom>
        </p:spPr>
        <p:txBody>
          <a:bodyPr anchor="ctr">
            <a:normAutofit/>
          </a:bodyPr>
          <a:lstStyle>
            <a:lvl1pPr algn="l">
              <a:defRPr sz="4800" b="0" i="0">
                <a:solidFill>
                  <a:schemeClr val="bg1"/>
                </a:solidFill>
                <a:latin typeface="PP Neue Machina Plain" pitchFamily="2" charset="77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 descr="ph_subtitle">
            <a:extLst>
              <a:ext uri="{FF2B5EF4-FFF2-40B4-BE49-F238E27FC236}">
                <a16:creationId xmlns:a16="http://schemas.microsoft.com/office/drawing/2014/main" id="{16502C2A-CFCA-9D76-87CA-E72B0507C89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01650" y="4065623"/>
            <a:ext cx="5358824" cy="1655762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 algn="l">
              <a:buNone/>
              <a:defRPr sz="2400" b="0" i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586102AD-CBA8-BCC0-08F5-A309A1343F6B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70996" y="264552"/>
            <a:ext cx="2401377" cy="902226"/>
          </a:xfrm>
          <a:prstGeom prst="rect">
            <a:avLst/>
          </a:prstGeom>
        </p:spPr>
      </p:pic>
      <p:sp>
        <p:nvSpPr>
          <p:cNvPr id="9" name="Text Placeholder 4" descr="ph_body">
            <a:extLst>
              <a:ext uri="{FF2B5EF4-FFF2-40B4-BE49-F238E27FC236}">
                <a16:creationId xmlns:a16="http://schemas.microsoft.com/office/drawing/2014/main" id="{333D92DE-0F3F-2D03-DDF8-4C4EB0E49B39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501650" y="5928527"/>
            <a:ext cx="5594350" cy="259548"/>
          </a:xfrm>
          <a:prstGeom prst="rect">
            <a:avLst/>
          </a:prstGeom>
        </p:spPr>
        <p:txBody>
          <a:bodyPr anchor="b">
            <a:normAutofit/>
          </a:bodyPr>
          <a:lstStyle>
            <a:lvl1pPr marL="0" indent="0">
              <a:buNone/>
              <a:defRPr sz="1400" b="0" i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Graphic 18">
            <a:extLst>
              <a:ext uri="{FF2B5EF4-FFF2-40B4-BE49-F238E27FC236}">
                <a16:creationId xmlns:a16="http://schemas.microsoft.com/office/drawing/2014/main" id="{C74E8B8D-A279-23F3-EDF6-D144EECDB124}"/>
              </a:ext>
            </a:extLst>
          </p:cNvPr>
          <p:cNvSpPr/>
          <p:nvPr userDrawn="1"/>
        </p:nvSpPr>
        <p:spPr>
          <a:xfrm>
            <a:off x="5687883" y="0"/>
            <a:ext cx="1504584" cy="6863061"/>
          </a:xfrm>
          <a:custGeom>
            <a:avLst/>
            <a:gdLst>
              <a:gd name="connsiteX0" fmla="*/ 1347938 w 1504584"/>
              <a:gd name="connsiteY0" fmla="*/ 6863062 h 6863061"/>
              <a:gd name="connsiteX1" fmla="*/ 1400196 w 1504584"/>
              <a:gd name="connsiteY1" fmla="*/ 6016314 h 6863061"/>
              <a:gd name="connsiteX2" fmla="*/ 0 w 1504584"/>
              <a:gd name="connsiteY2" fmla="*/ 0 h 6863061"/>
              <a:gd name="connsiteX3" fmla="*/ 1504584 w 1504584"/>
              <a:gd name="connsiteY3" fmla="*/ 6025044 h 6863061"/>
              <a:gd name="connsiteX4" fmla="*/ 1347938 w 1504584"/>
              <a:gd name="connsiteY4" fmla="*/ 6863062 h 686306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504584" h="6863061">
                <a:moveTo>
                  <a:pt x="1347938" y="6863062"/>
                </a:moveTo>
                <a:cubicBezTo>
                  <a:pt x="1365400" y="6580770"/>
                  <a:pt x="1382735" y="6298605"/>
                  <a:pt x="1400196" y="6016314"/>
                </a:cubicBezTo>
                <a:cubicBezTo>
                  <a:pt x="933422" y="4010918"/>
                  <a:pt x="466774" y="2005396"/>
                  <a:pt x="0" y="0"/>
                </a:cubicBezTo>
                <a:cubicBezTo>
                  <a:pt x="501570" y="2008306"/>
                  <a:pt x="1003014" y="4016738"/>
                  <a:pt x="1504584" y="6025044"/>
                </a:cubicBezTo>
                <a:cubicBezTo>
                  <a:pt x="1452327" y="6304426"/>
                  <a:pt x="1400196" y="6583680"/>
                  <a:pt x="1347938" y="6863062"/>
                </a:cubicBezTo>
                <a:close/>
              </a:path>
            </a:pathLst>
          </a:custGeom>
          <a:gradFill>
            <a:gsLst>
              <a:gs pos="0">
                <a:srgbClr val="7161E2"/>
              </a:gs>
              <a:gs pos="0">
                <a:srgbClr val="FFC000"/>
              </a:gs>
              <a:gs pos="100000">
                <a:srgbClr val="E3056C"/>
              </a:gs>
            </a:gsLst>
            <a:lin ang="16200000" scaled="1"/>
          </a:gradFill>
          <a:ln w="12647" cap="flat">
            <a:noFill/>
            <a:prstDash val="solid"/>
            <a:miter/>
          </a:ln>
        </p:spPr>
        <p:txBody>
          <a:bodyPr rtlCol="0" anchor="ctr"/>
          <a:lstStyle/>
          <a:p>
            <a:endParaRPr lang="en-US" b="0" i="0">
              <a:latin typeface="Aptos" panose="020B0004020202020204" pitchFamily="34" charset="0"/>
            </a:endParaRPr>
          </a:p>
        </p:txBody>
      </p:sp>
      <p:sp>
        <p:nvSpPr>
          <p:cNvPr id="6" name="Picture Placeholder 19" descr="ph_image">
            <a:extLst>
              <a:ext uri="{FF2B5EF4-FFF2-40B4-BE49-F238E27FC236}">
                <a16:creationId xmlns:a16="http://schemas.microsoft.com/office/drawing/2014/main" id="{DBA15F6C-07E6-7740-D821-F4877DED83FE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5670888" y="-9832"/>
            <a:ext cx="6530347" cy="6886306"/>
          </a:xfrm>
          <a:custGeom>
            <a:avLst/>
            <a:gdLst>
              <a:gd name="connsiteX0" fmla="*/ 0 w 7684893"/>
              <a:gd name="connsiteY0" fmla="*/ 0 h 6867833"/>
              <a:gd name="connsiteX1" fmla="*/ 7684893 w 7684893"/>
              <a:gd name="connsiteY1" fmla="*/ 0 h 6867833"/>
              <a:gd name="connsiteX2" fmla="*/ 7684893 w 7684893"/>
              <a:gd name="connsiteY2" fmla="*/ 6867833 h 6867833"/>
              <a:gd name="connsiteX3" fmla="*/ 1362937 w 7684893"/>
              <a:gd name="connsiteY3" fmla="*/ 6867833 h 6867833"/>
              <a:gd name="connsiteX4" fmla="*/ 1492418 w 7684893"/>
              <a:gd name="connsiteY4" fmla="*/ 6028059 h 6867833"/>
              <a:gd name="connsiteX5" fmla="*/ 1502988 w 7684893"/>
              <a:gd name="connsiteY5" fmla="*/ 6018315 h 6867833"/>
              <a:gd name="connsiteX6" fmla="*/ 0 w 7684893"/>
              <a:gd name="connsiteY6" fmla="*/ 3 h 6867833"/>
              <a:gd name="connsiteX0" fmla="*/ 0 w 7684893"/>
              <a:gd name="connsiteY0" fmla="*/ 0 h 6867833"/>
              <a:gd name="connsiteX1" fmla="*/ 6788966 w 7684893"/>
              <a:gd name="connsiteY1" fmla="*/ 9236 h 6867833"/>
              <a:gd name="connsiteX2" fmla="*/ 7684893 w 7684893"/>
              <a:gd name="connsiteY2" fmla="*/ 6867833 h 6867833"/>
              <a:gd name="connsiteX3" fmla="*/ 1362937 w 7684893"/>
              <a:gd name="connsiteY3" fmla="*/ 6867833 h 6867833"/>
              <a:gd name="connsiteX4" fmla="*/ 1492418 w 7684893"/>
              <a:gd name="connsiteY4" fmla="*/ 6028059 h 6867833"/>
              <a:gd name="connsiteX5" fmla="*/ 1502988 w 7684893"/>
              <a:gd name="connsiteY5" fmla="*/ 6018315 h 6867833"/>
              <a:gd name="connsiteX6" fmla="*/ 0 w 7684893"/>
              <a:gd name="connsiteY6" fmla="*/ 3 h 6867833"/>
              <a:gd name="connsiteX7" fmla="*/ 0 w 7684893"/>
              <a:gd name="connsiteY7" fmla="*/ 0 h 6867833"/>
              <a:gd name="connsiteX0" fmla="*/ 0 w 6835148"/>
              <a:gd name="connsiteY0" fmla="*/ 0 h 6867833"/>
              <a:gd name="connsiteX1" fmla="*/ 6788966 w 6835148"/>
              <a:gd name="connsiteY1" fmla="*/ 9236 h 6867833"/>
              <a:gd name="connsiteX2" fmla="*/ 6835148 w 6835148"/>
              <a:gd name="connsiteY2" fmla="*/ 6867833 h 6867833"/>
              <a:gd name="connsiteX3" fmla="*/ 1362937 w 6835148"/>
              <a:gd name="connsiteY3" fmla="*/ 6867833 h 6867833"/>
              <a:gd name="connsiteX4" fmla="*/ 1492418 w 6835148"/>
              <a:gd name="connsiteY4" fmla="*/ 6028059 h 6867833"/>
              <a:gd name="connsiteX5" fmla="*/ 1502988 w 6835148"/>
              <a:gd name="connsiteY5" fmla="*/ 6018315 h 6867833"/>
              <a:gd name="connsiteX6" fmla="*/ 0 w 6835148"/>
              <a:gd name="connsiteY6" fmla="*/ 3 h 6867833"/>
              <a:gd name="connsiteX7" fmla="*/ 0 w 6835148"/>
              <a:gd name="connsiteY7" fmla="*/ 0 h 6867833"/>
              <a:gd name="connsiteX0" fmla="*/ 0 w 6835148"/>
              <a:gd name="connsiteY0" fmla="*/ 0 h 6867833"/>
              <a:gd name="connsiteX1" fmla="*/ 5948456 w 6835148"/>
              <a:gd name="connsiteY1" fmla="*/ 267854 h 6867833"/>
              <a:gd name="connsiteX2" fmla="*/ 6835148 w 6835148"/>
              <a:gd name="connsiteY2" fmla="*/ 6867833 h 6867833"/>
              <a:gd name="connsiteX3" fmla="*/ 1362937 w 6835148"/>
              <a:gd name="connsiteY3" fmla="*/ 6867833 h 6867833"/>
              <a:gd name="connsiteX4" fmla="*/ 1492418 w 6835148"/>
              <a:gd name="connsiteY4" fmla="*/ 6028059 h 6867833"/>
              <a:gd name="connsiteX5" fmla="*/ 1502988 w 6835148"/>
              <a:gd name="connsiteY5" fmla="*/ 6018315 h 6867833"/>
              <a:gd name="connsiteX6" fmla="*/ 0 w 6835148"/>
              <a:gd name="connsiteY6" fmla="*/ 3 h 6867833"/>
              <a:gd name="connsiteX7" fmla="*/ 0 w 6835148"/>
              <a:gd name="connsiteY7" fmla="*/ 0 h 6867833"/>
              <a:gd name="connsiteX0" fmla="*/ 0 w 6835148"/>
              <a:gd name="connsiteY0" fmla="*/ 0 h 6867833"/>
              <a:gd name="connsiteX1" fmla="*/ 6530347 w 6835148"/>
              <a:gd name="connsiteY1" fmla="*/ 18472 h 6867833"/>
              <a:gd name="connsiteX2" fmla="*/ 6835148 w 6835148"/>
              <a:gd name="connsiteY2" fmla="*/ 6867833 h 6867833"/>
              <a:gd name="connsiteX3" fmla="*/ 1362937 w 6835148"/>
              <a:gd name="connsiteY3" fmla="*/ 6867833 h 6867833"/>
              <a:gd name="connsiteX4" fmla="*/ 1492418 w 6835148"/>
              <a:gd name="connsiteY4" fmla="*/ 6028059 h 6867833"/>
              <a:gd name="connsiteX5" fmla="*/ 1502988 w 6835148"/>
              <a:gd name="connsiteY5" fmla="*/ 6018315 h 6867833"/>
              <a:gd name="connsiteX6" fmla="*/ 0 w 6835148"/>
              <a:gd name="connsiteY6" fmla="*/ 3 h 6867833"/>
              <a:gd name="connsiteX7" fmla="*/ 0 w 6835148"/>
              <a:gd name="connsiteY7" fmla="*/ 0 h 6867833"/>
              <a:gd name="connsiteX0" fmla="*/ 0 w 6530347"/>
              <a:gd name="connsiteY0" fmla="*/ 0 h 6867833"/>
              <a:gd name="connsiteX1" fmla="*/ 6530347 w 6530347"/>
              <a:gd name="connsiteY1" fmla="*/ 18472 h 6867833"/>
              <a:gd name="connsiteX2" fmla="*/ 6345621 w 6530347"/>
              <a:gd name="connsiteY2" fmla="*/ 6812415 h 6867833"/>
              <a:gd name="connsiteX3" fmla="*/ 1362937 w 6530347"/>
              <a:gd name="connsiteY3" fmla="*/ 6867833 h 6867833"/>
              <a:gd name="connsiteX4" fmla="*/ 1492418 w 6530347"/>
              <a:gd name="connsiteY4" fmla="*/ 6028059 h 6867833"/>
              <a:gd name="connsiteX5" fmla="*/ 1502988 w 6530347"/>
              <a:gd name="connsiteY5" fmla="*/ 6018315 h 6867833"/>
              <a:gd name="connsiteX6" fmla="*/ 0 w 6530347"/>
              <a:gd name="connsiteY6" fmla="*/ 3 h 6867833"/>
              <a:gd name="connsiteX7" fmla="*/ 0 w 6530347"/>
              <a:gd name="connsiteY7" fmla="*/ 0 h 6867833"/>
              <a:gd name="connsiteX0" fmla="*/ 0 w 6530347"/>
              <a:gd name="connsiteY0" fmla="*/ 0 h 6886306"/>
              <a:gd name="connsiteX1" fmla="*/ 6530347 w 6530347"/>
              <a:gd name="connsiteY1" fmla="*/ 18472 h 6886306"/>
              <a:gd name="connsiteX2" fmla="*/ 6521112 w 6530347"/>
              <a:gd name="connsiteY2" fmla="*/ 6886306 h 6886306"/>
              <a:gd name="connsiteX3" fmla="*/ 1362937 w 6530347"/>
              <a:gd name="connsiteY3" fmla="*/ 6867833 h 6886306"/>
              <a:gd name="connsiteX4" fmla="*/ 1492418 w 6530347"/>
              <a:gd name="connsiteY4" fmla="*/ 6028059 h 6886306"/>
              <a:gd name="connsiteX5" fmla="*/ 1502988 w 6530347"/>
              <a:gd name="connsiteY5" fmla="*/ 6018315 h 6886306"/>
              <a:gd name="connsiteX6" fmla="*/ 0 w 6530347"/>
              <a:gd name="connsiteY6" fmla="*/ 3 h 6886306"/>
              <a:gd name="connsiteX7" fmla="*/ 0 w 6530347"/>
              <a:gd name="connsiteY7" fmla="*/ 0 h 688630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6530347" h="6886306">
                <a:moveTo>
                  <a:pt x="0" y="0"/>
                </a:moveTo>
                <a:lnTo>
                  <a:pt x="6530347" y="18472"/>
                </a:lnTo>
                <a:cubicBezTo>
                  <a:pt x="6527269" y="2307750"/>
                  <a:pt x="6524190" y="4597028"/>
                  <a:pt x="6521112" y="6886306"/>
                </a:cubicBezTo>
                <a:lnTo>
                  <a:pt x="1362937" y="6867833"/>
                </a:lnTo>
                <a:lnTo>
                  <a:pt x="1492418" y="6028059"/>
                </a:lnTo>
                <a:lnTo>
                  <a:pt x="1502988" y="6018315"/>
                </a:lnTo>
                <a:lnTo>
                  <a:pt x="0" y="3"/>
                </a:lnTo>
                <a:lnTo>
                  <a:pt x="0" y="0"/>
                </a:lnTo>
                <a:close/>
              </a:path>
            </a:pathLst>
          </a:custGeom>
          <a:noFill/>
        </p:spPr>
        <p:txBody>
          <a:bodyPr wrap="square" anchor="ctr">
            <a:noAutofit/>
          </a:bodyPr>
          <a:lstStyle>
            <a:lvl1pPr marL="0" indent="0" algn="ctr">
              <a:buNone/>
              <a:defRPr b="0" i="0">
                <a:latin typeface="Aptos" panose="020B0004020202020204" pitchFamily="34" charset="0"/>
              </a:defRPr>
            </a:lvl1pPr>
          </a:lstStyle>
          <a:p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94342150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 - L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Placeholder 1" descr="ph_title">
            <a:extLst>
              <a:ext uri="{FF2B5EF4-FFF2-40B4-BE49-F238E27FC236}">
                <a16:creationId xmlns:a16="http://schemas.microsoft.com/office/drawing/2014/main" id="{13AE9919-8BE1-9B8D-8546-E7527B31B53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5937" y="298693"/>
            <a:ext cx="10401444" cy="1001190"/>
          </a:xfrm>
          <a:prstGeom prst="rect">
            <a:avLst/>
          </a:prstGeom>
        </p:spPr>
        <p:txBody>
          <a:bodyPr vert="horz" lIns="0" tIns="0" rIns="0" bIns="0" rtlCol="0" anchor="t">
            <a:normAutofit/>
          </a:bodyPr>
          <a:lstStyle>
            <a:lvl1pPr>
              <a:defRPr b="0" i="0">
                <a:latin typeface="PP Neue Machina Plain" pitchFamily="2" charset="77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1" name="Text Placeholder 2" descr="ph_body">
            <a:extLst>
              <a:ext uri="{FF2B5EF4-FFF2-40B4-BE49-F238E27FC236}">
                <a16:creationId xmlns:a16="http://schemas.microsoft.com/office/drawing/2014/main" id="{F4448EE4-2573-E7C2-4A68-4368352B1F2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5937" y="1488141"/>
            <a:ext cx="5368669" cy="5071166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>
            <a:lvl1pPr marL="285750" indent="-285750">
              <a:buFont typeface="Arial" panose="020B0604020202020204" pitchFamily="34" charset="0"/>
              <a:buChar char="•"/>
              <a:defRPr b="0" i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 marL="742950" indent="-285750">
              <a:buFont typeface="Arial" panose="020B0604020202020204" pitchFamily="34" charset="0"/>
              <a:buChar char="•"/>
              <a:defRPr b="0" i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2pPr>
            <a:lvl3pPr marL="1200150" indent="-285750">
              <a:buFont typeface="Arial" panose="020B0604020202020204" pitchFamily="34" charset="0"/>
              <a:buChar char="•"/>
              <a:defRPr b="0" i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3pPr>
            <a:lvl4pPr marL="1371600" indent="0">
              <a:buNone/>
              <a:defRPr>
                <a:solidFill>
                  <a:schemeClr val="tx1"/>
                </a:solidFill>
              </a:defRPr>
            </a:lvl4pPr>
            <a:lvl5pPr marL="1828800" indent="0">
              <a:buNone/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3" name="Graphic 24">
            <a:extLst>
              <a:ext uri="{FF2B5EF4-FFF2-40B4-BE49-F238E27FC236}">
                <a16:creationId xmlns:a16="http://schemas.microsoft.com/office/drawing/2014/main" id="{E392B72E-8D58-C335-D150-E580FFE46F0B}"/>
              </a:ext>
            </a:extLst>
          </p:cNvPr>
          <p:cNvSpPr/>
          <p:nvPr userDrawn="1"/>
        </p:nvSpPr>
        <p:spPr>
          <a:xfrm>
            <a:off x="0" y="0"/>
            <a:ext cx="121768" cy="1959429"/>
          </a:xfrm>
          <a:custGeom>
            <a:avLst/>
            <a:gdLst>
              <a:gd name="connsiteX0" fmla="*/ 0 w 190722"/>
              <a:gd name="connsiteY0" fmla="*/ 0 h 3068991"/>
              <a:gd name="connsiteX1" fmla="*/ 0 w 190722"/>
              <a:gd name="connsiteY1" fmla="*/ 3068992 h 3068991"/>
              <a:gd name="connsiteX2" fmla="*/ 190722 w 190722"/>
              <a:gd name="connsiteY2" fmla="*/ 2669273 h 3068991"/>
              <a:gd name="connsiteX3" fmla="*/ 0 w 190722"/>
              <a:gd name="connsiteY3" fmla="*/ 0 h 306899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90722" h="3068991">
                <a:moveTo>
                  <a:pt x="0" y="0"/>
                </a:moveTo>
                <a:lnTo>
                  <a:pt x="0" y="3068992"/>
                </a:lnTo>
                <a:cubicBezTo>
                  <a:pt x="63644" y="2935822"/>
                  <a:pt x="127078" y="2802442"/>
                  <a:pt x="190722" y="2669273"/>
                </a:cubicBezTo>
                <a:cubicBezTo>
                  <a:pt x="127078" y="1779515"/>
                  <a:pt x="63644" y="889758"/>
                  <a:pt x="0" y="0"/>
                </a:cubicBezTo>
                <a:close/>
              </a:path>
            </a:pathLst>
          </a:custGeom>
          <a:gradFill>
            <a:gsLst>
              <a:gs pos="100000">
                <a:srgbClr val="7161E2"/>
              </a:gs>
              <a:gs pos="100000">
                <a:srgbClr val="7161E2"/>
              </a:gs>
              <a:gs pos="0">
                <a:srgbClr val="E3056C"/>
              </a:gs>
            </a:gsLst>
            <a:lin ang="16200000" scaled="1"/>
          </a:gradFill>
          <a:ln w="20108" cap="flat">
            <a:noFill/>
            <a:prstDash val="solid"/>
            <a:miter/>
          </a:ln>
        </p:spPr>
        <p:txBody>
          <a:bodyPr rtlCol="0" anchor="ctr"/>
          <a:lstStyle/>
          <a:p>
            <a:endParaRPr lang="en-US" b="0" i="0">
              <a:latin typeface="Aptos" panose="020B0004020202020204" pitchFamily="34" charset="0"/>
            </a:endParaRPr>
          </a:p>
        </p:txBody>
      </p:sp>
      <p:sp>
        <p:nvSpPr>
          <p:cNvPr id="4" name="Graphic 26">
            <a:extLst>
              <a:ext uri="{FF2B5EF4-FFF2-40B4-BE49-F238E27FC236}">
                <a16:creationId xmlns:a16="http://schemas.microsoft.com/office/drawing/2014/main" id="{C42BFD39-B3DF-6DA7-8890-ABEA1009988D}"/>
              </a:ext>
            </a:extLst>
          </p:cNvPr>
          <p:cNvSpPr/>
          <p:nvPr userDrawn="1"/>
        </p:nvSpPr>
        <p:spPr>
          <a:xfrm>
            <a:off x="12070232" y="5008131"/>
            <a:ext cx="121768" cy="1959429"/>
          </a:xfrm>
          <a:custGeom>
            <a:avLst/>
            <a:gdLst>
              <a:gd name="connsiteX0" fmla="*/ 190722 w 190722"/>
              <a:gd name="connsiteY0" fmla="*/ 3068992 h 3068991"/>
              <a:gd name="connsiteX1" fmla="*/ 190722 w 190722"/>
              <a:gd name="connsiteY1" fmla="*/ 0 h 3068991"/>
              <a:gd name="connsiteX2" fmla="*/ 0 w 190722"/>
              <a:gd name="connsiteY2" fmla="*/ 399719 h 3068991"/>
              <a:gd name="connsiteX3" fmla="*/ 190722 w 190722"/>
              <a:gd name="connsiteY3" fmla="*/ 3068992 h 306899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90722" h="3068991">
                <a:moveTo>
                  <a:pt x="190722" y="3068992"/>
                </a:moveTo>
                <a:lnTo>
                  <a:pt x="190722" y="0"/>
                </a:lnTo>
                <a:cubicBezTo>
                  <a:pt x="127078" y="133170"/>
                  <a:pt x="63644" y="266549"/>
                  <a:pt x="0" y="399719"/>
                </a:cubicBezTo>
                <a:cubicBezTo>
                  <a:pt x="63644" y="1289476"/>
                  <a:pt x="127078" y="2179234"/>
                  <a:pt x="190722" y="3068992"/>
                </a:cubicBezTo>
                <a:close/>
              </a:path>
            </a:pathLst>
          </a:custGeom>
          <a:gradFill>
            <a:gsLst>
              <a:gs pos="0">
                <a:srgbClr val="7161E2"/>
              </a:gs>
              <a:gs pos="0">
                <a:srgbClr val="7161E2"/>
              </a:gs>
              <a:gs pos="100000">
                <a:srgbClr val="E3056C"/>
              </a:gs>
            </a:gsLst>
            <a:lin ang="16200000" scaled="1"/>
          </a:gradFill>
          <a:ln w="20108" cap="flat">
            <a:noFill/>
            <a:prstDash val="solid"/>
            <a:miter/>
          </a:ln>
        </p:spPr>
        <p:txBody>
          <a:bodyPr rtlCol="0" anchor="ctr"/>
          <a:lstStyle/>
          <a:p>
            <a:endParaRPr lang="en-US" b="0" i="0">
              <a:latin typeface="Aptos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2549082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 - Dark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Placeholder 1" descr="ph_title">
            <a:extLst>
              <a:ext uri="{FF2B5EF4-FFF2-40B4-BE49-F238E27FC236}">
                <a16:creationId xmlns:a16="http://schemas.microsoft.com/office/drawing/2014/main" id="{13AE9919-8BE1-9B8D-8546-E7527B31B53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5937" y="395775"/>
            <a:ext cx="11160122" cy="922038"/>
          </a:xfrm>
          <a:prstGeom prst="rect">
            <a:avLst/>
          </a:prstGeom>
        </p:spPr>
        <p:txBody>
          <a:bodyPr vert="horz" lIns="0" tIns="0" rIns="0" bIns="0" rtlCol="0" anchor="t">
            <a:normAutofit/>
          </a:bodyPr>
          <a:lstStyle>
            <a:lvl1pPr>
              <a:defRPr b="0" i="0">
                <a:solidFill>
                  <a:schemeClr val="tx1"/>
                </a:solidFill>
                <a:latin typeface="PP Neue Machina Plain" pitchFamily="2" charset="77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2" name="Text Placeholder 2" descr="ph_body">
            <a:extLst>
              <a:ext uri="{FF2B5EF4-FFF2-40B4-BE49-F238E27FC236}">
                <a16:creationId xmlns:a16="http://schemas.microsoft.com/office/drawing/2014/main" id="{A0EED260-7019-6FC1-01E9-9EE54D59D46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5937" y="1506071"/>
            <a:ext cx="5368669" cy="4876800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>
            <a:lvl1pPr marL="285750" indent="-285750">
              <a:buFont typeface="Arial" panose="020B0604020202020204" pitchFamily="34" charset="0"/>
              <a:buChar char="•"/>
              <a:defRPr b="0" i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 marL="742950" indent="-285750">
              <a:buFont typeface="Arial" panose="020B0604020202020204" pitchFamily="34" charset="0"/>
              <a:buChar char="•"/>
              <a:defRPr b="0" i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2pPr>
            <a:lvl3pPr marL="1200150" indent="-285750">
              <a:buFont typeface="Arial" panose="020B0604020202020204" pitchFamily="34" charset="0"/>
              <a:buChar char="•"/>
              <a:defRPr b="0" i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3pPr>
            <a:lvl4pPr marL="1371600" indent="0">
              <a:buNone/>
              <a:defRPr>
                <a:solidFill>
                  <a:schemeClr val="bg1"/>
                </a:solidFill>
              </a:defRPr>
            </a:lvl4pPr>
            <a:lvl5pPr marL="1828800" indent="0"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3" name="Graphic 24">
            <a:extLst>
              <a:ext uri="{FF2B5EF4-FFF2-40B4-BE49-F238E27FC236}">
                <a16:creationId xmlns:a16="http://schemas.microsoft.com/office/drawing/2014/main" id="{A16E386D-4835-4F4A-26AF-C5859D9EAA28}"/>
              </a:ext>
            </a:extLst>
          </p:cNvPr>
          <p:cNvSpPr/>
          <p:nvPr userDrawn="1"/>
        </p:nvSpPr>
        <p:spPr>
          <a:xfrm>
            <a:off x="0" y="0"/>
            <a:ext cx="121768" cy="1959429"/>
          </a:xfrm>
          <a:custGeom>
            <a:avLst/>
            <a:gdLst>
              <a:gd name="connsiteX0" fmla="*/ 0 w 190722"/>
              <a:gd name="connsiteY0" fmla="*/ 0 h 3068991"/>
              <a:gd name="connsiteX1" fmla="*/ 0 w 190722"/>
              <a:gd name="connsiteY1" fmla="*/ 3068992 h 3068991"/>
              <a:gd name="connsiteX2" fmla="*/ 190722 w 190722"/>
              <a:gd name="connsiteY2" fmla="*/ 2669273 h 3068991"/>
              <a:gd name="connsiteX3" fmla="*/ 0 w 190722"/>
              <a:gd name="connsiteY3" fmla="*/ 0 h 306899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90722" h="3068991">
                <a:moveTo>
                  <a:pt x="0" y="0"/>
                </a:moveTo>
                <a:lnTo>
                  <a:pt x="0" y="3068992"/>
                </a:lnTo>
                <a:cubicBezTo>
                  <a:pt x="63644" y="2935822"/>
                  <a:pt x="127078" y="2802442"/>
                  <a:pt x="190722" y="2669273"/>
                </a:cubicBezTo>
                <a:cubicBezTo>
                  <a:pt x="127078" y="1779515"/>
                  <a:pt x="63644" y="889758"/>
                  <a:pt x="0" y="0"/>
                </a:cubicBezTo>
                <a:close/>
              </a:path>
            </a:pathLst>
          </a:custGeom>
          <a:gradFill flip="none" rotWithShape="1">
            <a:gsLst>
              <a:gs pos="0">
                <a:schemeClr val="accent1">
                  <a:lumMod val="67000"/>
                </a:schemeClr>
              </a:gs>
              <a:gs pos="48000">
                <a:schemeClr val="accent1">
                  <a:lumMod val="97000"/>
                  <a:lumOff val="3000"/>
                </a:schemeClr>
              </a:gs>
              <a:gs pos="100000">
                <a:schemeClr val="accent1">
                  <a:lumMod val="60000"/>
                  <a:lumOff val="40000"/>
                </a:schemeClr>
              </a:gs>
            </a:gsLst>
            <a:lin ang="5400000" scaled="1"/>
            <a:tileRect/>
          </a:gradFill>
          <a:ln w="20108" cap="flat">
            <a:noFill/>
            <a:prstDash val="solid"/>
            <a:miter/>
          </a:ln>
        </p:spPr>
        <p:txBody>
          <a:bodyPr rtlCol="0" anchor="ctr"/>
          <a:lstStyle/>
          <a:p>
            <a:endParaRPr lang="en-US" b="0" i="0">
              <a:latin typeface="Aptos" panose="020B0004020202020204" pitchFamily="34" charset="0"/>
            </a:endParaRPr>
          </a:p>
        </p:txBody>
      </p:sp>
      <p:sp>
        <p:nvSpPr>
          <p:cNvPr id="4" name="Graphic 26">
            <a:extLst>
              <a:ext uri="{FF2B5EF4-FFF2-40B4-BE49-F238E27FC236}">
                <a16:creationId xmlns:a16="http://schemas.microsoft.com/office/drawing/2014/main" id="{AA3953B6-756F-1907-7E27-B7318A10D91B}"/>
              </a:ext>
            </a:extLst>
          </p:cNvPr>
          <p:cNvSpPr/>
          <p:nvPr userDrawn="1"/>
        </p:nvSpPr>
        <p:spPr>
          <a:xfrm>
            <a:off x="12070232" y="5008131"/>
            <a:ext cx="121768" cy="1959429"/>
          </a:xfrm>
          <a:custGeom>
            <a:avLst/>
            <a:gdLst>
              <a:gd name="connsiteX0" fmla="*/ 190722 w 190722"/>
              <a:gd name="connsiteY0" fmla="*/ 3068992 h 3068991"/>
              <a:gd name="connsiteX1" fmla="*/ 190722 w 190722"/>
              <a:gd name="connsiteY1" fmla="*/ 0 h 3068991"/>
              <a:gd name="connsiteX2" fmla="*/ 0 w 190722"/>
              <a:gd name="connsiteY2" fmla="*/ 399719 h 3068991"/>
              <a:gd name="connsiteX3" fmla="*/ 190722 w 190722"/>
              <a:gd name="connsiteY3" fmla="*/ 3068992 h 306899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90722" h="3068991">
                <a:moveTo>
                  <a:pt x="190722" y="3068992"/>
                </a:moveTo>
                <a:lnTo>
                  <a:pt x="190722" y="0"/>
                </a:lnTo>
                <a:cubicBezTo>
                  <a:pt x="127078" y="133170"/>
                  <a:pt x="63644" y="266549"/>
                  <a:pt x="0" y="399719"/>
                </a:cubicBezTo>
                <a:cubicBezTo>
                  <a:pt x="63644" y="1289476"/>
                  <a:pt x="127078" y="2179234"/>
                  <a:pt x="190722" y="3068992"/>
                </a:cubicBezTo>
                <a:close/>
              </a:path>
            </a:pathLst>
          </a:custGeom>
          <a:gradFill flip="none" rotWithShape="1">
            <a:gsLst>
              <a:gs pos="0">
                <a:schemeClr val="accent1">
                  <a:lumMod val="67000"/>
                </a:schemeClr>
              </a:gs>
              <a:gs pos="48000">
                <a:schemeClr val="accent1">
                  <a:lumMod val="97000"/>
                  <a:lumOff val="3000"/>
                </a:schemeClr>
              </a:gs>
              <a:gs pos="100000">
                <a:schemeClr val="accent1">
                  <a:lumMod val="60000"/>
                  <a:lumOff val="40000"/>
                </a:schemeClr>
              </a:gs>
            </a:gsLst>
            <a:lin ang="16200000" scaled="1"/>
            <a:tileRect/>
          </a:gradFill>
          <a:ln w="20108" cap="flat">
            <a:noFill/>
            <a:prstDash val="solid"/>
            <a:miter/>
          </a:ln>
        </p:spPr>
        <p:txBody>
          <a:bodyPr rtlCol="0" anchor="ctr"/>
          <a:lstStyle/>
          <a:p>
            <a:endParaRPr lang="en-US" b="0" i="0">
              <a:latin typeface="Aptos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12488778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eader Only - L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 descr="ph_title">
            <a:extLst>
              <a:ext uri="{FF2B5EF4-FFF2-40B4-BE49-F238E27FC236}">
                <a16:creationId xmlns:a16="http://schemas.microsoft.com/office/drawing/2014/main" id="{1E6D5C5E-A17F-962C-C2C4-ED4C1F59033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5938" y="298692"/>
            <a:ext cx="11160122" cy="938437"/>
          </a:xfrm>
          <a:prstGeom prst="rect">
            <a:avLst/>
          </a:prstGeom>
        </p:spPr>
        <p:txBody>
          <a:bodyPr/>
          <a:lstStyle>
            <a:lvl1pPr>
              <a:defRPr b="0" i="0">
                <a:latin typeface="PP Neue Machina Plain" pitchFamily="2" charset="77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Graphic 24">
            <a:extLst>
              <a:ext uri="{FF2B5EF4-FFF2-40B4-BE49-F238E27FC236}">
                <a16:creationId xmlns:a16="http://schemas.microsoft.com/office/drawing/2014/main" id="{88EEA6FB-AB82-F055-EA96-3F095BDB087B}"/>
              </a:ext>
            </a:extLst>
          </p:cNvPr>
          <p:cNvSpPr/>
          <p:nvPr userDrawn="1"/>
        </p:nvSpPr>
        <p:spPr>
          <a:xfrm>
            <a:off x="0" y="0"/>
            <a:ext cx="121768" cy="1959429"/>
          </a:xfrm>
          <a:custGeom>
            <a:avLst/>
            <a:gdLst>
              <a:gd name="connsiteX0" fmla="*/ 0 w 190722"/>
              <a:gd name="connsiteY0" fmla="*/ 0 h 3068991"/>
              <a:gd name="connsiteX1" fmla="*/ 0 w 190722"/>
              <a:gd name="connsiteY1" fmla="*/ 3068992 h 3068991"/>
              <a:gd name="connsiteX2" fmla="*/ 190722 w 190722"/>
              <a:gd name="connsiteY2" fmla="*/ 2669273 h 3068991"/>
              <a:gd name="connsiteX3" fmla="*/ 0 w 190722"/>
              <a:gd name="connsiteY3" fmla="*/ 0 h 306899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90722" h="3068991">
                <a:moveTo>
                  <a:pt x="0" y="0"/>
                </a:moveTo>
                <a:lnTo>
                  <a:pt x="0" y="3068992"/>
                </a:lnTo>
                <a:cubicBezTo>
                  <a:pt x="63644" y="2935822"/>
                  <a:pt x="127078" y="2802442"/>
                  <a:pt x="190722" y="2669273"/>
                </a:cubicBezTo>
                <a:cubicBezTo>
                  <a:pt x="127078" y="1779515"/>
                  <a:pt x="63644" y="889758"/>
                  <a:pt x="0" y="0"/>
                </a:cubicBezTo>
                <a:close/>
              </a:path>
            </a:pathLst>
          </a:custGeom>
          <a:gradFill>
            <a:gsLst>
              <a:gs pos="0">
                <a:schemeClr val="accent1">
                  <a:lumMod val="67000"/>
                </a:schemeClr>
              </a:gs>
              <a:gs pos="0">
                <a:srgbClr val="E3056C"/>
              </a:gs>
              <a:gs pos="100000">
                <a:srgbClr val="7161E2"/>
              </a:gs>
            </a:gsLst>
            <a:lin ang="5400000" scaled="1"/>
          </a:gradFill>
          <a:ln w="20108" cap="flat">
            <a:noFill/>
            <a:prstDash val="solid"/>
            <a:miter/>
          </a:ln>
        </p:spPr>
        <p:txBody>
          <a:bodyPr rtlCol="0" anchor="ctr"/>
          <a:lstStyle/>
          <a:p>
            <a:endParaRPr lang="en-US" b="0" i="0">
              <a:latin typeface="Aptos" panose="020B0004020202020204" pitchFamily="34" charset="0"/>
            </a:endParaRPr>
          </a:p>
        </p:txBody>
      </p:sp>
      <p:sp>
        <p:nvSpPr>
          <p:cNvPr id="5" name="Graphic 26">
            <a:extLst>
              <a:ext uri="{FF2B5EF4-FFF2-40B4-BE49-F238E27FC236}">
                <a16:creationId xmlns:a16="http://schemas.microsoft.com/office/drawing/2014/main" id="{9208EC45-4713-1306-B132-E393E9CD6EC1}"/>
              </a:ext>
            </a:extLst>
          </p:cNvPr>
          <p:cNvSpPr/>
          <p:nvPr userDrawn="1"/>
        </p:nvSpPr>
        <p:spPr>
          <a:xfrm>
            <a:off x="12070232" y="5008131"/>
            <a:ext cx="121768" cy="1959429"/>
          </a:xfrm>
          <a:custGeom>
            <a:avLst/>
            <a:gdLst>
              <a:gd name="connsiteX0" fmla="*/ 190722 w 190722"/>
              <a:gd name="connsiteY0" fmla="*/ 3068992 h 3068991"/>
              <a:gd name="connsiteX1" fmla="*/ 190722 w 190722"/>
              <a:gd name="connsiteY1" fmla="*/ 0 h 3068991"/>
              <a:gd name="connsiteX2" fmla="*/ 0 w 190722"/>
              <a:gd name="connsiteY2" fmla="*/ 399719 h 3068991"/>
              <a:gd name="connsiteX3" fmla="*/ 190722 w 190722"/>
              <a:gd name="connsiteY3" fmla="*/ 3068992 h 306899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90722" h="3068991">
                <a:moveTo>
                  <a:pt x="190722" y="3068992"/>
                </a:moveTo>
                <a:lnTo>
                  <a:pt x="190722" y="0"/>
                </a:lnTo>
                <a:cubicBezTo>
                  <a:pt x="127078" y="133170"/>
                  <a:pt x="63644" y="266549"/>
                  <a:pt x="0" y="399719"/>
                </a:cubicBezTo>
                <a:cubicBezTo>
                  <a:pt x="63644" y="1289476"/>
                  <a:pt x="127078" y="2179234"/>
                  <a:pt x="190722" y="3068992"/>
                </a:cubicBezTo>
                <a:close/>
              </a:path>
            </a:pathLst>
          </a:custGeom>
          <a:gradFill flip="none" rotWithShape="1">
            <a:gsLst>
              <a:gs pos="0">
                <a:schemeClr val="accent1">
                  <a:lumMod val="67000"/>
                </a:schemeClr>
              </a:gs>
              <a:gs pos="0">
                <a:srgbClr val="E3056C"/>
              </a:gs>
              <a:gs pos="100000">
                <a:srgbClr val="7161E2"/>
              </a:gs>
            </a:gsLst>
            <a:lin ang="16200000" scaled="1"/>
            <a:tileRect/>
          </a:gradFill>
          <a:ln w="20108" cap="flat">
            <a:noFill/>
            <a:prstDash val="solid"/>
            <a:miter/>
          </a:ln>
        </p:spPr>
        <p:txBody>
          <a:bodyPr rtlCol="0" anchor="ctr"/>
          <a:lstStyle/>
          <a:p>
            <a:endParaRPr lang="en-US" b="0" i="0">
              <a:latin typeface="Aptos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9124503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eader Only - Dark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 descr="ph_title">
            <a:extLst>
              <a:ext uri="{FF2B5EF4-FFF2-40B4-BE49-F238E27FC236}">
                <a16:creationId xmlns:a16="http://schemas.microsoft.com/office/drawing/2014/main" id="{1E6D5C5E-A17F-962C-C2C4-ED4C1F59033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5938" y="298692"/>
            <a:ext cx="11160122" cy="938437"/>
          </a:xfrm>
          <a:prstGeom prst="rect">
            <a:avLst/>
          </a:prstGeom>
        </p:spPr>
        <p:txBody>
          <a:bodyPr/>
          <a:lstStyle>
            <a:lvl1pPr>
              <a:defRPr b="0" i="0">
                <a:latin typeface="PP Neue Machina Plain" pitchFamily="2" charset="77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Graphic 24">
            <a:extLst>
              <a:ext uri="{FF2B5EF4-FFF2-40B4-BE49-F238E27FC236}">
                <a16:creationId xmlns:a16="http://schemas.microsoft.com/office/drawing/2014/main" id="{0B3F400E-4375-700E-8DA3-EA3F9D6E5FE6}"/>
              </a:ext>
            </a:extLst>
          </p:cNvPr>
          <p:cNvSpPr/>
          <p:nvPr userDrawn="1"/>
        </p:nvSpPr>
        <p:spPr>
          <a:xfrm>
            <a:off x="0" y="0"/>
            <a:ext cx="121768" cy="1959429"/>
          </a:xfrm>
          <a:custGeom>
            <a:avLst/>
            <a:gdLst>
              <a:gd name="connsiteX0" fmla="*/ 0 w 190722"/>
              <a:gd name="connsiteY0" fmla="*/ 0 h 3068991"/>
              <a:gd name="connsiteX1" fmla="*/ 0 w 190722"/>
              <a:gd name="connsiteY1" fmla="*/ 3068992 h 3068991"/>
              <a:gd name="connsiteX2" fmla="*/ 190722 w 190722"/>
              <a:gd name="connsiteY2" fmla="*/ 2669273 h 3068991"/>
              <a:gd name="connsiteX3" fmla="*/ 0 w 190722"/>
              <a:gd name="connsiteY3" fmla="*/ 0 h 306899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90722" h="3068991">
                <a:moveTo>
                  <a:pt x="0" y="0"/>
                </a:moveTo>
                <a:lnTo>
                  <a:pt x="0" y="3068992"/>
                </a:lnTo>
                <a:cubicBezTo>
                  <a:pt x="63644" y="2935822"/>
                  <a:pt x="127078" y="2802442"/>
                  <a:pt x="190722" y="2669273"/>
                </a:cubicBezTo>
                <a:cubicBezTo>
                  <a:pt x="127078" y="1779515"/>
                  <a:pt x="63644" y="889758"/>
                  <a:pt x="0" y="0"/>
                </a:cubicBezTo>
                <a:close/>
              </a:path>
            </a:pathLst>
          </a:custGeom>
          <a:gradFill flip="none" rotWithShape="1">
            <a:gsLst>
              <a:gs pos="0">
                <a:schemeClr val="accent1">
                  <a:lumMod val="67000"/>
                </a:schemeClr>
              </a:gs>
              <a:gs pos="48000">
                <a:schemeClr val="accent1">
                  <a:lumMod val="97000"/>
                  <a:lumOff val="3000"/>
                </a:schemeClr>
              </a:gs>
              <a:gs pos="100000">
                <a:schemeClr val="accent1">
                  <a:lumMod val="60000"/>
                  <a:lumOff val="40000"/>
                </a:schemeClr>
              </a:gs>
            </a:gsLst>
            <a:lin ang="5400000" scaled="1"/>
            <a:tileRect/>
          </a:gradFill>
          <a:ln w="20108" cap="flat">
            <a:noFill/>
            <a:prstDash val="solid"/>
            <a:miter/>
          </a:ln>
        </p:spPr>
        <p:txBody>
          <a:bodyPr rtlCol="0" anchor="ctr"/>
          <a:lstStyle/>
          <a:p>
            <a:endParaRPr lang="en-US" b="0" i="0">
              <a:latin typeface="Aptos" panose="020B0004020202020204" pitchFamily="34" charset="0"/>
            </a:endParaRPr>
          </a:p>
        </p:txBody>
      </p:sp>
      <p:sp>
        <p:nvSpPr>
          <p:cNvPr id="5" name="Graphic 26">
            <a:extLst>
              <a:ext uri="{FF2B5EF4-FFF2-40B4-BE49-F238E27FC236}">
                <a16:creationId xmlns:a16="http://schemas.microsoft.com/office/drawing/2014/main" id="{DCE876C8-FDB2-EEE5-7909-93C66A499FC5}"/>
              </a:ext>
            </a:extLst>
          </p:cNvPr>
          <p:cNvSpPr/>
          <p:nvPr userDrawn="1"/>
        </p:nvSpPr>
        <p:spPr>
          <a:xfrm>
            <a:off x="12070232" y="5008131"/>
            <a:ext cx="121768" cy="1959429"/>
          </a:xfrm>
          <a:custGeom>
            <a:avLst/>
            <a:gdLst>
              <a:gd name="connsiteX0" fmla="*/ 190722 w 190722"/>
              <a:gd name="connsiteY0" fmla="*/ 3068992 h 3068991"/>
              <a:gd name="connsiteX1" fmla="*/ 190722 w 190722"/>
              <a:gd name="connsiteY1" fmla="*/ 0 h 3068991"/>
              <a:gd name="connsiteX2" fmla="*/ 0 w 190722"/>
              <a:gd name="connsiteY2" fmla="*/ 399719 h 3068991"/>
              <a:gd name="connsiteX3" fmla="*/ 190722 w 190722"/>
              <a:gd name="connsiteY3" fmla="*/ 3068992 h 306899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90722" h="3068991">
                <a:moveTo>
                  <a:pt x="190722" y="3068992"/>
                </a:moveTo>
                <a:lnTo>
                  <a:pt x="190722" y="0"/>
                </a:lnTo>
                <a:cubicBezTo>
                  <a:pt x="127078" y="133170"/>
                  <a:pt x="63644" y="266549"/>
                  <a:pt x="0" y="399719"/>
                </a:cubicBezTo>
                <a:cubicBezTo>
                  <a:pt x="63644" y="1289476"/>
                  <a:pt x="127078" y="2179234"/>
                  <a:pt x="190722" y="3068992"/>
                </a:cubicBezTo>
                <a:close/>
              </a:path>
            </a:pathLst>
          </a:custGeom>
          <a:gradFill flip="none" rotWithShape="1">
            <a:gsLst>
              <a:gs pos="0">
                <a:schemeClr val="accent1">
                  <a:lumMod val="67000"/>
                </a:schemeClr>
              </a:gs>
              <a:gs pos="48000">
                <a:schemeClr val="accent1">
                  <a:lumMod val="97000"/>
                  <a:lumOff val="3000"/>
                </a:schemeClr>
              </a:gs>
              <a:gs pos="100000">
                <a:schemeClr val="accent1">
                  <a:lumMod val="60000"/>
                  <a:lumOff val="40000"/>
                </a:schemeClr>
              </a:gs>
            </a:gsLst>
            <a:lin ang="16200000" scaled="1"/>
            <a:tileRect/>
          </a:gradFill>
          <a:ln w="20108" cap="flat">
            <a:noFill/>
            <a:prstDash val="solid"/>
            <a:miter/>
          </a:ln>
        </p:spPr>
        <p:txBody>
          <a:bodyPr rtlCol="0" anchor="ctr"/>
          <a:lstStyle/>
          <a:p>
            <a:endParaRPr lang="en-US" b="0" i="0">
              <a:latin typeface="Aptos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12518999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ntent - L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Placeholder 1" descr="ph_title">
            <a:extLst>
              <a:ext uri="{FF2B5EF4-FFF2-40B4-BE49-F238E27FC236}">
                <a16:creationId xmlns:a16="http://schemas.microsoft.com/office/drawing/2014/main" id="{13AE9919-8BE1-9B8D-8546-E7527B31B53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55625" y="225659"/>
            <a:ext cx="11120438" cy="923456"/>
          </a:xfrm>
          <a:prstGeom prst="rect">
            <a:avLst/>
          </a:prstGeom>
        </p:spPr>
        <p:txBody>
          <a:bodyPr vert="horz" lIns="0" tIns="0" rIns="0" bIns="0" rtlCol="0" anchor="t">
            <a:normAutofit/>
          </a:bodyPr>
          <a:lstStyle>
            <a:lvl1pPr>
              <a:defRPr b="0" i="0">
                <a:latin typeface="PP Neue Machina Plain" pitchFamily="2" charset="77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Content Placeholder 3" descr="ph_body">
            <a:extLst>
              <a:ext uri="{FF2B5EF4-FFF2-40B4-BE49-F238E27FC236}">
                <a16:creationId xmlns:a16="http://schemas.microsoft.com/office/drawing/2014/main" id="{27962594-0612-4734-B801-D3A8ACEC8AD4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55625" y="1362635"/>
            <a:ext cx="11120438" cy="4807978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b="0" i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>
              <a:defRPr b="0" i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2pPr>
            <a:lvl3pPr>
              <a:defRPr b="0" i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5" name="Graphic 24">
            <a:extLst>
              <a:ext uri="{FF2B5EF4-FFF2-40B4-BE49-F238E27FC236}">
                <a16:creationId xmlns:a16="http://schemas.microsoft.com/office/drawing/2014/main" id="{6E1E8192-4301-9E2C-0BEC-A3F968017D70}"/>
              </a:ext>
            </a:extLst>
          </p:cNvPr>
          <p:cNvSpPr/>
          <p:nvPr userDrawn="1"/>
        </p:nvSpPr>
        <p:spPr>
          <a:xfrm>
            <a:off x="0" y="0"/>
            <a:ext cx="121768" cy="1959429"/>
          </a:xfrm>
          <a:custGeom>
            <a:avLst/>
            <a:gdLst>
              <a:gd name="connsiteX0" fmla="*/ 0 w 190722"/>
              <a:gd name="connsiteY0" fmla="*/ 0 h 3068991"/>
              <a:gd name="connsiteX1" fmla="*/ 0 w 190722"/>
              <a:gd name="connsiteY1" fmla="*/ 3068992 h 3068991"/>
              <a:gd name="connsiteX2" fmla="*/ 190722 w 190722"/>
              <a:gd name="connsiteY2" fmla="*/ 2669273 h 3068991"/>
              <a:gd name="connsiteX3" fmla="*/ 0 w 190722"/>
              <a:gd name="connsiteY3" fmla="*/ 0 h 306899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90722" h="3068991">
                <a:moveTo>
                  <a:pt x="0" y="0"/>
                </a:moveTo>
                <a:lnTo>
                  <a:pt x="0" y="3068992"/>
                </a:lnTo>
                <a:cubicBezTo>
                  <a:pt x="63644" y="2935822"/>
                  <a:pt x="127078" y="2802442"/>
                  <a:pt x="190722" y="2669273"/>
                </a:cubicBezTo>
                <a:cubicBezTo>
                  <a:pt x="127078" y="1779515"/>
                  <a:pt x="63644" y="889758"/>
                  <a:pt x="0" y="0"/>
                </a:cubicBezTo>
                <a:close/>
              </a:path>
            </a:pathLst>
          </a:custGeom>
          <a:gradFill>
            <a:gsLst>
              <a:gs pos="100000">
                <a:schemeClr val="accent1">
                  <a:lumMod val="67000"/>
                </a:schemeClr>
              </a:gs>
              <a:gs pos="48000">
                <a:schemeClr val="accent1">
                  <a:lumMod val="97000"/>
                  <a:lumOff val="3000"/>
                </a:schemeClr>
              </a:gs>
              <a:gs pos="0">
                <a:schemeClr val="accent1">
                  <a:lumMod val="60000"/>
                  <a:lumOff val="40000"/>
                </a:schemeClr>
              </a:gs>
            </a:gsLst>
            <a:lin ang="16200000" scaled="1"/>
          </a:gradFill>
          <a:ln w="20108" cap="flat">
            <a:noFill/>
            <a:prstDash val="solid"/>
            <a:miter/>
          </a:ln>
        </p:spPr>
        <p:txBody>
          <a:bodyPr rtlCol="0" anchor="ctr"/>
          <a:lstStyle/>
          <a:p>
            <a:endParaRPr lang="en-US" b="0" i="0">
              <a:latin typeface="Aptos" panose="020B0004020202020204" pitchFamily="34" charset="0"/>
            </a:endParaRPr>
          </a:p>
        </p:txBody>
      </p:sp>
      <p:sp>
        <p:nvSpPr>
          <p:cNvPr id="6" name="Graphic 26">
            <a:extLst>
              <a:ext uri="{FF2B5EF4-FFF2-40B4-BE49-F238E27FC236}">
                <a16:creationId xmlns:a16="http://schemas.microsoft.com/office/drawing/2014/main" id="{C7044421-654C-898B-E43A-07F00E643171}"/>
              </a:ext>
            </a:extLst>
          </p:cNvPr>
          <p:cNvSpPr/>
          <p:nvPr userDrawn="1"/>
        </p:nvSpPr>
        <p:spPr>
          <a:xfrm>
            <a:off x="12070232" y="5008131"/>
            <a:ext cx="121768" cy="1959429"/>
          </a:xfrm>
          <a:custGeom>
            <a:avLst/>
            <a:gdLst>
              <a:gd name="connsiteX0" fmla="*/ 190722 w 190722"/>
              <a:gd name="connsiteY0" fmla="*/ 3068992 h 3068991"/>
              <a:gd name="connsiteX1" fmla="*/ 190722 w 190722"/>
              <a:gd name="connsiteY1" fmla="*/ 0 h 3068991"/>
              <a:gd name="connsiteX2" fmla="*/ 0 w 190722"/>
              <a:gd name="connsiteY2" fmla="*/ 399719 h 3068991"/>
              <a:gd name="connsiteX3" fmla="*/ 190722 w 190722"/>
              <a:gd name="connsiteY3" fmla="*/ 3068992 h 306899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90722" h="3068991">
                <a:moveTo>
                  <a:pt x="190722" y="3068992"/>
                </a:moveTo>
                <a:lnTo>
                  <a:pt x="190722" y="0"/>
                </a:lnTo>
                <a:cubicBezTo>
                  <a:pt x="127078" y="133170"/>
                  <a:pt x="63644" y="266549"/>
                  <a:pt x="0" y="399719"/>
                </a:cubicBezTo>
                <a:cubicBezTo>
                  <a:pt x="63644" y="1289476"/>
                  <a:pt x="127078" y="2179234"/>
                  <a:pt x="190722" y="3068992"/>
                </a:cubicBezTo>
                <a:close/>
              </a:path>
            </a:pathLst>
          </a:custGeom>
          <a:gradFill>
            <a:gsLst>
              <a:gs pos="0">
                <a:schemeClr val="accent1">
                  <a:lumMod val="67000"/>
                </a:schemeClr>
              </a:gs>
              <a:gs pos="48000">
                <a:schemeClr val="accent1">
                  <a:lumMod val="97000"/>
                  <a:lumOff val="3000"/>
                </a:schemeClr>
              </a:gs>
              <a:gs pos="100000">
                <a:schemeClr val="accent1">
                  <a:lumMod val="60000"/>
                  <a:lumOff val="40000"/>
                </a:schemeClr>
              </a:gs>
            </a:gsLst>
            <a:lin ang="16200000" scaled="1"/>
          </a:gradFill>
          <a:ln w="20108" cap="flat">
            <a:noFill/>
            <a:prstDash val="solid"/>
            <a:miter/>
          </a:ln>
        </p:spPr>
        <p:txBody>
          <a:bodyPr rtlCol="0" anchor="ctr"/>
          <a:lstStyle/>
          <a:p>
            <a:endParaRPr lang="en-US" b="0" i="0">
              <a:latin typeface="Aptos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4193057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ntent - Dark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Placeholder 1" descr="ph_title">
            <a:extLst>
              <a:ext uri="{FF2B5EF4-FFF2-40B4-BE49-F238E27FC236}">
                <a16:creationId xmlns:a16="http://schemas.microsoft.com/office/drawing/2014/main" id="{13AE9919-8BE1-9B8D-8546-E7527B31B53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55624" y="313765"/>
            <a:ext cx="11120437" cy="1165411"/>
          </a:xfrm>
          <a:prstGeom prst="rect">
            <a:avLst/>
          </a:prstGeom>
        </p:spPr>
        <p:txBody>
          <a:bodyPr vert="horz" lIns="0" tIns="0" rIns="0" bIns="0" rtlCol="0" anchor="t">
            <a:normAutofit/>
          </a:bodyPr>
          <a:lstStyle>
            <a:lvl1pPr>
              <a:defRPr b="0" i="0">
                <a:solidFill>
                  <a:schemeClr val="tx1"/>
                </a:solidFill>
                <a:latin typeface="PP Neue Machina Plain" pitchFamily="2" charset="77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Content Placeholder 3" descr="ph_body">
            <a:extLst>
              <a:ext uri="{FF2B5EF4-FFF2-40B4-BE49-F238E27FC236}">
                <a16:creationId xmlns:a16="http://schemas.microsoft.com/office/drawing/2014/main" id="{FE12609B-87A5-4A8C-8929-D2EF2587289E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55625" y="1712259"/>
            <a:ext cx="11120438" cy="445835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b="0" i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>
              <a:defRPr b="0" i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2pPr>
            <a:lvl3pPr>
              <a:defRPr b="0" i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2" name="Graphic 24">
            <a:extLst>
              <a:ext uri="{FF2B5EF4-FFF2-40B4-BE49-F238E27FC236}">
                <a16:creationId xmlns:a16="http://schemas.microsoft.com/office/drawing/2014/main" id="{A4ED52AC-786A-9EB4-ACA6-3DAB9760DDC3}"/>
              </a:ext>
            </a:extLst>
          </p:cNvPr>
          <p:cNvSpPr/>
          <p:nvPr userDrawn="1"/>
        </p:nvSpPr>
        <p:spPr>
          <a:xfrm>
            <a:off x="0" y="0"/>
            <a:ext cx="121768" cy="1959429"/>
          </a:xfrm>
          <a:custGeom>
            <a:avLst/>
            <a:gdLst>
              <a:gd name="connsiteX0" fmla="*/ 0 w 190722"/>
              <a:gd name="connsiteY0" fmla="*/ 0 h 3068991"/>
              <a:gd name="connsiteX1" fmla="*/ 0 w 190722"/>
              <a:gd name="connsiteY1" fmla="*/ 3068992 h 3068991"/>
              <a:gd name="connsiteX2" fmla="*/ 190722 w 190722"/>
              <a:gd name="connsiteY2" fmla="*/ 2669273 h 3068991"/>
              <a:gd name="connsiteX3" fmla="*/ 0 w 190722"/>
              <a:gd name="connsiteY3" fmla="*/ 0 h 306899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90722" h="3068991">
                <a:moveTo>
                  <a:pt x="0" y="0"/>
                </a:moveTo>
                <a:lnTo>
                  <a:pt x="0" y="3068992"/>
                </a:lnTo>
                <a:cubicBezTo>
                  <a:pt x="63644" y="2935822"/>
                  <a:pt x="127078" y="2802442"/>
                  <a:pt x="190722" y="2669273"/>
                </a:cubicBezTo>
                <a:cubicBezTo>
                  <a:pt x="127078" y="1779515"/>
                  <a:pt x="63644" y="889758"/>
                  <a:pt x="0" y="0"/>
                </a:cubicBezTo>
                <a:close/>
              </a:path>
            </a:pathLst>
          </a:custGeom>
          <a:gradFill flip="none" rotWithShape="1">
            <a:gsLst>
              <a:gs pos="0">
                <a:srgbClr val="FFC000"/>
              </a:gs>
              <a:gs pos="100000">
                <a:srgbClr val="E3056C"/>
              </a:gs>
              <a:gs pos="100000">
                <a:schemeClr val="accent3">
                  <a:lumMod val="60000"/>
                  <a:lumOff val="40000"/>
                </a:schemeClr>
              </a:gs>
            </a:gsLst>
            <a:lin ang="16200000" scaled="1"/>
            <a:tileRect/>
          </a:gradFill>
          <a:ln w="20108" cap="flat">
            <a:noFill/>
            <a:prstDash val="solid"/>
            <a:miter/>
          </a:ln>
        </p:spPr>
        <p:txBody>
          <a:bodyPr rtlCol="0" anchor="ctr"/>
          <a:lstStyle/>
          <a:p>
            <a:endParaRPr lang="en-US" b="0" i="0">
              <a:latin typeface="Aptos" panose="020B0004020202020204" pitchFamily="34" charset="0"/>
            </a:endParaRPr>
          </a:p>
        </p:txBody>
      </p:sp>
      <p:sp>
        <p:nvSpPr>
          <p:cNvPr id="3" name="Graphic 26">
            <a:extLst>
              <a:ext uri="{FF2B5EF4-FFF2-40B4-BE49-F238E27FC236}">
                <a16:creationId xmlns:a16="http://schemas.microsoft.com/office/drawing/2014/main" id="{DBEBBB57-01BB-8102-CF44-A499124F7BD8}"/>
              </a:ext>
            </a:extLst>
          </p:cNvPr>
          <p:cNvSpPr/>
          <p:nvPr userDrawn="1"/>
        </p:nvSpPr>
        <p:spPr>
          <a:xfrm>
            <a:off x="12070232" y="5008131"/>
            <a:ext cx="121768" cy="1959429"/>
          </a:xfrm>
          <a:custGeom>
            <a:avLst/>
            <a:gdLst>
              <a:gd name="connsiteX0" fmla="*/ 190722 w 190722"/>
              <a:gd name="connsiteY0" fmla="*/ 3068992 h 3068991"/>
              <a:gd name="connsiteX1" fmla="*/ 190722 w 190722"/>
              <a:gd name="connsiteY1" fmla="*/ 0 h 3068991"/>
              <a:gd name="connsiteX2" fmla="*/ 0 w 190722"/>
              <a:gd name="connsiteY2" fmla="*/ 399719 h 3068991"/>
              <a:gd name="connsiteX3" fmla="*/ 190722 w 190722"/>
              <a:gd name="connsiteY3" fmla="*/ 3068992 h 306899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90722" h="3068991">
                <a:moveTo>
                  <a:pt x="190722" y="3068992"/>
                </a:moveTo>
                <a:lnTo>
                  <a:pt x="190722" y="0"/>
                </a:lnTo>
                <a:cubicBezTo>
                  <a:pt x="127078" y="133170"/>
                  <a:pt x="63644" y="266549"/>
                  <a:pt x="0" y="399719"/>
                </a:cubicBezTo>
                <a:cubicBezTo>
                  <a:pt x="63644" y="1289476"/>
                  <a:pt x="127078" y="2179234"/>
                  <a:pt x="190722" y="3068992"/>
                </a:cubicBezTo>
                <a:close/>
              </a:path>
            </a:pathLst>
          </a:custGeom>
          <a:gradFill flip="none" rotWithShape="1">
            <a:gsLst>
              <a:gs pos="0">
                <a:srgbClr val="FFC000"/>
              </a:gs>
              <a:gs pos="100000">
                <a:srgbClr val="E3056C"/>
              </a:gs>
              <a:gs pos="100000">
                <a:schemeClr val="accent3">
                  <a:lumMod val="60000"/>
                  <a:lumOff val="40000"/>
                </a:schemeClr>
              </a:gs>
            </a:gsLst>
            <a:lin ang="5400000" scaled="1"/>
            <a:tileRect/>
          </a:gradFill>
          <a:ln w="20108" cap="flat">
            <a:noFill/>
            <a:prstDash val="solid"/>
            <a:miter/>
          </a:ln>
        </p:spPr>
        <p:txBody>
          <a:bodyPr rtlCol="0" anchor="ctr"/>
          <a:lstStyle/>
          <a:p>
            <a:endParaRPr lang="en-US" b="0" i="0">
              <a:latin typeface="Aptos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73522449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 - L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 descr="ph_body_left">
            <a:extLst>
              <a:ext uri="{FF2B5EF4-FFF2-40B4-BE49-F238E27FC236}">
                <a16:creationId xmlns:a16="http://schemas.microsoft.com/office/drawing/2014/main" id="{1DBCF6B3-0BEB-579D-C3AB-AD2DCA6AF93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15937" y="1825625"/>
            <a:ext cx="5333717" cy="4351338"/>
          </a:xfrm>
          <a:prstGeom prst="rect">
            <a:avLst/>
          </a:prstGeom>
        </p:spPr>
        <p:txBody>
          <a:bodyPr>
            <a:normAutofit/>
          </a:bodyPr>
          <a:lstStyle>
            <a:lvl1pPr marL="285750" indent="-285750">
              <a:buFont typeface="Arial" panose="020B0604020202020204" pitchFamily="34" charset="0"/>
              <a:buChar char="•"/>
              <a:defRPr b="0" i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 marL="742950" indent="-285750">
              <a:buFont typeface="Arial" panose="020B0604020202020204" pitchFamily="34" charset="0"/>
              <a:buChar char="•"/>
              <a:defRPr b="0" i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2pPr>
            <a:lvl3pPr marL="1200150" indent="-285750">
              <a:buFont typeface="Arial" panose="020B0604020202020204" pitchFamily="34" charset="0"/>
              <a:buChar char="•"/>
              <a:defRPr b="0" i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8" name="Title Placeholder 1" descr="ph_title">
            <a:extLst>
              <a:ext uri="{FF2B5EF4-FFF2-40B4-BE49-F238E27FC236}">
                <a16:creationId xmlns:a16="http://schemas.microsoft.com/office/drawing/2014/main" id="{1D241DD7-699E-CE2D-3902-E0A9DDC26EB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5938" y="522809"/>
            <a:ext cx="10382971" cy="1167879"/>
          </a:xfrm>
          <a:prstGeom prst="rect">
            <a:avLst/>
          </a:prstGeom>
        </p:spPr>
        <p:txBody>
          <a:bodyPr vert="horz" lIns="0" tIns="0" rIns="0" bIns="0" rtlCol="0" anchor="t">
            <a:normAutofit/>
          </a:bodyPr>
          <a:lstStyle>
            <a:lvl1pPr>
              <a:defRPr b="0" i="0">
                <a:latin typeface="PP Neue Machina Plain" pitchFamily="2" charset="77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0" name="Content Placeholder 2" descr="ph_body_right">
            <a:extLst>
              <a:ext uri="{FF2B5EF4-FFF2-40B4-BE49-F238E27FC236}">
                <a16:creationId xmlns:a16="http://schemas.microsoft.com/office/drawing/2014/main" id="{0DABA801-F541-6080-6E85-E1A06126D6A8}"/>
              </a:ext>
            </a:extLst>
          </p:cNvPr>
          <p:cNvSpPr>
            <a:spLocks noGrp="1"/>
          </p:cNvSpPr>
          <p:nvPr>
            <p:ph sz="half" idx="13"/>
          </p:nvPr>
        </p:nvSpPr>
        <p:spPr>
          <a:xfrm>
            <a:off x="6353066" y="1825625"/>
            <a:ext cx="5333717" cy="4351338"/>
          </a:xfrm>
          <a:prstGeom prst="rect">
            <a:avLst/>
          </a:prstGeom>
        </p:spPr>
        <p:txBody>
          <a:bodyPr>
            <a:normAutofit/>
          </a:bodyPr>
          <a:lstStyle>
            <a:lvl1pPr marL="285750" indent="-285750">
              <a:buFont typeface="Arial" panose="020B0604020202020204" pitchFamily="34" charset="0"/>
              <a:buChar char="•"/>
              <a:defRPr b="0" i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 marL="742950" indent="-285750">
              <a:buFont typeface="Arial" panose="020B0604020202020204" pitchFamily="34" charset="0"/>
              <a:buChar char="•"/>
              <a:defRPr b="0" i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2pPr>
            <a:lvl3pPr marL="1200150" indent="-285750">
              <a:buFont typeface="Arial" panose="020B0604020202020204" pitchFamily="34" charset="0"/>
              <a:buChar char="•"/>
              <a:defRPr b="0" i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2" name="Graphic 24">
            <a:extLst>
              <a:ext uri="{FF2B5EF4-FFF2-40B4-BE49-F238E27FC236}">
                <a16:creationId xmlns:a16="http://schemas.microsoft.com/office/drawing/2014/main" id="{E4FE5361-3098-054A-438D-8AB161D58D31}"/>
              </a:ext>
            </a:extLst>
          </p:cNvPr>
          <p:cNvSpPr/>
          <p:nvPr userDrawn="1"/>
        </p:nvSpPr>
        <p:spPr>
          <a:xfrm>
            <a:off x="0" y="0"/>
            <a:ext cx="121768" cy="1959429"/>
          </a:xfrm>
          <a:custGeom>
            <a:avLst/>
            <a:gdLst>
              <a:gd name="connsiteX0" fmla="*/ 0 w 190722"/>
              <a:gd name="connsiteY0" fmla="*/ 0 h 3068991"/>
              <a:gd name="connsiteX1" fmla="*/ 0 w 190722"/>
              <a:gd name="connsiteY1" fmla="*/ 3068992 h 3068991"/>
              <a:gd name="connsiteX2" fmla="*/ 190722 w 190722"/>
              <a:gd name="connsiteY2" fmla="*/ 2669273 h 3068991"/>
              <a:gd name="connsiteX3" fmla="*/ 0 w 190722"/>
              <a:gd name="connsiteY3" fmla="*/ 0 h 306899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90722" h="3068991">
                <a:moveTo>
                  <a:pt x="0" y="0"/>
                </a:moveTo>
                <a:lnTo>
                  <a:pt x="0" y="3068992"/>
                </a:lnTo>
                <a:cubicBezTo>
                  <a:pt x="63644" y="2935822"/>
                  <a:pt x="127078" y="2802442"/>
                  <a:pt x="190722" y="2669273"/>
                </a:cubicBezTo>
                <a:cubicBezTo>
                  <a:pt x="127078" y="1779515"/>
                  <a:pt x="63644" y="889758"/>
                  <a:pt x="0" y="0"/>
                </a:cubicBezTo>
                <a:close/>
              </a:path>
            </a:pathLst>
          </a:custGeom>
          <a:gradFill>
            <a:gsLst>
              <a:gs pos="0">
                <a:srgbClr val="FFC000"/>
              </a:gs>
              <a:gs pos="100000">
                <a:srgbClr val="E3056C"/>
              </a:gs>
              <a:gs pos="100000">
                <a:schemeClr val="accent3">
                  <a:lumMod val="60000"/>
                  <a:lumOff val="40000"/>
                </a:schemeClr>
              </a:gs>
            </a:gsLst>
            <a:lin ang="5400000" scaled="1"/>
          </a:gradFill>
          <a:ln w="20108" cap="flat">
            <a:noFill/>
            <a:prstDash val="solid"/>
            <a:miter/>
          </a:ln>
        </p:spPr>
        <p:txBody>
          <a:bodyPr rtlCol="0" anchor="ctr"/>
          <a:lstStyle/>
          <a:p>
            <a:endParaRPr lang="en-US" b="0" i="0">
              <a:latin typeface="Aptos" panose="020B0004020202020204" pitchFamily="34" charset="0"/>
            </a:endParaRPr>
          </a:p>
        </p:txBody>
      </p:sp>
      <p:sp>
        <p:nvSpPr>
          <p:cNvPr id="5" name="Graphic 26">
            <a:extLst>
              <a:ext uri="{FF2B5EF4-FFF2-40B4-BE49-F238E27FC236}">
                <a16:creationId xmlns:a16="http://schemas.microsoft.com/office/drawing/2014/main" id="{95C7F047-7E30-8739-0750-842D1F0F3753}"/>
              </a:ext>
            </a:extLst>
          </p:cNvPr>
          <p:cNvSpPr/>
          <p:nvPr userDrawn="1"/>
        </p:nvSpPr>
        <p:spPr>
          <a:xfrm>
            <a:off x="12070232" y="5008131"/>
            <a:ext cx="121768" cy="1959429"/>
          </a:xfrm>
          <a:custGeom>
            <a:avLst/>
            <a:gdLst>
              <a:gd name="connsiteX0" fmla="*/ 190722 w 190722"/>
              <a:gd name="connsiteY0" fmla="*/ 3068992 h 3068991"/>
              <a:gd name="connsiteX1" fmla="*/ 190722 w 190722"/>
              <a:gd name="connsiteY1" fmla="*/ 0 h 3068991"/>
              <a:gd name="connsiteX2" fmla="*/ 0 w 190722"/>
              <a:gd name="connsiteY2" fmla="*/ 399719 h 3068991"/>
              <a:gd name="connsiteX3" fmla="*/ 190722 w 190722"/>
              <a:gd name="connsiteY3" fmla="*/ 3068992 h 306899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90722" h="3068991">
                <a:moveTo>
                  <a:pt x="190722" y="3068992"/>
                </a:moveTo>
                <a:lnTo>
                  <a:pt x="190722" y="0"/>
                </a:lnTo>
                <a:cubicBezTo>
                  <a:pt x="127078" y="133170"/>
                  <a:pt x="63644" y="266549"/>
                  <a:pt x="0" y="399719"/>
                </a:cubicBezTo>
                <a:cubicBezTo>
                  <a:pt x="63644" y="1289476"/>
                  <a:pt x="127078" y="2179234"/>
                  <a:pt x="190722" y="3068992"/>
                </a:cubicBezTo>
                <a:close/>
              </a:path>
            </a:pathLst>
          </a:custGeom>
          <a:gradFill>
            <a:gsLst>
              <a:gs pos="0">
                <a:srgbClr val="FFC000"/>
              </a:gs>
              <a:gs pos="100000">
                <a:srgbClr val="E3056C"/>
              </a:gs>
              <a:gs pos="100000">
                <a:schemeClr val="accent3">
                  <a:lumMod val="60000"/>
                  <a:lumOff val="40000"/>
                </a:schemeClr>
              </a:gs>
            </a:gsLst>
            <a:lin ang="5400000" scaled="1"/>
          </a:gradFill>
          <a:ln w="20108" cap="flat">
            <a:noFill/>
            <a:prstDash val="solid"/>
            <a:miter/>
          </a:ln>
        </p:spPr>
        <p:txBody>
          <a:bodyPr rtlCol="0" anchor="ctr"/>
          <a:lstStyle/>
          <a:p>
            <a:endParaRPr lang="en-US" b="0" i="0">
              <a:latin typeface="Aptos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62375856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wo Content - Light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 descr="ph_body_left">
            <a:extLst>
              <a:ext uri="{FF2B5EF4-FFF2-40B4-BE49-F238E27FC236}">
                <a16:creationId xmlns:a16="http://schemas.microsoft.com/office/drawing/2014/main" id="{1DBCF6B3-0BEB-579D-C3AB-AD2DCA6AF93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15937" y="1825625"/>
            <a:ext cx="5333717" cy="4351338"/>
          </a:xfrm>
          <a:prstGeom prst="rect">
            <a:avLst/>
          </a:prstGeom>
        </p:spPr>
        <p:txBody>
          <a:bodyPr>
            <a:normAutofit/>
          </a:bodyPr>
          <a:lstStyle>
            <a:lvl1pPr marL="285750" indent="-285750">
              <a:buFont typeface="Arial" panose="020B0604020202020204" pitchFamily="34" charset="0"/>
              <a:buChar char="•"/>
              <a:defRPr b="0" i="0">
                <a:latin typeface="Aptos" panose="020B0004020202020204" pitchFamily="34" charset="0"/>
              </a:defRPr>
            </a:lvl1pPr>
            <a:lvl2pPr marL="742950" indent="-285750">
              <a:buFont typeface="Arial" panose="020B0604020202020204" pitchFamily="34" charset="0"/>
              <a:buChar char="•"/>
              <a:defRPr b="0" i="0">
                <a:latin typeface="Aptos" panose="020B0004020202020204" pitchFamily="34" charset="0"/>
              </a:defRPr>
            </a:lvl2pPr>
            <a:lvl3pPr marL="1200150" indent="-285750">
              <a:buFont typeface="Arial" panose="020B0604020202020204" pitchFamily="34" charset="0"/>
              <a:buChar char="•"/>
              <a:defRPr b="0" i="0">
                <a:latin typeface="Aptos" panose="020B0004020202020204" pitchFamily="34" charset="0"/>
              </a:defRPr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8" name="Title Placeholder 1" descr="ph_title">
            <a:extLst>
              <a:ext uri="{FF2B5EF4-FFF2-40B4-BE49-F238E27FC236}">
                <a16:creationId xmlns:a16="http://schemas.microsoft.com/office/drawing/2014/main" id="{1D241DD7-699E-CE2D-3902-E0A9DDC26EB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5938" y="522809"/>
            <a:ext cx="10382971" cy="1167879"/>
          </a:xfrm>
          <a:prstGeom prst="rect">
            <a:avLst/>
          </a:prstGeom>
        </p:spPr>
        <p:txBody>
          <a:bodyPr vert="horz" lIns="0" tIns="0" rIns="0" bIns="0" rtlCol="0" anchor="t">
            <a:normAutofit/>
          </a:bodyPr>
          <a:lstStyle>
            <a:lvl1pPr>
              <a:defRPr b="0" i="0">
                <a:latin typeface="PP Neue Machina Plain" pitchFamily="2" charset="77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0" name="Content Placeholder 2" descr="ph_body_right">
            <a:extLst>
              <a:ext uri="{FF2B5EF4-FFF2-40B4-BE49-F238E27FC236}">
                <a16:creationId xmlns:a16="http://schemas.microsoft.com/office/drawing/2014/main" id="{0DABA801-F541-6080-6E85-E1A06126D6A8}"/>
              </a:ext>
            </a:extLst>
          </p:cNvPr>
          <p:cNvSpPr>
            <a:spLocks noGrp="1"/>
          </p:cNvSpPr>
          <p:nvPr>
            <p:ph sz="half" idx="13"/>
          </p:nvPr>
        </p:nvSpPr>
        <p:spPr>
          <a:xfrm>
            <a:off x="6353066" y="1825625"/>
            <a:ext cx="5333717" cy="4351338"/>
          </a:xfrm>
          <a:prstGeom prst="rect">
            <a:avLst/>
          </a:prstGeom>
        </p:spPr>
        <p:txBody>
          <a:bodyPr>
            <a:normAutofit/>
          </a:bodyPr>
          <a:lstStyle>
            <a:lvl1pPr marL="285750" indent="-285750">
              <a:buFont typeface="Arial" panose="020B0604020202020204" pitchFamily="34" charset="0"/>
              <a:buChar char="•"/>
              <a:defRPr b="0" i="0">
                <a:latin typeface="Aptos" panose="020B0004020202020204" pitchFamily="34" charset="0"/>
              </a:defRPr>
            </a:lvl1pPr>
            <a:lvl2pPr marL="742950" indent="-285750">
              <a:buFont typeface="Arial" panose="020B0604020202020204" pitchFamily="34" charset="0"/>
              <a:buChar char="•"/>
              <a:defRPr b="0" i="0">
                <a:latin typeface="Aptos" panose="020B0004020202020204" pitchFamily="34" charset="0"/>
              </a:defRPr>
            </a:lvl2pPr>
            <a:lvl3pPr marL="1200150" indent="-285750">
              <a:buFont typeface="Arial" panose="020B0604020202020204" pitchFamily="34" charset="0"/>
              <a:buChar char="•"/>
              <a:defRPr b="0" i="0">
                <a:latin typeface="Aptos" panose="020B0004020202020204" pitchFamily="34" charset="0"/>
              </a:defRPr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2" name="Graphic 24">
            <a:extLst>
              <a:ext uri="{FF2B5EF4-FFF2-40B4-BE49-F238E27FC236}">
                <a16:creationId xmlns:a16="http://schemas.microsoft.com/office/drawing/2014/main" id="{E4FE5361-3098-054A-438D-8AB161D58D31}"/>
              </a:ext>
            </a:extLst>
          </p:cNvPr>
          <p:cNvSpPr/>
          <p:nvPr userDrawn="1"/>
        </p:nvSpPr>
        <p:spPr>
          <a:xfrm>
            <a:off x="0" y="0"/>
            <a:ext cx="121768" cy="1959429"/>
          </a:xfrm>
          <a:custGeom>
            <a:avLst/>
            <a:gdLst>
              <a:gd name="connsiteX0" fmla="*/ 0 w 190722"/>
              <a:gd name="connsiteY0" fmla="*/ 0 h 3068991"/>
              <a:gd name="connsiteX1" fmla="*/ 0 w 190722"/>
              <a:gd name="connsiteY1" fmla="*/ 3068992 h 3068991"/>
              <a:gd name="connsiteX2" fmla="*/ 190722 w 190722"/>
              <a:gd name="connsiteY2" fmla="*/ 2669273 h 3068991"/>
              <a:gd name="connsiteX3" fmla="*/ 0 w 190722"/>
              <a:gd name="connsiteY3" fmla="*/ 0 h 306899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90722" h="3068991">
                <a:moveTo>
                  <a:pt x="0" y="0"/>
                </a:moveTo>
                <a:lnTo>
                  <a:pt x="0" y="3068992"/>
                </a:lnTo>
                <a:cubicBezTo>
                  <a:pt x="63644" y="2935822"/>
                  <a:pt x="127078" y="2802442"/>
                  <a:pt x="190722" y="2669273"/>
                </a:cubicBezTo>
                <a:cubicBezTo>
                  <a:pt x="127078" y="1779515"/>
                  <a:pt x="63644" y="889758"/>
                  <a:pt x="0" y="0"/>
                </a:cubicBezTo>
                <a:close/>
              </a:path>
            </a:pathLst>
          </a:custGeom>
          <a:gradFill>
            <a:gsLst>
              <a:gs pos="0">
                <a:srgbClr val="FFC000"/>
              </a:gs>
              <a:gs pos="100000">
                <a:srgbClr val="E3056C"/>
              </a:gs>
              <a:gs pos="100000">
                <a:schemeClr val="accent3">
                  <a:lumMod val="60000"/>
                  <a:lumOff val="40000"/>
                </a:schemeClr>
              </a:gs>
            </a:gsLst>
            <a:lin ang="5400000" scaled="1"/>
          </a:gradFill>
          <a:ln w="20108" cap="flat">
            <a:noFill/>
            <a:prstDash val="solid"/>
            <a:miter/>
          </a:ln>
        </p:spPr>
        <p:txBody>
          <a:bodyPr rtlCol="0" anchor="ctr"/>
          <a:lstStyle/>
          <a:p>
            <a:endParaRPr lang="en-US" b="0" i="0">
              <a:latin typeface="Aptos" panose="020B0004020202020204" pitchFamily="34" charset="0"/>
            </a:endParaRPr>
          </a:p>
        </p:txBody>
      </p:sp>
      <p:sp>
        <p:nvSpPr>
          <p:cNvPr id="5" name="Graphic 26">
            <a:extLst>
              <a:ext uri="{FF2B5EF4-FFF2-40B4-BE49-F238E27FC236}">
                <a16:creationId xmlns:a16="http://schemas.microsoft.com/office/drawing/2014/main" id="{95C7F047-7E30-8739-0750-842D1F0F3753}"/>
              </a:ext>
            </a:extLst>
          </p:cNvPr>
          <p:cNvSpPr/>
          <p:nvPr userDrawn="1"/>
        </p:nvSpPr>
        <p:spPr>
          <a:xfrm>
            <a:off x="12070232" y="5008131"/>
            <a:ext cx="121768" cy="1959429"/>
          </a:xfrm>
          <a:custGeom>
            <a:avLst/>
            <a:gdLst>
              <a:gd name="connsiteX0" fmla="*/ 190722 w 190722"/>
              <a:gd name="connsiteY0" fmla="*/ 3068992 h 3068991"/>
              <a:gd name="connsiteX1" fmla="*/ 190722 w 190722"/>
              <a:gd name="connsiteY1" fmla="*/ 0 h 3068991"/>
              <a:gd name="connsiteX2" fmla="*/ 0 w 190722"/>
              <a:gd name="connsiteY2" fmla="*/ 399719 h 3068991"/>
              <a:gd name="connsiteX3" fmla="*/ 190722 w 190722"/>
              <a:gd name="connsiteY3" fmla="*/ 3068992 h 306899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90722" h="3068991">
                <a:moveTo>
                  <a:pt x="190722" y="3068992"/>
                </a:moveTo>
                <a:lnTo>
                  <a:pt x="190722" y="0"/>
                </a:lnTo>
                <a:cubicBezTo>
                  <a:pt x="127078" y="133170"/>
                  <a:pt x="63644" y="266549"/>
                  <a:pt x="0" y="399719"/>
                </a:cubicBezTo>
                <a:cubicBezTo>
                  <a:pt x="63644" y="1289476"/>
                  <a:pt x="127078" y="2179234"/>
                  <a:pt x="190722" y="3068992"/>
                </a:cubicBezTo>
                <a:close/>
              </a:path>
            </a:pathLst>
          </a:custGeom>
          <a:gradFill>
            <a:gsLst>
              <a:gs pos="0">
                <a:srgbClr val="FFC000"/>
              </a:gs>
              <a:gs pos="100000">
                <a:srgbClr val="E3056C"/>
              </a:gs>
              <a:gs pos="100000">
                <a:schemeClr val="accent3">
                  <a:lumMod val="60000"/>
                  <a:lumOff val="40000"/>
                </a:schemeClr>
              </a:gs>
            </a:gsLst>
            <a:lin ang="5400000" scaled="1"/>
          </a:gradFill>
          <a:ln w="20108" cap="flat">
            <a:noFill/>
            <a:prstDash val="solid"/>
            <a:miter/>
          </a:ln>
        </p:spPr>
        <p:txBody>
          <a:bodyPr rtlCol="0" anchor="ctr"/>
          <a:lstStyle/>
          <a:p>
            <a:endParaRPr lang="en-US" b="0" i="0">
              <a:latin typeface="Aptos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50638057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 - Dark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 descr="ph_body_left">
            <a:extLst>
              <a:ext uri="{FF2B5EF4-FFF2-40B4-BE49-F238E27FC236}">
                <a16:creationId xmlns:a16="http://schemas.microsoft.com/office/drawing/2014/main" id="{1DBCF6B3-0BEB-579D-C3AB-AD2DCA6AF93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15937" y="1825625"/>
            <a:ext cx="5333717" cy="4351338"/>
          </a:xfrm>
          <a:prstGeom prst="rect">
            <a:avLst/>
          </a:prstGeom>
        </p:spPr>
        <p:txBody>
          <a:bodyPr>
            <a:normAutofit/>
          </a:bodyPr>
          <a:lstStyle>
            <a:lvl1pPr marL="285750" indent="-285750">
              <a:buFont typeface="Arial" panose="020B0604020202020204" pitchFamily="34" charset="0"/>
              <a:buChar char="•"/>
              <a:defRPr b="0" i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 marL="742950" indent="-285750">
              <a:buFont typeface="Arial" panose="020B0604020202020204" pitchFamily="34" charset="0"/>
              <a:buChar char="•"/>
              <a:defRPr b="0" i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2pPr>
            <a:lvl3pPr marL="1200150" indent="-285750">
              <a:buFont typeface="Arial" panose="020B0604020202020204" pitchFamily="34" charset="0"/>
              <a:buChar char="•"/>
              <a:defRPr b="0" i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3pPr>
            <a:lvl4pPr marL="1371600" indent="0">
              <a:buNone/>
              <a:defRPr>
                <a:solidFill>
                  <a:schemeClr val="bg1"/>
                </a:solidFill>
              </a:defRPr>
            </a:lvl4pPr>
            <a:lvl5pPr marL="1828800" indent="0"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8" name="Title Placeholder 1" descr="ph_title">
            <a:extLst>
              <a:ext uri="{FF2B5EF4-FFF2-40B4-BE49-F238E27FC236}">
                <a16:creationId xmlns:a16="http://schemas.microsoft.com/office/drawing/2014/main" id="{1D241DD7-699E-CE2D-3902-E0A9DDC26EB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5938" y="522809"/>
            <a:ext cx="10401444" cy="1167879"/>
          </a:xfrm>
          <a:prstGeom prst="rect">
            <a:avLst/>
          </a:prstGeom>
        </p:spPr>
        <p:txBody>
          <a:bodyPr vert="horz" lIns="0" tIns="0" rIns="0" bIns="0" rtlCol="0" anchor="t">
            <a:normAutofit/>
          </a:bodyPr>
          <a:lstStyle>
            <a:lvl1pPr>
              <a:defRPr b="0" i="0">
                <a:solidFill>
                  <a:schemeClr val="bg1"/>
                </a:solidFill>
                <a:latin typeface="PP Neue Machina Plain" pitchFamily="2" charset="77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0" name="Content Placeholder 2" descr="ph_body_right">
            <a:extLst>
              <a:ext uri="{FF2B5EF4-FFF2-40B4-BE49-F238E27FC236}">
                <a16:creationId xmlns:a16="http://schemas.microsoft.com/office/drawing/2014/main" id="{0DABA801-F541-6080-6E85-E1A06126D6A8}"/>
              </a:ext>
            </a:extLst>
          </p:cNvPr>
          <p:cNvSpPr>
            <a:spLocks noGrp="1"/>
          </p:cNvSpPr>
          <p:nvPr>
            <p:ph sz="half" idx="13"/>
          </p:nvPr>
        </p:nvSpPr>
        <p:spPr>
          <a:xfrm>
            <a:off x="6353066" y="1825625"/>
            <a:ext cx="5333717" cy="4351338"/>
          </a:xfrm>
          <a:prstGeom prst="rect">
            <a:avLst/>
          </a:prstGeom>
        </p:spPr>
        <p:txBody>
          <a:bodyPr>
            <a:normAutofit/>
          </a:bodyPr>
          <a:lstStyle>
            <a:lvl1pPr marL="285750" indent="-285750">
              <a:buFont typeface="Arial" panose="020B0604020202020204" pitchFamily="34" charset="0"/>
              <a:buChar char="•"/>
              <a:defRPr b="0" i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 marL="742950" indent="-285750">
              <a:buFont typeface="Arial" panose="020B0604020202020204" pitchFamily="34" charset="0"/>
              <a:buChar char="•"/>
              <a:defRPr b="0" i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2pPr>
            <a:lvl3pPr marL="1200150" indent="-285750">
              <a:buFont typeface="Arial" panose="020B0604020202020204" pitchFamily="34" charset="0"/>
              <a:buChar char="•"/>
              <a:defRPr b="0" i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3pPr>
            <a:lvl4pPr marL="1371600" indent="0">
              <a:buNone/>
              <a:defRPr>
                <a:solidFill>
                  <a:schemeClr val="bg1"/>
                </a:solidFill>
              </a:defRPr>
            </a:lvl4pPr>
            <a:lvl5pPr marL="1828800" indent="0"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2" name="Graphic 24">
            <a:extLst>
              <a:ext uri="{FF2B5EF4-FFF2-40B4-BE49-F238E27FC236}">
                <a16:creationId xmlns:a16="http://schemas.microsoft.com/office/drawing/2014/main" id="{C73EEC33-96D8-CAB2-73DA-5F1C1CCFBFE3}"/>
              </a:ext>
            </a:extLst>
          </p:cNvPr>
          <p:cNvSpPr/>
          <p:nvPr userDrawn="1"/>
        </p:nvSpPr>
        <p:spPr>
          <a:xfrm>
            <a:off x="0" y="0"/>
            <a:ext cx="121768" cy="1959429"/>
          </a:xfrm>
          <a:custGeom>
            <a:avLst/>
            <a:gdLst>
              <a:gd name="connsiteX0" fmla="*/ 0 w 190722"/>
              <a:gd name="connsiteY0" fmla="*/ 0 h 3068991"/>
              <a:gd name="connsiteX1" fmla="*/ 0 w 190722"/>
              <a:gd name="connsiteY1" fmla="*/ 3068992 h 3068991"/>
              <a:gd name="connsiteX2" fmla="*/ 190722 w 190722"/>
              <a:gd name="connsiteY2" fmla="*/ 2669273 h 3068991"/>
              <a:gd name="connsiteX3" fmla="*/ 0 w 190722"/>
              <a:gd name="connsiteY3" fmla="*/ 0 h 306899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90722" h="3068991">
                <a:moveTo>
                  <a:pt x="0" y="0"/>
                </a:moveTo>
                <a:lnTo>
                  <a:pt x="0" y="3068992"/>
                </a:lnTo>
                <a:cubicBezTo>
                  <a:pt x="63644" y="2935822"/>
                  <a:pt x="127078" y="2802442"/>
                  <a:pt x="190722" y="2669273"/>
                </a:cubicBezTo>
                <a:cubicBezTo>
                  <a:pt x="127078" y="1779515"/>
                  <a:pt x="63644" y="889758"/>
                  <a:pt x="0" y="0"/>
                </a:cubicBezTo>
                <a:close/>
              </a:path>
            </a:pathLst>
          </a:custGeom>
          <a:gradFill>
            <a:gsLst>
              <a:gs pos="0">
                <a:schemeClr val="accent1">
                  <a:lumMod val="67000"/>
                </a:schemeClr>
              </a:gs>
              <a:gs pos="48000">
                <a:schemeClr val="accent1">
                  <a:lumMod val="97000"/>
                  <a:lumOff val="3000"/>
                </a:schemeClr>
              </a:gs>
              <a:gs pos="100000">
                <a:schemeClr val="accent1">
                  <a:lumMod val="60000"/>
                  <a:lumOff val="40000"/>
                </a:schemeClr>
              </a:gs>
            </a:gsLst>
            <a:lin ang="5400000" scaled="1"/>
          </a:gradFill>
          <a:ln w="20108" cap="flat">
            <a:noFill/>
            <a:prstDash val="solid"/>
            <a:miter/>
          </a:ln>
        </p:spPr>
        <p:txBody>
          <a:bodyPr rtlCol="0" anchor="ctr"/>
          <a:lstStyle/>
          <a:p>
            <a:endParaRPr lang="en-US" b="0" i="0">
              <a:latin typeface="Aptos" panose="020B0004020202020204" pitchFamily="34" charset="0"/>
            </a:endParaRPr>
          </a:p>
        </p:txBody>
      </p:sp>
      <p:sp>
        <p:nvSpPr>
          <p:cNvPr id="4" name="Graphic 26">
            <a:extLst>
              <a:ext uri="{FF2B5EF4-FFF2-40B4-BE49-F238E27FC236}">
                <a16:creationId xmlns:a16="http://schemas.microsoft.com/office/drawing/2014/main" id="{546AD323-7E8F-681B-8C52-86DA37DAB2F7}"/>
              </a:ext>
            </a:extLst>
          </p:cNvPr>
          <p:cNvSpPr/>
          <p:nvPr userDrawn="1"/>
        </p:nvSpPr>
        <p:spPr>
          <a:xfrm>
            <a:off x="12070232" y="5008131"/>
            <a:ext cx="121768" cy="1959429"/>
          </a:xfrm>
          <a:custGeom>
            <a:avLst/>
            <a:gdLst>
              <a:gd name="connsiteX0" fmla="*/ 190722 w 190722"/>
              <a:gd name="connsiteY0" fmla="*/ 3068992 h 3068991"/>
              <a:gd name="connsiteX1" fmla="*/ 190722 w 190722"/>
              <a:gd name="connsiteY1" fmla="*/ 0 h 3068991"/>
              <a:gd name="connsiteX2" fmla="*/ 0 w 190722"/>
              <a:gd name="connsiteY2" fmla="*/ 399719 h 3068991"/>
              <a:gd name="connsiteX3" fmla="*/ 190722 w 190722"/>
              <a:gd name="connsiteY3" fmla="*/ 3068992 h 306899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90722" h="3068991">
                <a:moveTo>
                  <a:pt x="190722" y="3068992"/>
                </a:moveTo>
                <a:lnTo>
                  <a:pt x="190722" y="0"/>
                </a:lnTo>
                <a:cubicBezTo>
                  <a:pt x="127078" y="133170"/>
                  <a:pt x="63644" y="266549"/>
                  <a:pt x="0" y="399719"/>
                </a:cubicBezTo>
                <a:cubicBezTo>
                  <a:pt x="63644" y="1289476"/>
                  <a:pt x="127078" y="2179234"/>
                  <a:pt x="190722" y="3068992"/>
                </a:cubicBezTo>
                <a:close/>
              </a:path>
            </a:pathLst>
          </a:custGeom>
          <a:gradFill flip="none" rotWithShape="1">
            <a:gsLst>
              <a:gs pos="0">
                <a:schemeClr val="accent1">
                  <a:lumMod val="67000"/>
                </a:schemeClr>
              </a:gs>
              <a:gs pos="48000">
                <a:schemeClr val="accent1">
                  <a:lumMod val="97000"/>
                  <a:lumOff val="3000"/>
                </a:schemeClr>
              </a:gs>
              <a:gs pos="100000">
                <a:schemeClr val="accent1">
                  <a:lumMod val="60000"/>
                  <a:lumOff val="40000"/>
                </a:schemeClr>
              </a:gs>
            </a:gsLst>
            <a:lin ang="16200000" scaled="1"/>
            <a:tileRect/>
          </a:gradFill>
          <a:ln w="20108" cap="flat">
            <a:noFill/>
            <a:prstDash val="solid"/>
            <a:miter/>
          </a:ln>
        </p:spPr>
        <p:txBody>
          <a:bodyPr rtlCol="0" anchor="ctr"/>
          <a:lstStyle/>
          <a:p>
            <a:endParaRPr lang="en-US" b="0" i="0">
              <a:latin typeface="Aptos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58443251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ntent With Image - Ligh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ectangle 14">
            <a:extLst>
              <a:ext uri="{FF2B5EF4-FFF2-40B4-BE49-F238E27FC236}">
                <a16:creationId xmlns:a16="http://schemas.microsoft.com/office/drawing/2014/main" id="{4D64E704-FE42-FBB6-20FD-535A52E58B2C}"/>
              </a:ext>
            </a:extLst>
          </p:cNvPr>
          <p:cNvSpPr/>
          <p:nvPr userDrawn="1"/>
        </p:nvSpPr>
        <p:spPr>
          <a:xfrm>
            <a:off x="5467350" y="6467475"/>
            <a:ext cx="2124075" cy="203262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Aptos" panose="020B0004020202020204" pitchFamily="34" charset="0"/>
            </a:endParaRPr>
          </a:p>
        </p:txBody>
      </p:sp>
      <p:sp>
        <p:nvSpPr>
          <p:cNvPr id="11" name="Picture Placeholder 10" descr="ph_image">
            <a:extLst>
              <a:ext uri="{FF2B5EF4-FFF2-40B4-BE49-F238E27FC236}">
                <a16:creationId xmlns:a16="http://schemas.microsoft.com/office/drawing/2014/main" id="{00C3E987-87AD-8816-C3B4-CA4D20556442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 bwMode="auto">
          <a:xfrm>
            <a:off x="7048982" y="943986"/>
            <a:ext cx="5143019" cy="5666044"/>
          </a:xfrm>
          <a:custGeom>
            <a:avLst/>
            <a:gdLst>
              <a:gd name="connsiteX0" fmla="*/ 4075726 w 4998721"/>
              <a:gd name="connsiteY0" fmla="*/ 0 h 5507071"/>
              <a:gd name="connsiteX1" fmla="*/ 4998721 w 4998721"/>
              <a:gd name="connsiteY1" fmla="*/ 242517 h 5507071"/>
              <a:gd name="connsiteX2" fmla="*/ 4998721 w 4998721"/>
              <a:gd name="connsiteY2" fmla="*/ 5102636 h 5507071"/>
              <a:gd name="connsiteX3" fmla="*/ 4158468 w 4998721"/>
              <a:gd name="connsiteY3" fmla="*/ 4872244 h 5507071"/>
              <a:gd name="connsiteX4" fmla="*/ 0 w 4998721"/>
              <a:gd name="connsiteY4" fmla="*/ 5507071 h 5507071"/>
              <a:gd name="connsiteX5" fmla="*/ 0 w 4998721"/>
              <a:gd name="connsiteY5" fmla="*/ 568489 h 550707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998721" h="5507071">
                <a:moveTo>
                  <a:pt x="4075726" y="0"/>
                </a:moveTo>
                <a:lnTo>
                  <a:pt x="4998721" y="242517"/>
                </a:lnTo>
                <a:lnTo>
                  <a:pt x="4998721" y="5102636"/>
                </a:lnTo>
                <a:lnTo>
                  <a:pt x="4158468" y="4872244"/>
                </a:lnTo>
                <a:lnTo>
                  <a:pt x="0" y="5507071"/>
                </a:lnTo>
                <a:lnTo>
                  <a:pt x="0" y="568489"/>
                </a:lnTo>
                <a:close/>
              </a:path>
            </a:pathLst>
          </a:custGeom>
          <a:solidFill>
            <a:schemeClr val="bg2">
              <a:lumMod val="20000"/>
              <a:lumOff val="80000"/>
            </a:schemeClr>
          </a:solidFill>
          <a:ln>
            <a:noFill/>
          </a:ln>
        </p:spPr>
        <p:txBody>
          <a:bodyPr wrap="square" anchor="ctr">
            <a:noAutofit/>
          </a:bodyPr>
          <a:lstStyle>
            <a:lvl1pPr marL="0" indent="0" algn="ctr">
              <a:buNone/>
              <a:defRPr b="0" i="0">
                <a:latin typeface="Aptos" panose="020B0004020202020204" pitchFamily="34" charset="0"/>
              </a:defRPr>
            </a:lvl1pPr>
          </a:lstStyle>
          <a:p>
            <a:endParaRPr lang="de-DE"/>
          </a:p>
        </p:txBody>
      </p:sp>
      <p:sp>
        <p:nvSpPr>
          <p:cNvPr id="5" name="Content Placeholder 2" descr="ph_body">
            <a:extLst>
              <a:ext uri="{FF2B5EF4-FFF2-40B4-BE49-F238E27FC236}">
                <a16:creationId xmlns:a16="http://schemas.microsoft.com/office/drawing/2014/main" id="{36614F09-9644-BCB7-F720-84DA3B82AB9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15937" y="1825625"/>
            <a:ext cx="5333717" cy="4351338"/>
          </a:xfrm>
          <a:prstGeom prst="rect">
            <a:avLst/>
          </a:prstGeom>
        </p:spPr>
        <p:txBody>
          <a:bodyPr>
            <a:normAutofit/>
          </a:bodyPr>
          <a:lstStyle>
            <a:lvl1pPr marL="285750" indent="-285750">
              <a:buFont typeface="Arial" panose="020B0604020202020204" pitchFamily="34" charset="0"/>
              <a:buChar char="•"/>
              <a:defRPr b="0" i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 marL="742950" indent="-285750">
              <a:buFont typeface="Arial" panose="020B0604020202020204" pitchFamily="34" charset="0"/>
              <a:buChar char="•"/>
              <a:defRPr b="0" i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2pPr>
            <a:lvl3pPr marL="1200150" indent="-285750">
              <a:buFont typeface="Arial" panose="020B0604020202020204" pitchFamily="34" charset="0"/>
              <a:buChar char="•"/>
              <a:defRPr b="0" i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6" name="Title Placeholder 1" descr="ph_title">
            <a:extLst>
              <a:ext uri="{FF2B5EF4-FFF2-40B4-BE49-F238E27FC236}">
                <a16:creationId xmlns:a16="http://schemas.microsoft.com/office/drawing/2014/main" id="{7F119ECE-B6BF-5A49-1013-E5C80F5037B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5938" y="522809"/>
            <a:ext cx="10401444" cy="1167879"/>
          </a:xfrm>
          <a:prstGeom prst="rect">
            <a:avLst/>
          </a:prstGeom>
        </p:spPr>
        <p:txBody>
          <a:bodyPr vert="horz" lIns="0" tIns="0" rIns="0" bIns="0" rtlCol="0" anchor="t">
            <a:normAutofit/>
          </a:bodyPr>
          <a:lstStyle>
            <a:lvl1pPr>
              <a:defRPr b="0" i="0">
                <a:latin typeface="PP Neue Machina Plain" pitchFamily="2" charset="77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4" name="Graphic 15">
            <a:extLst>
              <a:ext uri="{FF2B5EF4-FFF2-40B4-BE49-F238E27FC236}">
                <a16:creationId xmlns:a16="http://schemas.microsoft.com/office/drawing/2014/main" id="{DC9AE4F7-E3C1-6E0B-E3AD-C8AEC8AA83BB}"/>
              </a:ext>
            </a:extLst>
          </p:cNvPr>
          <p:cNvSpPr/>
          <p:nvPr userDrawn="1"/>
        </p:nvSpPr>
        <p:spPr>
          <a:xfrm>
            <a:off x="7045813" y="5953440"/>
            <a:ext cx="5148060" cy="654046"/>
          </a:xfrm>
          <a:custGeom>
            <a:avLst/>
            <a:gdLst>
              <a:gd name="connsiteX0" fmla="*/ 4307570 w 5148060"/>
              <a:gd name="connsiteY0" fmla="*/ 93035 h 654046"/>
              <a:gd name="connsiteX1" fmla="*/ 2 w 5148060"/>
              <a:gd name="connsiteY1" fmla="*/ 653151 h 654046"/>
              <a:gd name="connsiteX2" fmla="*/ 4294224 w 5148060"/>
              <a:gd name="connsiteY2" fmla="*/ 0 h 654046"/>
              <a:gd name="connsiteX3" fmla="*/ 5148061 w 5148060"/>
              <a:gd name="connsiteY3" fmla="*/ 236781 h 654046"/>
              <a:gd name="connsiteX4" fmla="*/ 4307570 w 5148060"/>
              <a:gd name="connsiteY4" fmla="*/ 93035 h 65404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5148060" h="654046">
                <a:moveTo>
                  <a:pt x="4307570" y="93035"/>
                </a:moveTo>
                <a:cubicBezTo>
                  <a:pt x="1430986" y="482968"/>
                  <a:pt x="2163" y="668657"/>
                  <a:pt x="2" y="653151"/>
                </a:cubicBezTo>
                <a:cubicBezTo>
                  <a:pt x="-2158" y="637645"/>
                  <a:pt x="1422216" y="420945"/>
                  <a:pt x="4294224" y="0"/>
                </a:cubicBezTo>
                <a:cubicBezTo>
                  <a:pt x="4578794" y="78927"/>
                  <a:pt x="4863491" y="157854"/>
                  <a:pt x="5148061" y="236781"/>
                </a:cubicBezTo>
                <a:cubicBezTo>
                  <a:pt x="4867940" y="188866"/>
                  <a:pt x="4587691" y="140950"/>
                  <a:pt x="4307570" y="93035"/>
                </a:cubicBezTo>
                <a:close/>
              </a:path>
            </a:pathLst>
          </a:custGeom>
          <a:gradFill>
            <a:gsLst>
              <a:gs pos="0">
                <a:srgbClr val="FFC000"/>
              </a:gs>
              <a:gs pos="100000">
                <a:srgbClr val="E3056C"/>
              </a:gs>
              <a:gs pos="100000">
                <a:schemeClr val="accent3">
                  <a:lumMod val="60000"/>
                  <a:lumOff val="40000"/>
                </a:schemeClr>
              </a:gs>
            </a:gsLst>
            <a:lin ang="5400000" scaled="1"/>
          </a:gradFill>
          <a:ln w="12700" cap="flat">
            <a:noFill/>
            <a:prstDash val="solid"/>
            <a:miter/>
          </a:ln>
        </p:spPr>
        <p:txBody>
          <a:bodyPr rtlCol="0" anchor="ctr"/>
          <a:lstStyle/>
          <a:p>
            <a:endParaRPr lang="en-US" b="0" i="0">
              <a:latin typeface="Aptos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93453007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ntent With Image 1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tangle 17">
            <a:extLst>
              <a:ext uri="{FF2B5EF4-FFF2-40B4-BE49-F238E27FC236}">
                <a16:creationId xmlns:a16="http://schemas.microsoft.com/office/drawing/2014/main" id="{85C10512-F623-9BF0-F18A-5DB178C96555}"/>
              </a:ext>
            </a:extLst>
          </p:cNvPr>
          <p:cNvSpPr/>
          <p:nvPr userDrawn="1"/>
        </p:nvSpPr>
        <p:spPr>
          <a:xfrm>
            <a:off x="5467350" y="6467475"/>
            <a:ext cx="2124075" cy="203262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Aptos" panose="020B0004020202020204" pitchFamily="34" charset="0"/>
            </a:endParaRPr>
          </a:p>
        </p:txBody>
      </p:sp>
      <p:sp>
        <p:nvSpPr>
          <p:cNvPr id="5" name="Content Placeholder 2" descr="ph_body">
            <a:extLst>
              <a:ext uri="{FF2B5EF4-FFF2-40B4-BE49-F238E27FC236}">
                <a16:creationId xmlns:a16="http://schemas.microsoft.com/office/drawing/2014/main" id="{36614F09-9644-BCB7-F720-84DA3B82AB9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15937" y="1825625"/>
            <a:ext cx="5333717" cy="4351338"/>
          </a:xfrm>
          <a:prstGeom prst="rect">
            <a:avLst/>
          </a:prstGeom>
        </p:spPr>
        <p:txBody>
          <a:bodyPr>
            <a:normAutofit/>
          </a:bodyPr>
          <a:lstStyle>
            <a:lvl1pPr marL="285750" indent="-285750">
              <a:buFont typeface="Arial" panose="020B0604020202020204" pitchFamily="34" charset="0"/>
              <a:buChar char="•"/>
              <a:defRPr b="0" i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 marL="742950" indent="-285750">
              <a:buFont typeface="Arial" panose="020B0604020202020204" pitchFamily="34" charset="0"/>
              <a:buChar char="•"/>
              <a:defRPr b="0" i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2pPr>
            <a:lvl3pPr marL="1200150" indent="-285750">
              <a:buFont typeface="Arial" panose="020B0604020202020204" pitchFamily="34" charset="0"/>
              <a:buChar char="•"/>
              <a:defRPr b="0" i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6" name="Title Placeholder 1" descr="ph_title">
            <a:extLst>
              <a:ext uri="{FF2B5EF4-FFF2-40B4-BE49-F238E27FC236}">
                <a16:creationId xmlns:a16="http://schemas.microsoft.com/office/drawing/2014/main" id="{7F119ECE-B6BF-5A49-1013-E5C80F5037B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5938" y="522809"/>
            <a:ext cx="10401444" cy="1167879"/>
          </a:xfrm>
          <a:prstGeom prst="rect">
            <a:avLst/>
          </a:prstGeom>
        </p:spPr>
        <p:txBody>
          <a:bodyPr vert="horz" lIns="0" tIns="0" rIns="0" bIns="0" rtlCol="0" anchor="t">
            <a:normAutofit/>
          </a:bodyPr>
          <a:lstStyle>
            <a:lvl1pPr>
              <a:defRPr b="0" i="0">
                <a:latin typeface="PP Neue Machina Plain" pitchFamily="2" charset="77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7" name="Graphic 15">
            <a:extLst>
              <a:ext uri="{FF2B5EF4-FFF2-40B4-BE49-F238E27FC236}">
                <a16:creationId xmlns:a16="http://schemas.microsoft.com/office/drawing/2014/main" id="{1E8DBC3C-505B-6EF3-7D64-798A287793B0}"/>
              </a:ext>
            </a:extLst>
          </p:cNvPr>
          <p:cNvSpPr/>
          <p:nvPr/>
        </p:nvSpPr>
        <p:spPr>
          <a:xfrm>
            <a:off x="7045813" y="5953440"/>
            <a:ext cx="5148060" cy="654046"/>
          </a:xfrm>
          <a:custGeom>
            <a:avLst/>
            <a:gdLst>
              <a:gd name="connsiteX0" fmla="*/ 4307570 w 5148060"/>
              <a:gd name="connsiteY0" fmla="*/ 93035 h 654046"/>
              <a:gd name="connsiteX1" fmla="*/ 2 w 5148060"/>
              <a:gd name="connsiteY1" fmla="*/ 653151 h 654046"/>
              <a:gd name="connsiteX2" fmla="*/ 4294224 w 5148060"/>
              <a:gd name="connsiteY2" fmla="*/ 0 h 654046"/>
              <a:gd name="connsiteX3" fmla="*/ 5148061 w 5148060"/>
              <a:gd name="connsiteY3" fmla="*/ 236781 h 654046"/>
              <a:gd name="connsiteX4" fmla="*/ 4307570 w 5148060"/>
              <a:gd name="connsiteY4" fmla="*/ 93035 h 65404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5148060" h="654046">
                <a:moveTo>
                  <a:pt x="4307570" y="93035"/>
                </a:moveTo>
                <a:cubicBezTo>
                  <a:pt x="1430986" y="482968"/>
                  <a:pt x="2163" y="668657"/>
                  <a:pt x="2" y="653151"/>
                </a:cubicBezTo>
                <a:cubicBezTo>
                  <a:pt x="-2158" y="637645"/>
                  <a:pt x="1422216" y="420945"/>
                  <a:pt x="4294224" y="0"/>
                </a:cubicBezTo>
                <a:cubicBezTo>
                  <a:pt x="4578794" y="78927"/>
                  <a:pt x="4863491" y="157854"/>
                  <a:pt x="5148061" y="236781"/>
                </a:cubicBezTo>
                <a:cubicBezTo>
                  <a:pt x="4867940" y="188866"/>
                  <a:pt x="4587691" y="140950"/>
                  <a:pt x="4307570" y="93035"/>
                </a:cubicBezTo>
                <a:close/>
              </a:path>
            </a:pathLst>
          </a:custGeom>
          <a:gradFill flip="none" rotWithShape="1">
            <a:gsLst>
              <a:gs pos="0">
                <a:srgbClr val="7161E2"/>
              </a:gs>
              <a:gs pos="100000">
                <a:srgbClr val="E3056C"/>
              </a:gs>
              <a:gs pos="100000">
                <a:schemeClr val="accent3">
                  <a:lumMod val="60000"/>
                  <a:lumOff val="40000"/>
                </a:schemeClr>
              </a:gs>
            </a:gsLst>
            <a:lin ang="5400000" scaled="1"/>
            <a:tileRect/>
          </a:gradFill>
          <a:ln w="12700" cap="flat">
            <a:noFill/>
            <a:prstDash val="solid"/>
            <a:miter/>
          </a:ln>
        </p:spPr>
        <p:txBody>
          <a:bodyPr rtlCol="0" anchor="ctr"/>
          <a:lstStyle/>
          <a:p>
            <a:endParaRPr lang="en-US" b="0" i="0">
              <a:latin typeface="Aptos" panose="020B0004020202020204" pitchFamily="34" charset="0"/>
            </a:endParaRPr>
          </a:p>
        </p:txBody>
      </p:sp>
      <p:sp>
        <p:nvSpPr>
          <p:cNvPr id="2" name="Picture Placeholder 10" descr="ph_image">
            <a:extLst>
              <a:ext uri="{FF2B5EF4-FFF2-40B4-BE49-F238E27FC236}">
                <a16:creationId xmlns:a16="http://schemas.microsoft.com/office/drawing/2014/main" id="{DEAAEB0A-E73D-CD84-4557-5A2E3548C9ED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 bwMode="auto">
          <a:xfrm>
            <a:off x="7048982" y="943986"/>
            <a:ext cx="5143019" cy="5666044"/>
          </a:xfrm>
          <a:custGeom>
            <a:avLst/>
            <a:gdLst>
              <a:gd name="connsiteX0" fmla="*/ 4075726 w 4998721"/>
              <a:gd name="connsiteY0" fmla="*/ 0 h 5507071"/>
              <a:gd name="connsiteX1" fmla="*/ 4998721 w 4998721"/>
              <a:gd name="connsiteY1" fmla="*/ 242517 h 5507071"/>
              <a:gd name="connsiteX2" fmla="*/ 4998721 w 4998721"/>
              <a:gd name="connsiteY2" fmla="*/ 5102636 h 5507071"/>
              <a:gd name="connsiteX3" fmla="*/ 4158468 w 4998721"/>
              <a:gd name="connsiteY3" fmla="*/ 4872244 h 5507071"/>
              <a:gd name="connsiteX4" fmla="*/ 0 w 4998721"/>
              <a:gd name="connsiteY4" fmla="*/ 5507071 h 5507071"/>
              <a:gd name="connsiteX5" fmla="*/ 0 w 4998721"/>
              <a:gd name="connsiteY5" fmla="*/ 568489 h 550707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998721" h="5507071">
                <a:moveTo>
                  <a:pt x="4075726" y="0"/>
                </a:moveTo>
                <a:lnTo>
                  <a:pt x="4998721" y="242517"/>
                </a:lnTo>
                <a:lnTo>
                  <a:pt x="4998721" y="5102636"/>
                </a:lnTo>
                <a:lnTo>
                  <a:pt x="4158468" y="4872244"/>
                </a:lnTo>
                <a:lnTo>
                  <a:pt x="0" y="5507071"/>
                </a:lnTo>
                <a:lnTo>
                  <a:pt x="0" y="568489"/>
                </a:lnTo>
                <a:close/>
              </a:path>
            </a:pathLst>
          </a:custGeom>
          <a:solidFill>
            <a:schemeClr val="bg2">
              <a:lumMod val="20000"/>
              <a:lumOff val="80000"/>
            </a:schemeClr>
          </a:solidFill>
          <a:ln>
            <a:noFill/>
          </a:ln>
        </p:spPr>
        <p:txBody>
          <a:bodyPr wrap="square" anchor="ctr">
            <a:noAutofit/>
          </a:bodyPr>
          <a:lstStyle>
            <a:lvl1pPr marL="0" indent="0" algn="ctr">
              <a:buNone/>
              <a:defRPr b="0" i="0">
                <a:latin typeface="Aptos" panose="020B0004020202020204" pitchFamily="34" charset="0"/>
              </a:defRPr>
            </a:lvl1pPr>
          </a:lstStyle>
          <a:p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741420471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ntent with Image - Dark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ctangle 13">
            <a:extLst>
              <a:ext uri="{FF2B5EF4-FFF2-40B4-BE49-F238E27FC236}">
                <a16:creationId xmlns:a16="http://schemas.microsoft.com/office/drawing/2014/main" id="{A2FE17D7-8501-F287-8F7B-C0B6EF822519}"/>
              </a:ext>
            </a:extLst>
          </p:cNvPr>
          <p:cNvSpPr/>
          <p:nvPr userDrawn="1"/>
        </p:nvSpPr>
        <p:spPr>
          <a:xfrm>
            <a:off x="5467350" y="6467475"/>
            <a:ext cx="2124075" cy="203262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Aptos" panose="020B0004020202020204" pitchFamily="34" charset="0"/>
            </a:endParaRPr>
          </a:p>
        </p:txBody>
      </p:sp>
      <p:sp>
        <p:nvSpPr>
          <p:cNvPr id="11" name="Picture Placeholder 10" descr="ph_image">
            <a:extLst>
              <a:ext uri="{FF2B5EF4-FFF2-40B4-BE49-F238E27FC236}">
                <a16:creationId xmlns:a16="http://schemas.microsoft.com/office/drawing/2014/main" id="{00C3E987-87AD-8816-C3B4-CA4D20556442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 bwMode="auto">
          <a:xfrm>
            <a:off x="7048982" y="943986"/>
            <a:ext cx="5143019" cy="5666044"/>
          </a:xfrm>
          <a:custGeom>
            <a:avLst/>
            <a:gdLst>
              <a:gd name="connsiteX0" fmla="*/ 4075726 w 4998721"/>
              <a:gd name="connsiteY0" fmla="*/ 0 h 5507071"/>
              <a:gd name="connsiteX1" fmla="*/ 4998721 w 4998721"/>
              <a:gd name="connsiteY1" fmla="*/ 242517 h 5507071"/>
              <a:gd name="connsiteX2" fmla="*/ 4998721 w 4998721"/>
              <a:gd name="connsiteY2" fmla="*/ 5102636 h 5507071"/>
              <a:gd name="connsiteX3" fmla="*/ 4158468 w 4998721"/>
              <a:gd name="connsiteY3" fmla="*/ 4872244 h 5507071"/>
              <a:gd name="connsiteX4" fmla="*/ 0 w 4998721"/>
              <a:gd name="connsiteY4" fmla="*/ 5507071 h 5507071"/>
              <a:gd name="connsiteX5" fmla="*/ 0 w 4998721"/>
              <a:gd name="connsiteY5" fmla="*/ 568489 h 550707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998721" h="5507071">
                <a:moveTo>
                  <a:pt x="4075726" y="0"/>
                </a:moveTo>
                <a:lnTo>
                  <a:pt x="4998721" y="242517"/>
                </a:lnTo>
                <a:lnTo>
                  <a:pt x="4998721" y="5102636"/>
                </a:lnTo>
                <a:lnTo>
                  <a:pt x="4158468" y="4872244"/>
                </a:lnTo>
                <a:lnTo>
                  <a:pt x="0" y="5507071"/>
                </a:lnTo>
                <a:lnTo>
                  <a:pt x="0" y="568489"/>
                </a:lnTo>
                <a:close/>
              </a:path>
            </a:pathLst>
          </a:custGeom>
          <a:solidFill>
            <a:schemeClr val="bg2">
              <a:lumMod val="20000"/>
              <a:lumOff val="80000"/>
            </a:schemeClr>
          </a:solidFill>
          <a:ln>
            <a:noFill/>
          </a:ln>
        </p:spPr>
        <p:txBody>
          <a:bodyPr wrap="square" anchor="ctr">
            <a:noAutofit/>
          </a:bodyPr>
          <a:lstStyle>
            <a:lvl1pPr marL="0" indent="0" algn="ctr">
              <a:buNone/>
              <a:defRPr b="0" i="0">
                <a:latin typeface="Aptos" panose="020B0004020202020204" pitchFamily="34" charset="0"/>
              </a:defRPr>
            </a:lvl1pPr>
          </a:lstStyle>
          <a:p>
            <a:endParaRPr lang="de-DE"/>
          </a:p>
        </p:txBody>
      </p:sp>
      <p:sp>
        <p:nvSpPr>
          <p:cNvPr id="5" name="Content Placeholder 2" descr="ph_body">
            <a:extLst>
              <a:ext uri="{FF2B5EF4-FFF2-40B4-BE49-F238E27FC236}">
                <a16:creationId xmlns:a16="http://schemas.microsoft.com/office/drawing/2014/main" id="{36614F09-9644-BCB7-F720-84DA3B82AB9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15937" y="1825625"/>
            <a:ext cx="5333717" cy="4351338"/>
          </a:xfrm>
          <a:prstGeom prst="rect">
            <a:avLst/>
          </a:prstGeom>
        </p:spPr>
        <p:txBody>
          <a:bodyPr>
            <a:normAutofit/>
          </a:bodyPr>
          <a:lstStyle>
            <a:lvl1pPr marL="285750" indent="-285750">
              <a:buFont typeface="Arial" panose="020B0604020202020204" pitchFamily="34" charset="0"/>
              <a:buChar char="•"/>
              <a:defRPr b="0" i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 marL="742950" indent="-285750">
              <a:buFont typeface="Arial" panose="020B0604020202020204" pitchFamily="34" charset="0"/>
              <a:buChar char="•"/>
              <a:defRPr b="0" i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2pPr>
            <a:lvl3pPr marL="1200150" indent="-285750">
              <a:buFont typeface="Arial" panose="020B0604020202020204" pitchFamily="34" charset="0"/>
              <a:buChar char="•"/>
              <a:defRPr b="0" i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6" name="Title Placeholder 1" descr="ph_title">
            <a:extLst>
              <a:ext uri="{FF2B5EF4-FFF2-40B4-BE49-F238E27FC236}">
                <a16:creationId xmlns:a16="http://schemas.microsoft.com/office/drawing/2014/main" id="{7F119ECE-B6BF-5A49-1013-E5C80F5037B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5938" y="522809"/>
            <a:ext cx="10401444" cy="1167879"/>
          </a:xfrm>
          <a:prstGeom prst="rect">
            <a:avLst/>
          </a:prstGeom>
        </p:spPr>
        <p:txBody>
          <a:bodyPr vert="horz" lIns="0" tIns="0" rIns="0" bIns="0" rtlCol="0" anchor="t">
            <a:normAutofit/>
          </a:bodyPr>
          <a:lstStyle>
            <a:lvl1pPr>
              <a:defRPr b="0" i="0">
                <a:latin typeface="PP Neue Machina Plain" pitchFamily="2" charset="77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Graphic 15">
            <a:extLst>
              <a:ext uri="{FF2B5EF4-FFF2-40B4-BE49-F238E27FC236}">
                <a16:creationId xmlns:a16="http://schemas.microsoft.com/office/drawing/2014/main" id="{11131441-18C8-3B36-DBAA-443991C6E8D2}"/>
              </a:ext>
            </a:extLst>
          </p:cNvPr>
          <p:cNvSpPr/>
          <p:nvPr userDrawn="1"/>
        </p:nvSpPr>
        <p:spPr>
          <a:xfrm>
            <a:off x="7045813" y="5953440"/>
            <a:ext cx="5148060" cy="654046"/>
          </a:xfrm>
          <a:custGeom>
            <a:avLst/>
            <a:gdLst>
              <a:gd name="connsiteX0" fmla="*/ 4307570 w 5148060"/>
              <a:gd name="connsiteY0" fmla="*/ 93035 h 654046"/>
              <a:gd name="connsiteX1" fmla="*/ 2 w 5148060"/>
              <a:gd name="connsiteY1" fmla="*/ 653151 h 654046"/>
              <a:gd name="connsiteX2" fmla="*/ 4294224 w 5148060"/>
              <a:gd name="connsiteY2" fmla="*/ 0 h 654046"/>
              <a:gd name="connsiteX3" fmla="*/ 5148061 w 5148060"/>
              <a:gd name="connsiteY3" fmla="*/ 236781 h 654046"/>
              <a:gd name="connsiteX4" fmla="*/ 4307570 w 5148060"/>
              <a:gd name="connsiteY4" fmla="*/ 93035 h 65404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5148060" h="654046">
                <a:moveTo>
                  <a:pt x="4307570" y="93035"/>
                </a:moveTo>
                <a:cubicBezTo>
                  <a:pt x="1430986" y="482968"/>
                  <a:pt x="2163" y="668657"/>
                  <a:pt x="2" y="653151"/>
                </a:cubicBezTo>
                <a:cubicBezTo>
                  <a:pt x="-2158" y="637645"/>
                  <a:pt x="1422216" y="420945"/>
                  <a:pt x="4294224" y="0"/>
                </a:cubicBezTo>
                <a:cubicBezTo>
                  <a:pt x="4578794" y="78927"/>
                  <a:pt x="4863491" y="157854"/>
                  <a:pt x="5148061" y="236781"/>
                </a:cubicBezTo>
                <a:cubicBezTo>
                  <a:pt x="4867940" y="188866"/>
                  <a:pt x="4587691" y="140950"/>
                  <a:pt x="4307570" y="93035"/>
                </a:cubicBezTo>
                <a:close/>
              </a:path>
            </a:pathLst>
          </a:custGeom>
          <a:gradFill>
            <a:gsLst>
              <a:gs pos="0">
                <a:srgbClr val="FFC000"/>
              </a:gs>
              <a:gs pos="100000">
                <a:srgbClr val="E3056C"/>
              </a:gs>
              <a:gs pos="100000">
                <a:schemeClr val="accent3">
                  <a:lumMod val="60000"/>
                  <a:lumOff val="40000"/>
                </a:schemeClr>
              </a:gs>
            </a:gsLst>
            <a:lin ang="5400000" scaled="1"/>
          </a:gradFill>
          <a:ln w="12700" cap="flat">
            <a:noFill/>
            <a:prstDash val="solid"/>
            <a:miter/>
          </a:ln>
        </p:spPr>
        <p:txBody>
          <a:bodyPr rtlCol="0" anchor="ctr"/>
          <a:lstStyle/>
          <a:p>
            <a:endParaRPr lang="en-US" b="0" i="0">
              <a:latin typeface="Aptos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27072955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ntent with Image 2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ctangle 13">
            <a:extLst>
              <a:ext uri="{FF2B5EF4-FFF2-40B4-BE49-F238E27FC236}">
                <a16:creationId xmlns:a16="http://schemas.microsoft.com/office/drawing/2014/main" id="{59FBB0BF-ED6D-3DCE-A633-4829DDDDFFD0}"/>
              </a:ext>
            </a:extLst>
          </p:cNvPr>
          <p:cNvSpPr/>
          <p:nvPr userDrawn="1"/>
        </p:nvSpPr>
        <p:spPr>
          <a:xfrm>
            <a:off x="5467350" y="6467475"/>
            <a:ext cx="2124075" cy="203262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Aptos" panose="020B0004020202020204" pitchFamily="34" charset="0"/>
            </a:endParaRPr>
          </a:p>
        </p:txBody>
      </p:sp>
      <p:sp>
        <p:nvSpPr>
          <p:cNvPr id="5" name="Content Placeholder 2" descr="ph_body">
            <a:extLst>
              <a:ext uri="{FF2B5EF4-FFF2-40B4-BE49-F238E27FC236}">
                <a16:creationId xmlns:a16="http://schemas.microsoft.com/office/drawing/2014/main" id="{36614F09-9644-BCB7-F720-84DA3B82AB9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15937" y="1825625"/>
            <a:ext cx="5333717" cy="4351338"/>
          </a:xfrm>
          <a:prstGeom prst="rect">
            <a:avLst/>
          </a:prstGeom>
        </p:spPr>
        <p:txBody>
          <a:bodyPr>
            <a:normAutofit/>
          </a:bodyPr>
          <a:lstStyle>
            <a:lvl1pPr marL="285750" indent="-285750">
              <a:buFont typeface="Arial" panose="020B0604020202020204" pitchFamily="34" charset="0"/>
              <a:buChar char="•"/>
              <a:defRPr b="0" i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 marL="742950" indent="-285750">
              <a:buFont typeface="Arial" panose="020B0604020202020204" pitchFamily="34" charset="0"/>
              <a:buChar char="•"/>
              <a:defRPr b="0" i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2pPr>
            <a:lvl3pPr marL="1200150" indent="-285750">
              <a:buFont typeface="Arial" panose="020B0604020202020204" pitchFamily="34" charset="0"/>
              <a:buChar char="•"/>
              <a:defRPr b="0" i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6" name="Title Placeholder 1" descr="ph_title">
            <a:extLst>
              <a:ext uri="{FF2B5EF4-FFF2-40B4-BE49-F238E27FC236}">
                <a16:creationId xmlns:a16="http://schemas.microsoft.com/office/drawing/2014/main" id="{7F119ECE-B6BF-5A49-1013-E5C80F5037B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5938" y="522809"/>
            <a:ext cx="10401444" cy="1167879"/>
          </a:xfrm>
          <a:prstGeom prst="rect">
            <a:avLst/>
          </a:prstGeom>
        </p:spPr>
        <p:txBody>
          <a:bodyPr vert="horz" lIns="0" tIns="0" rIns="0" bIns="0" rtlCol="0" anchor="t">
            <a:normAutofit/>
          </a:bodyPr>
          <a:lstStyle>
            <a:lvl1pPr>
              <a:defRPr b="0" i="0">
                <a:latin typeface="PP Neue Machina Plain" pitchFamily="2" charset="77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0" name="Graphic 15">
            <a:extLst>
              <a:ext uri="{FF2B5EF4-FFF2-40B4-BE49-F238E27FC236}">
                <a16:creationId xmlns:a16="http://schemas.microsoft.com/office/drawing/2014/main" id="{48113BB6-D385-FA38-845D-825C6C6E95C5}"/>
              </a:ext>
            </a:extLst>
          </p:cNvPr>
          <p:cNvSpPr/>
          <p:nvPr userDrawn="1"/>
        </p:nvSpPr>
        <p:spPr>
          <a:xfrm>
            <a:off x="7045813" y="5953440"/>
            <a:ext cx="5148060" cy="654046"/>
          </a:xfrm>
          <a:custGeom>
            <a:avLst/>
            <a:gdLst>
              <a:gd name="connsiteX0" fmla="*/ 4307570 w 5148060"/>
              <a:gd name="connsiteY0" fmla="*/ 93035 h 654046"/>
              <a:gd name="connsiteX1" fmla="*/ 2 w 5148060"/>
              <a:gd name="connsiteY1" fmla="*/ 653151 h 654046"/>
              <a:gd name="connsiteX2" fmla="*/ 4294224 w 5148060"/>
              <a:gd name="connsiteY2" fmla="*/ 0 h 654046"/>
              <a:gd name="connsiteX3" fmla="*/ 5148061 w 5148060"/>
              <a:gd name="connsiteY3" fmla="*/ 236781 h 654046"/>
              <a:gd name="connsiteX4" fmla="*/ 4307570 w 5148060"/>
              <a:gd name="connsiteY4" fmla="*/ 93035 h 65404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5148060" h="654046">
                <a:moveTo>
                  <a:pt x="4307570" y="93035"/>
                </a:moveTo>
                <a:cubicBezTo>
                  <a:pt x="1430986" y="482968"/>
                  <a:pt x="2163" y="668657"/>
                  <a:pt x="2" y="653151"/>
                </a:cubicBezTo>
                <a:cubicBezTo>
                  <a:pt x="-2158" y="637645"/>
                  <a:pt x="1422216" y="420945"/>
                  <a:pt x="4294224" y="0"/>
                </a:cubicBezTo>
                <a:cubicBezTo>
                  <a:pt x="4578794" y="78927"/>
                  <a:pt x="4863491" y="157854"/>
                  <a:pt x="5148061" y="236781"/>
                </a:cubicBezTo>
                <a:cubicBezTo>
                  <a:pt x="4867940" y="188866"/>
                  <a:pt x="4587691" y="140950"/>
                  <a:pt x="4307570" y="93035"/>
                </a:cubicBezTo>
                <a:close/>
              </a:path>
            </a:pathLst>
          </a:custGeom>
          <a:gradFill>
            <a:gsLst>
              <a:gs pos="0">
                <a:schemeClr val="accent1">
                  <a:lumMod val="67000"/>
                </a:schemeClr>
              </a:gs>
              <a:gs pos="48000">
                <a:schemeClr val="accent1">
                  <a:lumMod val="97000"/>
                  <a:lumOff val="3000"/>
                </a:schemeClr>
              </a:gs>
              <a:gs pos="100000">
                <a:schemeClr val="accent1">
                  <a:lumMod val="60000"/>
                  <a:lumOff val="40000"/>
                </a:schemeClr>
              </a:gs>
            </a:gsLst>
            <a:lin ang="16200000" scaled="1"/>
          </a:gradFill>
          <a:ln w="12700" cap="flat">
            <a:noFill/>
            <a:prstDash val="solid"/>
            <a:miter/>
          </a:ln>
        </p:spPr>
        <p:txBody>
          <a:bodyPr rtlCol="0" anchor="ctr"/>
          <a:lstStyle/>
          <a:p>
            <a:endParaRPr lang="en-US" b="0" i="0">
              <a:latin typeface="Aptos" panose="020B0004020202020204" pitchFamily="34" charset="0"/>
            </a:endParaRPr>
          </a:p>
        </p:txBody>
      </p:sp>
      <p:sp>
        <p:nvSpPr>
          <p:cNvPr id="2" name="Picture Placeholder 10" descr="ph_image">
            <a:extLst>
              <a:ext uri="{FF2B5EF4-FFF2-40B4-BE49-F238E27FC236}">
                <a16:creationId xmlns:a16="http://schemas.microsoft.com/office/drawing/2014/main" id="{60172A92-006C-AD0B-8E2C-28F188AF49CE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 bwMode="auto">
          <a:xfrm>
            <a:off x="7048982" y="943986"/>
            <a:ext cx="5143019" cy="5666044"/>
          </a:xfrm>
          <a:custGeom>
            <a:avLst/>
            <a:gdLst>
              <a:gd name="connsiteX0" fmla="*/ 4075726 w 4998721"/>
              <a:gd name="connsiteY0" fmla="*/ 0 h 5507071"/>
              <a:gd name="connsiteX1" fmla="*/ 4998721 w 4998721"/>
              <a:gd name="connsiteY1" fmla="*/ 242517 h 5507071"/>
              <a:gd name="connsiteX2" fmla="*/ 4998721 w 4998721"/>
              <a:gd name="connsiteY2" fmla="*/ 5102636 h 5507071"/>
              <a:gd name="connsiteX3" fmla="*/ 4158468 w 4998721"/>
              <a:gd name="connsiteY3" fmla="*/ 4872244 h 5507071"/>
              <a:gd name="connsiteX4" fmla="*/ 0 w 4998721"/>
              <a:gd name="connsiteY4" fmla="*/ 5507071 h 5507071"/>
              <a:gd name="connsiteX5" fmla="*/ 0 w 4998721"/>
              <a:gd name="connsiteY5" fmla="*/ 568489 h 550707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998721" h="5507071">
                <a:moveTo>
                  <a:pt x="4075726" y="0"/>
                </a:moveTo>
                <a:lnTo>
                  <a:pt x="4998721" y="242517"/>
                </a:lnTo>
                <a:lnTo>
                  <a:pt x="4998721" y="5102636"/>
                </a:lnTo>
                <a:lnTo>
                  <a:pt x="4158468" y="4872244"/>
                </a:lnTo>
                <a:lnTo>
                  <a:pt x="0" y="5507071"/>
                </a:lnTo>
                <a:lnTo>
                  <a:pt x="0" y="568489"/>
                </a:lnTo>
                <a:close/>
              </a:path>
            </a:pathLst>
          </a:custGeom>
          <a:solidFill>
            <a:schemeClr val="bg2">
              <a:lumMod val="20000"/>
              <a:lumOff val="80000"/>
            </a:schemeClr>
          </a:solidFill>
          <a:ln>
            <a:noFill/>
          </a:ln>
        </p:spPr>
        <p:txBody>
          <a:bodyPr wrap="square" anchor="ctr">
            <a:noAutofit/>
          </a:bodyPr>
          <a:lstStyle>
            <a:lvl1pPr marL="0" indent="0" algn="ctr">
              <a:buNone/>
              <a:defRPr b="0" i="0">
                <a:latin typeface="Aptos" panose="020B0004020202020204" pitchFamily="34" charset="0"/>
              </a:defRPr>
            </a:lvl1pPr>
          </a:lstStyle>
          <a:p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801073156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 with Image - L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Placeholder 1" descr="ph_title">
            <a:extLst>
              <a:ext uri="{FF2B5EF4-FFF2-40B4-BE49-F238E27FC236}">
                <a16:creationId xmlns:a16="http://schemas.microsoft.com/office/drawing/2014/main" id="{52062F48-588B-85E3-F8AE-E91C5864BAB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5938" y="522809"/>
            <a:ext cx="10373735" cy="1167879"/>
          </a:xfrm>
          <a:prstGeom prst="rect">
            <a:avLst/>
          </a:prstGeom>
        </p:spPr>
        <p:txBody>
          <a:bodyPr vert="horz" lIns="0" tIns="0" rIns="0" bIns="0" rtlCol="0" anchor="t">
            <a:normAutofit/>
          </a:bodyPr>
          <a:lstStyle>
            <a:lvl1pPr>
              <a:defRPr b="0" i="0">
                <a:latin typeface="PP Neue Machina Plain" pitchFamily="2" charset="77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2" name="Content Placeholder 2" descr="ph_body_left">
            <a:extLst>
              <a:ext uri="{FF2B5EF4-FFF2-40B4-BE49-F238E27FC236}">
                <a16:creationId xmlns:a16="http://schemas.microsoft.com/office/drawing/2014/main" id="{A611BBA6-9D53-141F-E542-580F8ED80DF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15937" y="4163350"/>
            <a:ext cx="5394960" cy="202472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b="0" i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>
              <a:defRPr b="0" i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2pPr>
            <a:lvl3pPr>
              <a:defRPr b="0" i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3pPr>
            <a:lvl4pPr>
              <a:defRPr b="0" i="0"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defRPr b="0" i="0"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4" name="Content Placeholder 3" descr="ph_body_right">
            <a:extLst>
              <a:ext uri="{FF2B5EF4-FFF2-40B4-BE49-F238E27FC236}">
                <a16:creationId xmlns:a16="http://schemas.microsoft.com/office/drawing/2014/main" id="{DD4CC844-CCB4-F589-7428-48010A1EC40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281102" y="4163350"/>
            <a:ext cx="5394960" cy="202472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b="0" i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>
              <a:defRPr b="0" i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2pPr>
            <a:lvl3pPr>
              <a:defRPr b="0" i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3pPr>
            <a:lvl4pPr>
              <a:defRPr b="0" i="0"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defRPr b="0" i="0"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8" name="Picture Placeholder 6" descr="ph_image">
            <a:extLst>
              <a:ext uri="{FF2B5EF4-FFF2-40B4-BE49-F238E27FC236}">
                <a16:creationId xmlns:a16="http://schemas.microsoft.com/office/drawing/2014/main" id="{C4D61149-7027-7DA2-D194-EC6543F0B621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515938" y="1820312"/>
            <a:ext cx="11160125" cy="2230326"/>
          </a:xfrm>
          <a:prstGeom prst="rect">
            <a:avLst/>
          </a:prstGeom>
        </p:spPr>
        <p:txBody>
          <a:bodyPr anchor="ctr">
            <a:normAutofit/>
          </a:bodyPr>
          <a:lstStyle>
            <a:lvl1pPr marL="0" indent="0" algn="ctr">
              <a:buNone/>
              <a:defRPr b="0" i="0">
                <a:latin typeface="Aptos" panose="020B0004020202020204" pitchFamily="34" charset="0"/>
              </a:defRPr>
            </a:lvl1pPr>
          </a:lstStyle>
          <a:p>
            <a:r>
              <a:rPr lang="en-US"/>
              <a:t>Click icon to add image</a:t>
            </a:r>
          </a:p>
        </p:txBody>
      </p:sp>
      <p:sp>
        <p:nvSpPr>
          <p:cNvPr id="3" name="Graphic 24">
            <a:extLst>
              <a:ext uri="{FF2B5EF4-FFF2-40B4-BE49-F238E27FC236}">
                <a16:creationId xmlns:a16="http://schemas.microsoft.com/office/drawing/2014/main" id="{46E1E31B-5FB5-93C1-D0C1-DC9E61A21BDE}"/>
              </a:ext>
            </a:extLst>
          </p:cNvPr>
          <p:cNvSpPr/>
          <p:nvPr userDrawn="1"/>
        </p:nvSpPr>
        <p:spPr>
          <a:xfrm>
            <a:off x="0" y="0"/>
            <a:ext cx="121768" cy="1959429"/>
          </a:xfrm>
          <a:custGeom>
            <a:avLst/>
            <a:gdLst>
              <a:gd name="connsiteX0" fmla="*/ 0 w 190722"/>
              <a:gd name="connsiteY0" fmla="*/ 0 h 3068991"/>
              <a:gd name="connsiteX1" fmla="*/ 0 w 190722"/>
              <a:gd name="connsiteY1" fmla="*/ 3068992 h 3068991"/>
              <a:gd name="connsiteX2" fmla="*/ 190722 w 190722"/>
              <a:gd name="connsiteY2" fmla="*/ 2669273 h 3068991"/>
              <a:gd name="connsiteX3" fmla="*/ 0 w 190722"/>
              <a:gd name="connsiteY3" fmla="*/ 0 h 306899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90722" h="3068991">
                <a:moveTo>
                  <a:pt x="0" y="0"/>
                </a:moveTo>
                <a:lnTo>
                  <a:pt x="0" y="3068992"/>
                </a:lnTo>
                <a:cubicBezTo>
                  <a:pt x="63644" y="2935822"/>
                  <a:pt x="127078" y="2802442"/>
                  <a:pt x="190722" y="2669273"/>
                </a:cubicBezTo>
                <a:cubicBezTo>
                  <a:pt x="127078" y="1779515"/>
                  <a:pt x="63644" y="889758"/>
                  <a:pt x="0" y="0"/>
                </a:cubicBezTo>
                <a:close/>
              </a:path>
            </a:pathLst>
          </a:custGeom>
          <a:gradFill>
            <a:gsLst>
              <a:gs pos="0">
                <a:schemeClr val="accent1">
                  <a:lumMod val="67000"/>
                </a:schemeClr>
              </a:gs>
              <a:gs pos="48000">
                <a:schemeClr val="accent1">
                  <a:lumMod val="97000"/>
                  <a:lumOff val="3000"/>
                </a:schemeClr>
              </a:gs>
              <a:gs pos="100000">
                <a:schemeClr val="accent1">
                  <a:lumMod val="60000"/>
                  <a:lumOff val="40000"/>
                </a:schemeClr>
              </a:gs>
            </a:gsLst>
            <a:lin ang="16200000" scaled="1"/>
          </a:gradFill>
          <a:ln w="20108" cap="flat">
            <a:noFill/>
            <a:prstDash val="solid"/>
            <a:miter/>
          </a:ln>
        </p:spPr>
        <p:txBody>
          <a:bodyPr rtlCol="0" anchor="ctr"/>
          <a:lstStyle/>
          <a:p>
            <a:endParaRPr lang="en-US" b="0" i="0">
              <a:latin typeface="Aptos" panose="020B0004020202020204" pitchFamily="34" charset="0"/>
            </a:endParaRPr>
          </a:p>
        </p:txBody>
      </p:sp>
      <p:sp>
        <p:nvSpPr>
          <p:cNvPr id="6" name="Graphic 26">
            <a:extLst>
              <a:ext uri="{FF2B5EF4-FFF2-40B4-BE49-F238E27FC236}">
                <a16:creationId xmlns:a16="http://schemas.microsoft.com/office/drawing/2014/main" id="{36CAC580-65B3-BFBF-5453-A0D854BCD046}"/>
              </a:ext>
            </a:extLst>
          </p:cNvPr>
          <p:cNvSpPr/>
          <p:nvPr userDrawn="1"/>
        </p:nvSpPr>
        <p:spPr>
          <a:xfrm>
            <a:off x="12070232" y="5008131"/>
            <a:ext cx="121768" cy="1959429"/>
          </a:xfrm>
          <a:custGeom>
            <a:avLst/>
            <a:gdLst>
              <a:gd name="connsiteX0" fmla="*/ 190722 w 190722"/>
              <a:gd name="connsiteY0" fmla="*/ 3068992 h 3068991"/>
              <a:gd name="connsiteX1" fmla="*/ 190722 w 190722"/>
              <a:gd name="connsiteY1" fmla="*/ 0 h 3068991"/>
              <a:gd name="connsiteX2" fmla="*/ 0 w 190722"/>
              <a:gd name="connsiteY2" fmla="*/ 399719 h 3068991"/>
              <a:gd name="connsiteX3" fmla="*/ 190722 w 190722"/>
              <a:gd name="connsiteY3" fmla="*/ 3068992 h 306899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90722" h="3068991">
                <a:moveTo>
                  <a:pt x="190722" y="3068992"/>
                </a:moveTo>
                <a:lnTo>
                  <a:pt x="190722" y="0"/>
                </a:lnTo>
                <a:cubicBezTo>
                  <a:pt x="127078" y="133170"/>
                  <a:pt x="63644" y="266549"/>
                  <a:pt x="0" y="399719"/>
                </a:cubicBezTo>
                <a:cubicBezTo>
                  <a:pt x="63644" y="1289476"/>
                  <a:pt x="127078" y="2179234"/>
                  <a:pt x="190722" y="3068992"/>
                </a:cubicBezTo>
                <a:close/>
              </a:path>
            </a:pathLst>
          </a:custGeom>
          <a:gradFill flip="none" rotWithShape="1">
            <a:gsLst>
              <a:gs pos="0">
                <a:schemeClr val="accent1">
                  <a:lumMod val="67000"/>
                </a:schemeClr>
              </a:gs>
              <a:gs pos="48000">
                <a:schemeClr val="accent1">
                  <a:lumMod val="97000"/>
                  <a:lumOff val="3000"/>
                </a:schemeClr>
              </a:gs>
              <a:gs pos="100000">
                <a:schemeClr val="accent1">
                  <a:lumMod val="60000"/>
                  <a:lumOff val="40000"/>
                </a:schemeClr>
              </a:gs>
            </a:gsLst>
            <a:lin ang="5400000" scaled="1"/>
            <a:tileRect/>
          </a:gradFill>
          <a:ln w="20108" cap="flat">
            <a:noFill/>
            <a:prstDash val="solid"/>
            <a:miter/>
          </a:ln>
        </p:spPr>
        <p:txBody>
          <a:bodyPr rtlCol="0" anchor="ctr"/>
          <a:lstStyle/>
          <a:p>
            <a:endParaRPr lang="en-US" b="0" i="0">
              <a:latin typeface="Aptos" panose="020B0004020202020204" pitchFamily="34" charset="0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86F75BB8-E513-DD9E-678E-6130839F0BA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 flipH="1">
            <a:off x="5996303" y="4163350"/>
            <a:ext cx="121146" cy="20247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06834732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 with Image - Dark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Placeholder 1" descr="ph_title">
            <a:extLst>
              <a:ext uri="{FF2B5EF4-FFF2-40B4-BE49-F238E27FC236}">
                <a16:creationId xmlns:a16="http://schemas.microsoft.com/office/drawing/2014/main" id="{52062F48-588B-85E3-F8AE-E91C5864BAB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5938" y="522809"/>
            <a:ext cx="10392207" cy="1167879"/>
          </a:xfrm>
          <a:prstGeom prst="rect">
            <a:avLst/>
          </a:prstGeom>
        </p:spPr>
        <p:txBody>
          <a:bodyPr vert="horz" lIns="0" tIns="0" rIns="0" bIns="0" rtlCol="0" anchor="t">
            <a:normAutofit/>
          </a:bodyPr>
          <a:lstStyle>
            <a:lvl1pPr>
              <a:defRPr b="0" i="0">
                <a:solidFill>
                  <a:schemeClr val="tx1"/>
                </a:solidFill>
                <a:latin typeface="PP Neue Machina Plain" pitchFamily="2" charset="77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2" name="Content Placeholder 2" descr="ph_body_left">
            <a:extLst>
              <a:ext uri="{FF2B5EF4-FFF2-40B4-BE49-F238E27FC236}">
                <a16:creationId xmlns:a16="http://schemas.microsoft.com/office/drawing/2014/main" id="{A611BBA6-9D53-141F-E542-580F8ED80DF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15937" y="4163350"/>
            <a:ext cx="5394960" cy="202472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b="0" i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>
              <a:defRPr b="0" i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2pPr>
            <a:lvl3pPr>
              <a:defRPr b="0" i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3pPr>
            <a:lvl4pPr>
              <a:defRPr b="0" i="0">
                <a:solidFill>
                  <a:schemeClr val="bg1"/>
                </a:solidFill>
                <a:latin typeface="Avenir LT 45 Book" panose="020B0503020000020003" pitchFamily="34" charset="0"/>
                <a:cs typeface="Arial" panose="020B0604020202020204" pitchFamily="34" charset="0"/>
              </a:defRPr>
            </a:lvl4pPr>
            <a:lvl5pPr>
              <a:defRPr b="0" i="0">
                <a:solidFill>
                  <a:schemeClr val="bg1"/>
                </a:solidFill>
                <a:latin typeface="Avenir LT 45 Book" panose="020B0503020000020003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4" name="Content Placeholder 3" descr="ph_body_right">
            <a:extLst>
              <a:ext uri="{FF2B5EF4-FFF2-40B4-BE49-F238E27FC236}">
                <a16:creationId xmlns:a16="http://schemas.microsoft.com/office/drawing/2014/main" id="{DD4CC844-CCB4-F589-7428-48010A1EC40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281102" y="4163350"/>
            <a:ext cx="5394960" cy="202472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b="0" i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>
              <a:defRPr b="0" i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2pPr>
            <a:lvl3pPr>
              <a:defRPr b="0" i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3pPr>
            <a:lvl4pPr>
              <a:defRPr b="0" i="0">
                <a:solidFill>
                  <a:schemeClr val="bg1"/>
                </a:solidFill>
                <a:latin typeface="Avenir LT 45 Book" panose="020B0503020000020003" pitchFamily="34" charset="0"/>
                <a:cs typeface="Arial" panose="020B0604020202020204" pitchFamily="34" charset="0"/>
              </a:defRPr>
            </a:lvl4pPr>
            <a:lvl5pPr>
              <a:defRPr b="0" i="0">
                <a:solidFill>
                  <a:schemeClr val="bg1"/>
                </a:solidFill>
                <a:latin typeface="Avenir LT 45 Book" panose="020B0503020000020003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8" name="Picture Placeholder 6" descr="ph_image">
            <a:extLst>
              <a:ext uri="{FF2B5EF4-FFF2-40B4-BE49-F238E27FC236}">
                <a16:creationId xmlns:a16="http://schemas.microsoft.com/office/drawing/2014/main" id="{C4D61149-7027-7DA2-D194-EC6543F0B621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515938" y="1820312"/>
            <a:ext cx="11160125" cy="2230326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ctr">
              <a:buNone/>
              <a:defRPr b="0" i="0">
                <a:solidFill>
                  <a:schemeClr val="tx1"/>
                </a:solidFill>
                <a:latin typeface="Aptos" panose="020B0004020202020204" pitchFamily="34" charset="0"/>
              </a:defRPr>
            </a:lvl1pPr>
          </a:lstStyle>
          <a:p>
            <a:r>
              <a:rPr lang="en-US"/>
              <a:t>Click icon to add image</a:t>
            </a:r>
          </a:p>
        </p:txBody>
      </p:sp>
      <p:sp>
        <p:nvSpPr>
          <p:cNvPr id="3" name="Graphic 24">
            <a:extLst>
              <a:ext uri="{FF2B5EF4-FFF2-40B4-BE49-F238E27FC236}">
                <a16:creationId xmlns:a16="http://schemas.microsoft.com/office/drawing/2014/main" id="{9F582BBC-5537-4567-6D9E-6683385B4AD6}"/>
              </a:ext>
            </a:extLst>
          </p:cNvPr>
          <p:cNvSpPr/>
          <p:nvPr userDrawn="1"/>
        </p:nvSpPr>
        <p:spPr>
          <a:xfrm>
            <a:off x="0" y="0"/>
            <a:ext cx="121768" cy="1959429"/>
          </a:xfrm>
          <a:custGeom>
            <a:avLst/>
            <a:gdLst>
              <a:gd name="connsiteX0" fmla="*/ 0 w 190722"/>
              <a:gd name="connsiteY0" fmla="*/ 0 h 3068991"/>
              <a:gd name="connsiteX1" fmla="*/ 0 w 190722"/>
              <a:gd name="connsiteY1" fmla="*/ 3068992 h 3068991"/>
              <a:gd name="connsiteX2" fmla="*/ 190722 w 190722"/>
              <a:gd name="connsiteY2" fmla="*/ 2669273 h 3068991"/>
              <a:gd name="connsiteX3" fmla="*/ 0 w 190722"/>
              <a:gd name="connsiteY3" fmla="*/ 0 h 306899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90722" h="3068991">
                <a:moveTo>
                  <a:pt x="0" y="0"/>
                </a:moveTo>
                <a:lnTo>
                  <a:pt x="0" y="3068992"/>
                </a:lnTo>
                <a:cubicBezTo>
                  <a:pt x="63644" y="2935822"/>
                  <a:pt x="127078" y="2802442"/>
                  <a:pt x="190722" y="2669273"/>
                </a:cubicBezTo>
                <a:cubicBezTo>
                  <a:pt x="127078" y="1779515"/>
                  <a:pt x="63644" y="889758"/>
                  <a:pt x="0" y="0"/>
                </a:cubicBezTo>
                <a:close/>
              </a:path>
            </a:pathLst>
          </a:custGeom>
          <a:gradFill>
            <a:gsLst>
              <a:gs pos="0">
                <a:srgbClr val="7161E2"/>
              </a:gs>
              <a:gs pos="100000">
                <a:srgbClr val="E3056C"/>
              </a:gs>
              <a:gs pos="100000">
                <a:schemeClr val="accent3">
                  <a:lumMod val="60000"/>
                  <a:lumOff val="40000"/>
                </a:schemeClr>
              </a:gs>
            </a:gsLst>
            <a:lin ang="5400000" scaled="1"/>
          </a:gradFill>
          <a:ln w="20108" cap="flat">
            <a:noFill/>
            <a:prstDash val="solid"/>
            <a:miter/>
          </a:ln>
        </p:spPr>
        <p:txBody>
          <a:bodyPr rtlCol="0" anchor="ctr"/>
          <a:lstStyle/>
          <a:p>
            <a:endParaRPr lang="en-US" b="0" i="0">
              <a:latin typeface="Aptos" panose="020B0004020202020204" pitchFamily="34" charset="0"/>
            </a:endParaRPr>
          </a:p>
        </p:txBody>
      </p:sp>
      <p:sp>
        <p:nvSpPr>
          <p:cNvPr id="5" name="Graphic 26">
            <a:extLst>
              <a:ext uri="{FF2B5EF4-FFF2-40B4-BE49-F238E27FC236}">
                <a16:creationId xmlns:a16="http://schemas.microsoft.com/office/drawing/2014/main" id="{EF58AC75-2292-3AAD-D48D-6BA2BC52000C}"/>
              </a:ext>
            </a:extLst>
          </p:cNvPr>
          <p:cNvSpPr/>
          <p:nvPr userDrawn="1"/>
        </p:nvSpPr>
        <p:spPr>
          <a:xfrm>
            <a:off x="12070232" y="5008131"/>
            <a:ext cx="121768" cy="1959429"/>
          </a:xfrm>
          <a:custGeom>
            <a:avLst/>
            <a:gdLst>
              <a:gd name="connsiteX0" fmla="*/ 190722 w 190722"/>
              <a:gd name="connsiteY0" fmla="*/ 3068992 h 3068991"/>
              <a:gd name="connsiteX1" fmla="*/ 190722 w 190722"/>
              <a:gd name="connsiteY1" fmla="*/ 0 h 3068991"/>
              <a:gd name="connsiteX2" fmla="*/ 0 w 190722"/>
              <a:gd name="connsiteY2" fmla="*/ 399719 h 3068991"/>
              <a:gd name="connsiteX3" fmla="*/ 190722 w 190722"/>
              <a:gd name="connsiteY3" fmla="*/ 3068992 h 306899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90722" h="3068991">
                <a:moveTo>
                  <a:pt x="190722" y="3068992"/>
                </a:moveTo>
                <a:lnTo>
                  <a:pt x="190722" y="0"/>
                </a:lnTo>
                <a:cubicBezTo>
                  <a:pt x="127078" y="133170"/>
                  <a:pt x="63644" y="266549"/>
                  <a:pt x="0" y="399719"/>
                </a:cubicBezTo>
                <a:cubicBezTo>
                  <a:pt x="63644" y="1289476"/>
                  <a:pt x="127078" y="2179234"/>
                  <a:pt x="190722" y="3068992"/>
                </a:cubicBezTo>
                <a:close/>
              </a:path>
            </a:pathLst>
          </a:custGeom>
          <a:gradFill flip="none" rotWithShape="1">
            <a:gsLst>
              <a:gs pos="0">
                <a:srgbClr val="7161E2"/>
              </a:gs>
              <a:gs pos="100000">
                <a:srgbClr val="E3056C"/>
              </a:gs>
              <a:gs pos="100000">
                <a:schemeClr val="accent3">
                  <a:lumMod val="60000"/>
                  <a:lumOff val="40000"/>
                </a:schemeClr>
              </a:gs>
            </a:gsLst>
            <a:lin ang="16200000" scaled="1"/>
            <a:tileRect/>
          </a:gradFill>
          <a:ln w="20108" cap="flat">
            <a:noFill/>
            <a:prstDash val="solid"/>
            <a:miter/>
          </a:ln>
        </p:spPr>
        <p:txBody>
          <a:bodyPr rtlCol="0" anchor="ctr"/>
          <a:lstStyle/>
          <a:p>
            <a:endParaRPr lang="en-US" b="0" i="0">
              <a:latin typeface="Aptos" panose="020B0004020202020204" pitchFamily="34" charset="0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371076BC-F9B8-6A94-40BC-03AAEEF340A4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997754" y="4163349"/>
            <a:ext cx="132868" cy="20247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11202861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content - L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Placeholder 1" descr="ph_title">
            <a:extLst>
              <a:ext uri="{FF2B5EF4-FFF2-40B4-BE49-F238E27FC236}">
                <a16:creationId xmlns:a16="http://schemas.microsoft.com/office/drawing/2014/main" id="{1D241DD7-699E-CE2D-3902-E0A9DDC26EB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5938" y="522809"/>
            <a:ext cx="10392207" cy="1167879"/>
          </a:xfrm>
          <a:prstGeom prst="rect">
            <a:avLst/>
          </a:prstGeom>
        </p:spPr>
        <p:txBody>
          <a:bodyPr vert="horz" lIns="0" tIns="0" rIns="0" bIns="0" rtlCol="0" anchor="t">
            <a:normAutofit/>
          </a:bodyPr>
          <a:lstStyle>
            <a:lvl1pPr>
              <a:defRPr b="0" i="0">
                <a:latin typeface="PP Neue Machina Plain" pitchFamily="2" charset="77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2" name="Content Placeholder 2" descr="ph_col1">
            <a:extLst>
              <a:ext uri="{FF2B5EF4-FFF2-40B4-BE49-F238E27FC236}">
                <a16:creationId xmlns:a16="http://schemas.microsoft.com/office/drawing/2014/main" id="{FDD3FDA0-BC1E-5BAD-0BC2-6A0786A219D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15939" y="1803401"/>
            <a:ext cx="3503586" cy="4384674"/>
          </a:xfrm>
          <a:prstGeom prst="rect">
            <a:avLst/>
          </a:prstGeom>
        </p:spPr>
        <p:txBody>
          <a:bodyPr>
            <a:normAutofit/>
          </a:bodyPr>
          <a:lstStyle>
            <a:lvl1pPr marL="285750" indent="-285750">
              <a:buFont typeface="Arial" panose="020B0604020202020204" pitchFamily="34" charset="0"/>
              <a:buChar char="•"/>
              <a:defRPr b="0" i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 marL="742950" indent="-285750">
              <a:buFont typeface="Arial" panose="020B0604020202020204" pitchFamily="34" charset="0"/>
              <a:buChar char="•"/>
              <a:defRPr b="0" i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2pPr>
            <a:lvl3pPr marL="1200150" indent="-285750">
              <a:buFont typeface="Arial" panose="020B0604020202020204" pitchFamily="34" charset="0"/>
              <a:buChar char="•"/>
              <a:defRPr b="0" i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3pPr>
            <a:lvl4pPr marL="1371600" indent="0">
              <a:buNone/>
              <a:defRPr b="0" i="0">
                <a:latin typeface="Avenir LT 45 Book" panose="020B0503020000020003" pitchFamily="34" charset="0"/>
                <a:cs typeface="Arial" panose="020B0604020202020204" pitchFamily="34" charset="0"/>
              </a:defRPr>
            </a:lvl4pPr>
            <a:lvl5pPr marL="1828800" indent="0">
              <a:buNone/>
              <a:defRPr b="0" i="0">
                <a:latin typeface="Avenir LT 45 Book" panose="020B0503020000020003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4" name="Content Placeholder 3" descr="ph_col2">
            <a:extLst>
              <a:ext uri="{FF2B5EF4-FFF2-40B4-BE49-F238E27FC236}">
                <a16:creationId xmlns:a16="http://schemas.microsoft.com/office/drawing/2014/main" id="{883EF872-CADA-4305-48D8-E5D0AE68A62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344718" y="1803401"/>
            <a:ext cx="3502563" cy="4384674"/>
          </a:xfrm>
          <a:prstGeom prst="rect">
            <a:avLst/>
          </a:prstGeom>
        </p:spPr>
        <p:txBody>
          <a:bodyPr>
            <a:normAutofit/>
          </a:bodyPr>
          <a:lstStyle>
            <a:lvl1pPr marL="285750" indent="-285750">
              <a:buFont typeface="Arial" panose="020B0604020202020204" pitchFamily="34" charset="0"/>
              <a:buChar char="•"/>
              <a:defRPr b="0" i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 marL="742950" indent="-285750">
              <a:buFont typeface="Arial" panose="020B0604020202020204" pitchFamily="34" charset="0"/>
              <a:buChar char="•"/>
              <a:defRPr b="0" i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2pPr>
            <a:lvl3pPr marL="1200150" indent="-285750">
              <a:buFont typeface="Arial" panose="020B0604020202020204" pitchFamily="34" charset="0"/>
              <a:buChar char="•"/>
              <a:defRPr b="0" i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3pPr>
            <a:lvl4pPr marL="1371600" indent="0">
              <a:buNone/>
              <a:defRPr b="0" i="0">
                <a:latin typeface="Avenir LT 45 Book" panose="020B0503020000020003" pitchFamily="34" charset="0"/>
                <a:cs typeface="Arial" panose="020B0604020202020204" pitchFamily="34" charset="0"/>
              </a:defRPr>
            </a:lvl4pPr>
            <a:lvl5pPr marL="1828800" indent="0">
              <a:buNone/>
              <a:defRPr b="0" i="0">
                <a:latin typeface="Avenir LT 45 Book" panose="020B0503020000020003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5" name="Content Placeholder 3" descr="ph_col3">
            <a:extLst>
              <a:ext uri="{FF2B5EF4-FFF2-40B4-BE49-F238E27FC236}">
                <a16:creationId xmlns:a16="http://schemas.microsoft.com/office/drawing/2014/main" id="{76FACBDB-927C-FD70-4B48-AA8F12DF1F52}"/>
              </a:ext>
            </a:extLst>
          </p:cNvPr>
          <p:cNvSpPr>
            <a:spLocks noGrp="1"/>
          </p:cNvSpPr>
          <p:nvPr>
            <p:ph sz="half" idx="15"/>
          </p:nvPr>
        </p:nvSpPr>
        <p:spPr>
          <a:xfrm>
            <a:off x="8172473" y="1803401"/>
            <a:ext cx="3502563" cy="4384674"/>
          </a:xfrm>
          <a:prstGeom prst="rect">
            <a:avLst/>
          </a:prstGeom>
        </p:spPr>
        <p:txBody>
          <a:bodyPr>
            <a:normAutofit/>
          </a:bodyPr>
          <a:lstStyle>
            <a:lvl1pPr marL="285750" indent="-285750">
              <a:buFont typeface="Arial" panose="020B0604020202020204" pitchFamily="34" charset="0"/>
              <a:buChar char="•"/>
              <a:defRPr b="0" i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 marL="742950" indent="-285750">
              <a:buFont typeface="Arial" panose="020B0604020202020204" pitchFamily="34" charset="0"/>
              <a:buChar char="•"/>
              <a:defRPr b="0" i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2pPr>
            <a:lvl3pPr marL="1200150" indent="-285750">
              <a:buFont typeface="Arial" panose="020B0604020202020204" pitchFamily="34" charset="0"/>
              <a:buChar char="•"/>
              <a:defRPr b="0" i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3pPr>
            <a:lvl4pPr marL="1371600" indent="0">
              <a:buNone/>
              <a:defRPr b="0" i="0">
                <a:latin typeface="Avenir LT 45 Book" panose="020B0503020000020003" pitchFamily="34" charset="0"/>
                <a:cs typeface="Arial" panose="020B0604020202020204" pitchFamily="34" charset="0"/>
              </a:defRPr>
            </a:lvl4pPr>
            <a:lvl5pPr marL="1828800" indent="0">
              <a:buNone/>
              <a:defRPr b="0" i="0">
                <a:latin typeface="Avenir LT 45 Book" panose="020B0503020000020003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3" name="Graphic 24">
            <a:extLst>
              <a:ext uri="{FF2B5EF4-FFF2-40B4-BE49-F238E27FC236}">
                <a16:creationId xmlns:a16="http://schemas.microsoft.com/office/drawing/2014/main" id="{425F875F-6D01-5287-8F67-1343E42648C7}"/>
              </a:ext>
            </a:extLst>
          </p:cNvPr>
          <p:cNvSpPr/>
          <p:nvPr userDrawn="1"/>
        </p:nvSpPr>
        <p:spPr>
          <a:xfrm>
            <a:off x="0" y="0"/>
            <a:ext cx="121768" cy="1959429"/>
          </a:xfrm>
          <a:custGeom>
            <a:avLst/>
            <a:gdLst>
              <a:gd name="connsiteX0" fmla="*/ 0 w 190722"/>
              <a:gd name="connsiteY0" fmla="*/ 0 h 3068991"/>
              <a:gd name="connsiteX1" fmla="*/ 0 w 190722"/>
              <a:gd name="connsiteY1" fmla="*/ 3068992 h 3068991"/>
              <a:gd name="connsiteX2" fmla="*/ 190722 w 190722"/>
              <a:gd name="connsiteY2" fmla="*/ 2669273 h 3068991"/>
              <a:gd name="connsiteX3" fmla="*/ 0 w 190722"/>
              <a:gd name="connsiteY3" fmla="*/ 0 h 306899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90722" h="3068991">
                <a:moveTo>
                  <a:pt x="0" y="0"/>
                </a:moveTo>
                <a:lnTo>
                  <a:pt x="0" y="3068992"/>
                </a:lnTo>
                <a:cubicBezTo>
                  <a:pt x="63644" y="2935822"/>
                  <a:pt x="127078" y="2802442"/>
                  <a:pt x="190722" y="2669273"/>
                </a:cubicBezTo>
                <a:cubicBezTo>
                  <a:pt x="127078" y="1779515"/>
                  <a:pt x="63644" y="889758"/>
                  <a:pt x="0" y="0"/>
                </a:cubicBezTo>
                <a:close/>
              </a:path>
            </a:pathLst>
          </a:custGeom>
          <a:gradFill flip="none" rotWithShape="1">
            <a:gsLst>
              <a:gs pos="0">
                <a:srgbClr val="7161E2"/>
              </a:gs>
              <a:gs pos="100000">
                <a:srgbClr val="E3056C"/>
              </a:gs>
              <a:gs pos="100000">
                <a:schemeClr val="accent3">
                  <a:lumMod val="60000"/>
                  <a:lumOff val="40000"/>
                </a:schemeClr>
              </a:gs>
            </a:gsLst>
            <a:lin ang="5400000" scaled="1"/>
            <a:tileRect/>
          </a:gradFill>
          <a:ln w="20108" cap="flat">
            <a:noFill/>
            <a:prstDash val="solid"/>
            <a:miter/>
          </a:ln>
        </p:spPr>
        <p:txBody>
          <a:bodyPr rtlCol="0" anchor="ctr"/>
          <a:lstStyle/>
          <a:p>
            <a:endParaRPr lang="en-US" b="0" i="0">
              <a:latin typeface="Aptos" panose="020B0004020202020204" pitchFamily="34" charset="0"/>
            </a:endParaRPr>
          </a:p>
        </p:txBody>
      </p:sp>
      <p:sp>
        <p:nvSpPr>
          <p:cNvPr id="7" name="Graphic 26">
            <a:extLst>
              <a:ext uri="{FF2B5EF4-FFF2-40B4-BE49-F238E27FC236}">
                <a16:creationId xmlns:a16="http://schemas.microsoft.com/office/drawing/2014/main" id="{7CD27549-E145-D03B-1AFB-558F51134A39}"/>
              </a:ext>
            </a:extLst>
          </p:cNvPr>
          <p:cNvSpPr/>
          <p:nvPr userDrawn="1"/>
        </p:nvSpPr>
        <p:spPr>
          <a:xfrm>
            <a:off x="12070232" y="5008131"/>
            <a:ext cx="121768" cy="1959429"/>
          </a:xfrm>
          <a:custGeom>
            <a:avLst/>
            <a:gdLst>
              <a:gd name="connsiteX0" fmla="*/ 190722 w 190722"/>
              <a:gd name="connsiteY0" fmla="*/ 3068992 h 3068991"/>
              <a:gd name="connsiteX1" fmla="*/ 190722 w 190722"/>
              <a:gd name="connsiteY1" fmla="*/ 0 h 3068991"/>
              <a:gd name="connsiteX2" fmla="*/ 0 w 190722"/>
              <a:gd name="connsiteY2" fmla="*/ 399719 h 3068991"/>
              <a:gd name="connsiteX3" fmla="*/ 190722 w 190722"/>
              <a:gd name="connsiteY3" fmla="*/ 3068992 h 306899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90722" h="3068991">
                <a:moveTo>
                  <a:pt x="190722" y="3068992"/>
                </a:moveTo>
                <a:lnTo>
                  <a:pt x="190722" y="0"/>
                </a:lnTo>
                <a:cubicBezTo>
                  <a:pt x="127078" y="133170"/>
                  <a:pt x="63644" y="266549"/>
                  <a:pt x="0" y="399719"/>
                </a:cubicBezTo>
                <a:cubicBezTo>
                  <a:pt x="63644" y="1289476"/>
                  <a:pt x="127078" y="2179234"/>
                  <a:pt x="190722" y="3068992"/>
                </a:cubicBezTo>
                <a:close/>
              </a:path>
            </a:pathLst>
          </a:custGeom>
          <a:gradFill>
            <a:gsLst>
              <a:gs pos="0">
                <a:srgbClr val="7161E2"/>
              </a:gs>
              <a:gs pos="100000">
                <a:srgbClr val="E3056C"/>
              </a:gs>
              <a:gs pos="100000">
                <a:schemeClr val="accent3">
                  <a:lumMod val="60000"/>
                  <a:lumOff val="40000"/>
                </a:schemeClr>
              </a:gs>
            </a:gsLst>
            <a:lin ang="16200000" scaled="1"/>
          </a:gradFill>
          <a:ln w="20108" cap="flat">
            <a:noFill/>
            <a:prstDash val="solid"/>
            <a:miter/>
          </a:ln>
        </p:spPr>
        <p:txBody>
          <a:bodyPr rtlCol="0" anchor="ctr"/>
          <a:lstStyle/>
          <a:p>
            <a:endParaRPr lang="en-US" b="0" i="0">
              <a:latin typeface="Aptos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19157192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content with Imag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55647041-080A-5891-BC5C-1E84522472FB}"/>
              </a:ext>
            </a:extLst>
          </p:cNvPr>
          <p:cNvSpPr/>
          <p:nvPr userDrawn="1"/>
        </p:nvSpPr>
        <p:spPr>
          <a:xfrm>
            <a:off x="0" y="2752726"/>
            <a:ext cx="12192000" cy="3548060"/>
          </a:xfrm>
          <a:prstGeom prst="rect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Aptos" panose="020B0004020202020204" pitchFamily="34" charset="0"/>
            </a:endParaRPr>
          </a:p>
        </p:txBody>
      </p:sp>
      <p:sp>
        <p:nvSpPr>
          <p:cNvPr id="8" name="Title Placeholder 1" descr="ph_title">
            <a:extLst>
              <a:ext uri="{FF2B5EF4-FFF2-40B4-BE49-F238E27FC236}">
                <a16:creationId xmlns:a16="http://schemas.microsoft.com/office/drawing/2014/main" id="{1D241DD7-699E-CE2D-3902-E0A9DDC26EB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5938" y="522809"/>
            <a:ext cx="10392207" cy="948349"/>
          </a:xfrm>
          <a:prstGeom prst="rect">
            <a:avLst/>
          </a:prstGeom>
        </p:spPr>
        <p:txBody>
          <a:bodyPr vert="horz" lIns="0" tIns="0" rIns="0" bIns="0" rtlCol="0" anchor="t">
            <a:normAutofit/>
          </a:bodyPr>
          <a:lstStyle>
            <a:lvl1pPr>
              <a:defRPr b="0" i="0">
                <a:latin typeface="PP Neue Machina Plain" pitchFamily="2" charset="77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2" name="Content Placeholder 2" descr="ph_col1">
            <a:extLst>
              <a:ext uri="{FF2B5EF4-FFF2-40B4-BE49-F238E27FC236}">
                <a16:creationId xmlns:a16="http://schemas.microsoft.com/office/drawing/2014/main" id="{FDD3FDA0-BC1E-5BAD-0BC2-6A0786A219D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336305" y="3560130"/>
            <a:ext cx="3503586" cy="2644775"/>
          </a:xfrm>
          <a:prstGeom prst="rect">
            <a:avLst/>
          </a:prstGeom>
        </p:spPr>
        <p:txBody>
          <a:bodyPr>
            <a:normAutofit/>
          </a:bodyPr>
          <a:lstStyle>
            <a:lvl1pPr marL="285750" indent="-285750">
              <a:buFont typeface="Arial" panose="020B0604020202020204" pitchFamily="34" charset="0"/>
              <a:buChar char="•"/>
              <a:defRPr b="0" i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 marL="742950" indent="-285750">
              <a:buFont typeface="Arial" panose="020B0604020202020204" pitchFamily="34" charset="0"/>
              <a:buChar char="•"/>
              <a:defRPr b="0" i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2pPr>
            <a:lvl3pPr marL="1200150" indent="-285750">
              <a:buFont typeface="Arial" panose="020B0604020202020204" pitchFamily="34" charset="0"/>
              <a:buChar char="•"/>
              <a:defRPr b="0" i="0">
                <a:solidFill>
                  <a:schemeClr val="bg1"/>
                </a:solidFill>
                <a:latin typeface="Avenir LT 45 Book" panose="020B0503020000020003" pitchFamily="34" charset="0"/>
                <a:cs typeface="Arial" panose="020B0604020202020204" pitchFamily="34" charset="0"/>
              </a:defRPr>
            </a:lvl3pPr>
            <a:lvl4pPr marL="1371600" indent="0">
              <a:buNone/>
              <a:defRPr b="0" i="0">
                <a:latin typeface="Avenir LT 45 Book" panose="020B0503020000020003" pitchFamily="34" charset="0"/>
                <a:cs typeface="Arial" panose="020B0604020202020204" pitchFamily="34" charset="0"/>
              </a:defRPr>
            </a:lvl4pPr>
            <a:lvl5pPr marL="1828800" indent="0">
              <a:buNone/>
              <a:defRPr b="0" i="0">
                <a:latin typeface="Avenir LT 45 Book" panose="020B0503020000020003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4" name="Content Placeholder 3" descr="ph_col2">
            <a:extLst>
              <a:ext uri="{FF2B5EF4-FFF2-40B4-BE49-F238E27FC236}">
                <a16:creationId xmlns:a16="http://schemas.microsoft.com/office/drawing/2014/main" id="{883EF872-CADA-4305-48D8-E5D0AE68A62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344718" y="3543299"/>
            <a:ext cx="3502563" cy="2644776"/>
          </a:xfrm>
          <a:prstGeom prst="rect">
            <a:avLst/>
          </a:prstGeom>
        </p:spPr>
        <p:txBody>
          <a:bodyPr>
            <a:normAutofit/>
          </a:bodyPr>
          <a:lstStyle>
            <a:lvl1pPr marL="285750" indent="-285750">
              <a:buFont typeface="Arial" panose="020B0604020202020204" pitchFamily="34" charset="0"/>
              <a:buChar char="•"/>
              <a:defRPr b="0" i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 marL="742950" indent="-285750">
              <a:buFont typeface="Arial" panose="020B0604020202020204" pitchFamily="34" charset="0"/>
              <a:buChar char="•"/>
              <a:defRPr b="0" i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2pPr>
            <a:lvl3pPr marL="1200150" indent="-285750">
              <a:buFont typeface="Arial" panose="020B0604020202020204" pitchFamily="34" charset="0"/>
              <a:buChar char="•"/>
              <a:defRPr b="0" i="0">
                <a:solidFill>
                  <a:schemeClr val="bg1"/>
                </a:solidFill>
                <a:latin typeface="Avenir LT 45 Book" panose="020B0503020000020003" pitchFamily="34" charset="0"/>
                <a:cs typeface="Arial" panose="020B0604020202020204" pitchFamily="34" charset="0"/>
              </a:defRPr>
            </a:lvl3pPr>
            <a:lvl4pPr marL="1371600" indent="0">
              <a:buNone/>
              <a:defRPr b="0" i="0">
                <a:latin typeface="Avenir LT 45 Book" panose="020B0503020000020003" pitchFamily="34" charset="0"/>
                <a:cs typeface="Arial" panose="020B0604020202020204" pitchFamily="34" charset="0"/>
              </a:defRPr>
            </a:lvl4pPr>
            <a:lvl5pPr marL="1828800" indent="0">
              <a:buNone/>
              <a:defRPr b="0" i="0">
                <a:latin typeface="Avenir LT 45 Book" panose="020B0503020000020003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5" name="Content Placeholder 3" descr="ph_col3">
            <a:extLst>
              <a:ext uri="{FF2B5EF4-FFF2-40B4-BE49-F238E27FC236}">
                <a16:creationId xmlns:a16="http://schemas.microsoft.com/office/drawing/2014/main" id="{76FACBDB-927C-FD70-4B48-AA8F12DF1F52}"/>
              </a:ext>
            </a:extLst>
          </p:cNvPr>
          <p:cNvSpPr>
            <a:spLocks noGrp="1"/>
          </p:cNvSpPr>
          <p:nvPr>
            <p:ph sz="half" idx="15"/>
          </p:nvPr>
        </p:nvSpPr>
        <p:spPr>
          <a:xfrm>
            <a:off x="8353132" y="3560129"/>
            <a:ext cx="3502563" cy="2644776"/>
          </a:xfrm>
          <a:prstGeom prst="rect">
            <a:avLst/>
          </a:prstGeom>
        </p:spPr>
        <p:txBody>
          <a:bodyPr>
            <a:normAutofit/>
          </a:bodyPr>
          <a:lstStyle>
            <a:lvl1pPr marL="285750" indent="-285750">
              <a:buFont typeface="Arial" panose="020B0604020202020204" pitchFamily="34" charset="0"/>
              <a:buChar char="•"/>
              <a:defRPr b="0" i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 marL="742950" indent="-285750">
              <a:buFont typeface="Arial" panose="020B0604020202020204" pitchFamily="34" charset="0"/>
              <a:buChar char="•"/>
              <a:defRPr b="0" i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2pPr>
            <a:lvl3pPr marL="1200150" indent="-285750">
              <a:buFont typeface="Arial" panose="020B0604020202020204" pitchFamily="34" charset="0"/>
              <a:buChar char="•"/>
              <a:defRPr b="0" i="0">
                <a:solidFill>
                  <a:schemeClr val="bg1"/>
                </a:solidFill>
                <a:latin typeface="Avenir LT 45 Book" panose="020B0503020000020003" pitchFamily="34" charset="0"/>
                <a:cs typeface="Arial" panose="020B0604020202020204" pitchFamily="34" charset="0"/>
              </a:defRPr>
            </a:lvl3pPr>
            <a:lvl4pPr marL="1371600" indent="0">
              <a:buNone/>
              <a:defRPr b="0" i="0">
                <a:latin typeface="Avenir LT 45 Book" panose="020B0503020000020003" pitchFamily="34" charset="0"/>
                <a:cs typeface="Arial" panose="020B0604020202020204" pitchFamily="34" charset="0"/>
              </a:defRPr>
            </a:lvl4pPr>
            <a:lvl5pPr marL="1828800" indent="0">
              <a:buNone/>
              <a:defRPr b="0" i="0">
                <a:latin typeface="Avenir LT 45 Book" panose="020B0503020000020003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3" name="Graphic 24">
            <a:extLst>
              <a:ext uri="{FF2B5EF4-FFF2-40B4-BE49-F238E27FC236}">
                <a16:creationId xmlns:a16="http://schemas.microsoft.com/office/drawing/2014/main" id="{425F875F-6D01-5287-8F67-1343E42648C7}"/>
              </a:ext>
            </a:extLst>
          </p:cNvPr>
          <p:cNvSpPr/>
          <p:nvPr userDrawn="1"/>
        </p:nvSpPr>
        <p:spPr>
          <a:xfrm>
            <a:off x="0" y="0"/>
            <a:ext cx="121768" cy="1959429"/>
          </a:xfrm>
          <a:custGeom>
            <a:avLst/>
            <a:gdLst>
              <a:gd name="connsiteX0" fmla="*/ 0 w 190722"/>
              <a:gd name="connsiteY0" fmla="*/ 0 h 3068991"/>
              <a:gd name="connsiteX1" fmla="*/ 0 w 190722"/>
              <a:gd name="connsiteY1" fmla="*/ 3068992 h 3068991"/>
              <a:gd name="connsiteX2" fmla="*/ 190722 w 190722"/>
              <a:gd name="connsiteY2" fmla="*/ 2669273 h 3068991"/>
              <a:gd name="connsiteX3" fmla="*/ 0 w 190722"/>
              <a:gd name="connsiteY3" fmla="*/ 0 h 306899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90722" h="3068991">
                <a:moveTo>
                  <a:pt x="0" y="0"/>
                </a:moveTo>
                <a:lnTo>
                  <a:pt x="0" y="3068992"/>
                </a:lnTo>
                <a:cubicBezTo>
                  <a:pt x="63644" y="2935822"/>
                  <a:pt x="127078" y="2802442"/>
                  <a:pt x="190722" y="2669273"/>
                </a:cubicBezTo>
                <a:cubicBezTo>
                  <a:pt x="127078" y="1779515"/>
                  <a:pt x="63644" y="889758"/>
                  <a:pt x="0" y="0"/>
                </a:cubicBezTo>
                <a:close/>
              </a:path>
            </a:pathLst>
          </a:custGeom>
          <a:gradFill flip="none" rotWithShape="1">
            <a:gsLst>
              <a:gs pos="0">
                <a:srgbClr val="7161E2"/>
              </a:gs>
              <a:gs pos="100000">
                <a:srgbClr val="E3056C"/>
              </a:gs>
              <a:gs pos="100000">
                <a:schemeClr val="accent3">
                  <a:lumMod val="60000"/>
                  <a:lumOff val="40000"/>
                </a:schemeClr>
              </a:gs>
            </a:gsLst>
            <a:lin ang="16200000" scaled="1"/>
            <a:tileRect/>
          </a:gradFill>
          <a:ln w="20108" cap="flat">
            <a:noFill/>
            <a:prstDash val="solid"/>
            <a:miter/>
          </a:ln>
        </p:spPr>
        <p:txBody>
          <a:bodyPr rtlCol="0" anchor="ctr"/>
          <a:lstStyle/>
          <a:p>
            <a:endParaRPr lang="en-US" b="0" i="0">
              <a:latin typeface="Aptos" panose="020B0004020202020204" pitchFamily="34" charset="0"/>
            </a:endParaRPr>
          </a:p>
        </p:txBody>
      </p:sp>
      <p:sp>
        <p:nvSpPr>
          <p:cNvPr id="7" name="Graphic 26">
            <a:extLst>
              <a:ext uri="{FF2B5EF4-FFF2-40B4-BE49-F238E27FC236}">
                <a16:creationId xmlns:a16="http://schemas.microsoft.com/office/drawing/2014/main" id="{7CD27549-E145-D03B-1AFB-558F51134A39}"/>
              </a:ext>
            </a:extLst>
          </p:cNvPr>
          <p:cNvSpPr/>
          <p:nvPr userDrawn="1"/>
        </p:nvSpPr>
        <p:spPr>
          <a:xfrm>
            <a:off x="12070232" y="5008131"/>
            <a:ext cx="121768" cy="1959429"/>
          </a:xfrm>
          <a:custGeom>
            <a:avLst/>
            <a:gdLst>
              <a:gd name="connsiteX0" fmla="*/ 190722 w 190722"/>
              <a:gd name="connsiteY0" fmla="*/ 3068992 h 3068991"/>
              <a:gd name="connsiteX1" fmla="*/ 190722 w 190722"/>
              <a:gd name="connsiteY1" fmla="*/ 0 h 3068991"/>
              <a:gd name="connsiteX2" fmla="*/ 0 w 190722"/>
              <a:gd name="connsiteY2" fmla="*/ 399719 h 3068991"/>
              <a:gd name="connsiteX3" fmla="*/ 190722 w 190722"/>
              <a:gd name="connsiteY3" fmla="*/ 3068992 h 306899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90722" h="3068991">
                <a:moveTo>
                  <a:pt x="190722" y="3068992"/>
                </a:moveTo>
                <a:lnTo>
                  <a:pt x="190722" y="0"/>
                </a:lnTo>
                <a:cubicBezTo>
                  <a:pt x="127078" y="133170"/>
                  <a:pt x="63644" y="266549"/>
                  <a:pt x="0" y="399719"/>
                </a:cubicBezTo>
                <a:cubicBezTo>
                  <a:pt x="63644" y="1289476"/>
                  <a:pt x="127078" y="2179234"/>
                  <a:pt x="190722" y="3068992"/>
                </a:cubicBezTo>
                <a:close/>
              </a:path>
            </a:pathLst>
          </a:custGeom>
          <a:gradFill>
            <a:gsLst>
              <a:gs pos="0">
                <a:srgbClr val="7161E2"/>
              </a:gs>
              <a:gs pos="100000">
                <a:srgbClr val="E3056C"/>
              </a:gs>
              <a:gs pos="100000">
                <a:schemeClr val="accent3">
                  <a:lumMod val="60000"/>
                  <a:lumOff val="40000"/>
                </a:schemeClr>
              </a:gs>
            </a:gsLst>
            <a:lin ang="5400000" scaled="1"/>
          </a:gradFill>
          <a:ln w="20108" cap="flat">
            <a:noFill/>
            <a:prstDash val="solid"/>
            <a:miter/>
          </a:ln>
        </p:spPr>
        <p:txBody>
          <a:bodyPr rtlCol="0" anchor="ctr"/>
          <a:lstStyle/>
          <a:p>
            <a:endParaRPr lang="en-US" b="0" i="0">
              <a:latin typeface="Aptos" panose="020B0004020202020204" pitchFamily="34" charset="0"/>
            </a:endParaRPr>
          </a:p>
        </p:txBody>
      </p:sp>
      <p:sp>
        <p:nvSpPr>
          <p:cNvPr id="14" name="Flowchart: Connector 13">
            <a:extLst>
              <a:ext uri="{FF2B5EF4-FFF2-40B4-BE49-F238E27FC236}">
                <a16:creationId xmlns:a16="http://schemas.microsoft.com/office/drawing/2014/main" id="{480D7A99-5A1A-2B5C-7EF1-262D389D23C6}"/>
              </a:ext>
            </a:extLst>
          </p:cNvPr>
          <p:cNvSpPr/>
          <p:nvPr userDrawn="1"/>
        </p:nvSpPr>
        <p:spPr>
          <a:xfrm>
            <a:off x="5263001" y="1535929"/>
            <a:ext cx="1959429" cy="1959429"/>
          </a:xfrm>
          <a:prstGeom prst="flowChartConnector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Aptos" panose="020B0004020202020204" pitchFamily="34" charset="0"/>
            </a:endParaRPr>
          </a:p>
        </p:txBody>
      </p:sp>
      <p:sp>
        <p:nvSpPr>
          <p:cNvPr id="11" name="Picture Placeholder 10" descr="ph_image_center">
            <a:extLst>
              <a:ext uri="{FF2B5EF4-FFF2-40B4-BE49-F238E27FC236}">
                <a16:creationId xmlns:a16="http://schemas.microsoft.com/office/drawing/2014/main" id="{6122B51D-677F-57F3-3408-594B581F2862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5290216" y="1631810"/>
            <a:ext cx="1905000" cy="1863548"/>
          </a:xfrm>
          <a:prstGeom prst="flowChartConnector">
            <a:avLst/>
          </a:prstGeom>
        </p:spPr>
        <p:txBody>
          <a:bodyPr/>
          <a:lstStyle>
            <a:lvl1pPr>
              <a:defRPr b="0" i="0">
                <a:latin typeface="Aptos" panose="020B0004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15" name="Flowchart: Connector 14">
            <a:extLst>
              <a:ext uri="{FF2B5EF4-FFF2-40B4-BE49-F238E27FC236}">
                <a16:creationId xmlns:a16="http://schemas.microsoft.com/office/drawing/2014/main" id="{B3FEFA6A-0657-A66A-6534-E378526E6CB8}"/>
              </a:ext>
            </a:extLst>
          </p:cNvPr>
          <p:cNvSpPr/>
          <p:nvPr userDrawn="1"/>
        </p:nvSpPr>
        <p:spPr>
          <a:xfrm>
            <a:off x="9168251" y="1535929"/>
            <a:ext cx="1959429" cy="1959429"/>
          </a:xfrm>
          <a:prstGeom prst="flowChartConnector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Aptos" panose="020B0004020202020204" pitchFamily="34" charset="0"/>
            </a:endParaRPr>
          </a:p>
        </p:txBody>
      </p:sp>
      <p:sp>
        <p:nvSpPr>
          <p:cNvPr id="16" name="Picture Placeholder 10" descr="ph_image_right">
            <a:extLst>
              <a:ext uri="{FF2B5EF4-FFF2-40B4-BE49-F238E27FC236}">
                <a16:creationId xmlns:a16="http://schemas.microsoft.com/office/drawing/2014/main" id="{4A883661-25FC-D431-6FB1-5B3B533BD05A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9195466" y="1631810"/>
            <a:ext cx="1905000" cy="1863548"/>
          </a:xfrm>
          <a:prstGeom prst="flowChartConnector">
            <a:avLst/>
          </a:prstGeom>
        </p:spPr>
        <p:txBody>
          <a:bodyPr/>
          <a:lstStyle>
            <a:lvl1pPr>
              <a:defRPr b="0" i="0">
                <a:latin typeface="Aptos" panose="020B0004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17" name="Flowchart: Connector 16">
            <a:extLst>
              <a:ext uri="{FF2B5EF4-FFF2-40B4-BE49-F238E27FC236}">
                <a16:creationId xmlns:a16="http://schemas.microsoft.com/office/drawing/2014/main" id="{971108D2-1E64-FE15-22CB-E7D9892EEB4D}"/>
              </a:ext>
            </a:extLst>
          </p:cNvPr>
          <p:cNvSpPr/>
          <p:nvPr userDrawn="1"/>
        </p:nvSpPr>
        <p:spPr>
          <a:xfrm>
            <a:off x="1061039" y="1469571"/>
            <a:ext cx="1959429" cy="1959429"/>
          </a:xfrm>
          <a:prstGeom prst="flowChartConnector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Aptos" panose="020B0004020202020204" pitchFamily="34" charset="0"/>
            </a:endParaRPr>
          </a:p>
        </p:txBody>
      </p:sp>
      <p:sp>
        <p:nvSpPr>
          <p:cNvPr id="18" name="Picture Placeholder 10" descr="ph_image_left">
            <a:extLst>
              <a:ext uri="{FF2B5EF4-FFF2-40B4-BE49-F238E27FC236}">
                <a16:creationId xmlns:a16="http://schemas.microsoft.com/office/drawing/2014/main" id="{6C5FB1CA-7436-BAE4-06DC-E110760AED3E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1088254" y="1565452"/>
            <a:ext cx="1905000" cy="1863548"/>
          </a:xfrm>
          <a:prstGeom prst="flowChartConnector">
            <a:avLst/>
          </a:prstGeom>
        </p:spPr>
        <p:txBody>
          <a:bodyPr/>
          <a:lstStyle>
            <a:lvl1pPr>
              <a:defRPr b="0" i="0">
                <a:latin typeface="Aptos" panose="020B0004020202020204" pitchFamily="34" charset="0"/>
              </a:defRPr>
            </a:lvl1pPr>
          </a:lstStyle>
          <a:p>
            <a:endParaRPr lang="en-US"/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1443D1A4-05C4-BD03-71A2-5618DA9E7F5A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8027026" y="2752726"/>
            <a:ext cx="104101" cy="3435348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70CF010A-B803-4225-C413-6CA687384BD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4026738" y="2752726"/>
            <a:ext cx="104101" cy="34353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18208383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content with Image - Dark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Placeholder 1" descr="ph_title">
            <a:extLst>
              <a:ext uri="{FF2B5EF4-FFF2-40B4-BE49-F238E27FC236}">
                <a16:creationId xmlns:a16="http://schemas.microsoft.com/office/drawing/2014/main" id="{1D241DD7-699E-CE2D-3902-E0A9DDC26EB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5938" y="522809"/>
            <a:ext cx="10392207" cy="1167879"/>
          </a:xfrm>
          <a:prstGeom prst="rect">
            <a:avLst/>
          </a:prstGeom>
        </p:spPr>
        <p:txBody>
          <a:bodyPr vert="horz" lIns="0" tIns="0" rIns="0" bIns="0" rtlCol="0" anchor="t">
            <a:normAutofit/>
          </a:bodyPr>
          <a:lstStyle>
            <a:lvl1pPr>
              <a:defRPr b="0" i="0">
                <a:solidFill>
                  <a:schemeClr val="tx1"/>
                </a:solidFill>
                <a:latin typeface="PP Neue Machina Plain" pitchFamily="2" charset="77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Content Placeholder 3" descr="ph_body_left">
            <a:extLst>
              <a:ext uri="{FF2B5EF4-FFF2-40B4-BE49-F238E27FC236}">
                <a16:creationId xmlns:a16="http://schemas.microsoft.com/office/drawing/2014/main" id="{883EF872-CADA-4305-48D8-E5D0AE68A62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344718" y="1803401"/>
            <a:ext cx="3502563" cy="4384674"/>
          </a:xfrm>
          <a:prstGeom prst="rect">
            <a:avLst/>
          </a:prstGeom>
        </p:spPr>
        <p:txBody>
          <a:bodyPr>
            <a:normAutofit/>
          </a:bodyPr>
          <a:lstStyle>
            <a:lvl1pPr marL="285750" indent="-285750">
              <a:buFont typeface="Arial" panose="020B0604020202020204" pitchFamily="34" charset="0"/>
              <a:buChar char="•"/>
              <a:defRPr b="0" i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 marL="742950" indent="-285750">
              <a:buFont typeface="Arial" panose="020B0604020202020204" pitchFamily="34" charset="0"/>
              <a:buChar char="•"/>
              <a:defRPr b="0" i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2pPr>
            <a:lvl3pPr marL="1200150" indent="-285750">
              <a:buFont typeface="Arial" panose="020B0604020202020204" pitchFamily="34" charset="0"/>
              <a:buChar char="•"/>
              <a:defRPr b="0" i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3pPr>
            <a:lvl4pPr marL="1371600" indent="0">
              <a:buNone/>
              <a:defRPr b="0" i="0">
                <a:solidFill>
                  <a:schemeClr val="bg1"/>
                </a:solidFill>
                <a:latin typeface="Avenir LT 45 Book" panose="020B0503020000020003" pitchFamily="34" charset="0"/>
                <a:cs typeface="Arial" panose="020B0604020202020204" pitchFamily="34" charset="0"/>
              </a:defRPr>
            </a:lvl4pPr>
            <a:lvl5pPr marL="1828800" indent="0">
              <a:buNone/>
              <a:defRPr b="0" i="0">
                <a:solidFill>
                  <a:schemeClr val="bg1"/>
                </a:solidFill>
                <a:latin typeface="Avenir LT 45 Book" panose="020B0503020000020003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5" name="Content Placeholder 3" descr="ph_body_right">
            <a:extLst>
              <a:ext uri="{FF2B5EF4-FFF2-40B4-BE49-F238E27FC236}">
                <a16:creationId xmlns:a16="http://schemas.microsoft.com/office/drawing/2014/main" id="{76FACBDB-927C-FD70-4B48-AA8F12DF1F52}"/>
              </a:ext>
            </a:extLst>
          </p:cNvPr>
          <p:cNvSpPr>
            <a:spLocks noGrp="1"/>
          </p:cNvSpPr>
          <p:nvPr>
            <p:ph sz="half" idx="15"/>
          </p:nvPr>
        </p:nvSpPr>
        <p:spPr>
          <a:xfrm>
            <a:off x="8172473" y="1803401"/>
            <a:ext cx="3502563" cy="4384674"/>
          </a:xfrm>
          <a:prstGeom prst="rect">
            <a:avLst/>
          </a:prstGeom>
        </p:spPr>
        <p:txBody>
          <a:bodyPr>
            <a:normAutofit/>
          </a:bodyPr>
          <a:lstStyle>
            <a:lvl1pPr marL="285750" indent="-285750">
              <a:buFont typeface="Arial" panose="020B0604020202020204" pitchFamily="34" charset="0"/>
              <a:buChar char="•"/>
              <a:defRPr b="0" i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 marL="742950" indent="-285750">
              <a:buFont typeface="Arial" panose="020B0604020202020204" pitchFamily="34" charset="0"/>
              <a:buChar char="•"/>
              <a:defRPr b="0" i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2pPr>
            <a:lvl3pPr marL="1200150" indent="-285750">
              <a:buFont typeface="Arial" panose="020B0604020202020204" pitchFamily="34" charset="0"/>
              <a:buChar char="•"/>
              <a:defRPr b="0" i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3pPr>
            <a:lvl4pPr marL="1371600" indent="0">
              <a:buNone/>
              <a:defRPr b="0" i="0">
                <a:solidFill>
                  <a:schemeClr val="bg1"/>
                </a:solidFill>
                <a:latin typeface="Avenir LT 45 Book" panose="020B0503020000020003" pitchFamily="34" charset="0"/>
                <a:cs typeface="Arial" panose="020B0604020202020204" pitchFamily="34" charset="0"/>
              </a:defRPr>
            </a:lvl4pPr>
            <a:lvl5pPr marL="1828800" indent="0">
              <a:buNone/>
              <a:defRPr b="0" i="0">
                <a:solidFill>
                  <a:schemeClr val="bg1"/>
                </a:solidFill>
                <a:latin typeface="Avenir LT 45 Book" panose="020B0503020000020003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2" name="Graphic 24">
            <a:extLst>
              <a:ext uri="{FF2B5EF4-FFF2-40B4-BE49-F238E27FC236}">
                <a16:creationId xmlns:a16="http://schemas.microsoft.com/office/drawing/2014/main" id="{AA68F38D-B6C4-3B88-95C1-59C1B27B39BF}"/>
              </a:ext>
            </a:extLst>
          </p:cNvPr>
          <p:cNvSpPr/>
          <p:nvPr userDrawn="1"/>
        </p:nvSpPr>
        <p:spPr>
          <a:xfrm>
            <a:off x="0" y="0"/>
            <a:ext cx="121768" cy="1959429"/>
          </a:xfrm>
          <a:custGeom>
            <a:avLst/>
            <a:gdLst>
              <a:gd name="connsiteX0" fmla="*/ 0 w 190722"/>
              <a:gd name="connsiteY0" fmla="*/ 0 h 3068991"/>
              <a:gd name="connsiteX1" fmla="*/ 0 w 190722"/>
              <a:gd name="connsiteY1" fmla="*/ 3068992 h 3068991"/>
              <a:gd name="connsiteX2" fmla="*/ 190722 w 190722"/>
              <a:gd name="connsiteY2" fmla="*/ 2669273 h 3068991"/>
              <a:gd name="connsiteX3" fmla="*/ 0 w 190722"/>
              <a:gd name="connsiteY3" fmla="*/ 0 h 306899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90722" h="3068991">
                <a:moveTo>
                  <a:pt x="0" y="0"/>
                </a:moveTo>
                <a:lnTo>
                  <a:pt x="0" y="3068992"/>
                </a:lnTo>
                <a:cubicBezTo>
                  <a:pt x="63644" y="2935822"/>
                  <a:pt x="127078" y="2802442"/>
                  <a:pt x="190722" y="2669273"/>
                </a:cubicBezTo>
                <a:cubicBezTo>
                  <a:pt x="127078" y="1779515"/>
                  <a:pt x="63644" y="889758"/>
                  <a:pt x="0" y="0"/>
                </a:cubicBezTo>
                <a:close/>
              </a:path>
            </a:pathLst>
          </a:custGeom>
          <a:gradFill>
            <a:gsLst>
              <a:gs pos="0">
                <a:schemeClr val="accent1">
                  <a:lumMod val="67000"/>
                </a:schemeClr>
              </a:gs>
              <a:gs pos="48000">
                <a:schemeClr val="accent1">
                  <a:lumMod val="97000"/>
                  <a:lumOff val="3000"/>
                </a:schemeClr>
              </a:gs>
              <a:gs pos="100000">
                <a:schemeClr val="accent1">
                  <a:lumMod val="60000"/>
                  <a:lumOff val="40000"/>
                </a:schemeClr>
              </a:gs>
            </a:gsLst>
            <a:lin ang="5400000" scaled="1"/>
          </a:gradFill>
          <a:ln w="20108" cap="flat">
            <a:noFill/>
            <a:prstDash val="solid"/>
            <a:miter/>
          </a:ln>
        </p:spPr>
        <p:txBody>
          <a:bodyPr rtlCol="0" anchor="ctr"/>
          <a:lstStyle/>
          <a:p>
            <a:endParaRPr lang="en-US" b="0" i="0">
              <a:latin typeface="Aptos" panose="020B0004020202020204" pitchFamily="34" charset="0"/>
            </a:endParaRPr>
          </a:p>
        </p:txBody>
      </p:sp>
      <p:sp>
        <p:nvSpPr>
          <p:cNvPr id="3" name="Graphic 26">
            <a:extLst>
              <a:ext uri="{FF2B5EF4-FFF2-40B4-BE49-F238E27FC236}">
                <a16:creationId xmlns:a16="http://schemas.microsoft.com/office/drawing/2014/main" id="{F4EBA784-E00B-BECF-7084-AC311AA95E06}"/>
              </a:ext>
            </a:extLst>
          </p:cNvPr>
          <p:cNvSpPr/>
          <p:nvPr userDrawn="1"/>
        </p:nvSpPr>
        <p:spPr>
          <a:xfrm>
            <a:off x="12070232" y="5008131"/>
            <a:ext cx="121768" cy="1959429"/>
          </a:xfrm>
          <a:custGeom>
            <a:avLst/>
            <a:gdLst>
              <a:gd name="connsiteX0" fmla="*/ 190722 w 190722"/>
              <a:gd name="connsiteY0" fmla="*/ 3068992 h 3068991"/>
              <a:gd name="connsiteX1" fmla="*/ 190722 w 190722"/>
              <a:gd name="connsiteY1" fmla="*/ 0 h 3068991"/>
              <a:gd name="connsiteX2" fmla="*/ 0 w 190722"/>
              <a:gd name="connsiteY2" fmla="*/ 399719 h 3068991"/>
              <a:gd name="connsiteX3" fmla="*/ 190722 w 190722"/>
              <a:gd name="connsiteY3" fmla="*/ 3068992 h 306899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90722" h="3068991">
                <a:moveTo>
                  <a:pt x="190722" y="3068992"/>
                </a:moveTo>
                <a:lnTo>
                  <a:pt x="190722" y="0"/>
                </a:lnTo>
                <a:cubicBezTo>
                  <a:pt x="127078" y="133170"/>
                  <a:pt x="63644" y="266549"/>
                  <a:pt x="0" y="399719"/>
                </a:cubicBezTo>
                <a:cubicBezTo>
                  <a:pt x="63644" y="1289476"/>
                  <a:pt x="127078" y="2179234"/>
                  <a:pt x="190722" y="3068992"/>
                </a:cubicBezTo>
                <a:close/>
              </a:path>
            </a:pathLst>
          </a:custGeom>
          <a:gradFill flip="none" rotWithShape="1">
            <a:gsLst>
              <a:gs pos="0">
                <a:schemeClr val="accent1">
                  <a:lumMod val="67000"/>
                </a:schemeClr>
              </a:gs>
              <a:gs pos="48000">
                <a:schemeClr val="accent1">
                  <a:lumMod val="97000"/>
                  <a:lumOff val="3000"/>
                </a:schemeClr>
              </a:gs>
              <a:gs pos="100000">
                <a:schemeClr val="accent1">
                  <a:lumMod val="60000"/>
                  <a:lumOff val="40000"/>
                </a:schemeClr>
              </a:gs>
            </a:gsLst>
            <a:lin ang="16200000" scaled="1"/>
            <a:tileRect/>
          </a:gradFill>
          <a:ln w="20108" cap="flat">
            <a:noFill/>
            <a:prstDash val="solid"/>
            <a:miter/>
          </a:ln>
        </p:spPr>
        <p:txBody>
          <a:bodyPr rtlCol="0" anchor="ctr"/>
          <a:lstStyle/>
          <a:p>
            <a:endParaRPr lang="en-US" b="0" i="0">
              <a:latin typeface="Aptos" panose="020B0004020202020204" pitchFamily="34" charset="0"/>
            </a:endParaRPr>
          </a:p>
        </p:txBody>
      </p:sp>
      <p:pic>
        <p:nvPicPr>
          <p:cNvPr id="17" name="Picture 16" descr="A picture containing text&#10;&#10;Description automatically generated">
            <a:extLst>
              <a:ext uri="{FF2B5EF4-FFF2-40B4-BE49-F238E27FC236}">
                <a16:creationId xmlns:a16="http://schemas.microsoft.com/office/drawing/2014/main" id="{2AD0442D-AC24-1DC7-3FBC-7DBD2E53DEC4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 rot="19641371">
            <a:off x="-130081" y="2710167"/>
            <a:ext cx="4053565" cy="27488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14420700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our content - L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Placeholder 1" descr="ph_title">
            <a:extLst>
              <a:ext uri="{FF2B5EF4-FFF2-40B4-BE49-F238E27FC236}">
                <a16:creationId xmlns:a16="http://schemas.microsoft.com/office/drawing/2014/main" id="{BD9FDC4E-A3B1-C0CA-5098-1EEE398DD0F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5938" y="522809"/>
            <a:ext cx="10382971" cy="1167879"/>
          </a:xfrm>
          <a:prstGeom prst="rect">
            <a:avLst/>
          </a:prstGeom>
        </p:spPr>
        <p:txBody>
          <a:bodyPr vert="horz" lIns="0" tIns="0" rIns="0" bIns="0" rtlCol="0" anchor="t">
            <a:normAutofit/>
          </a:bodyPr>
          <a:lstStyle>
            <a:lvl1pPr>
              <a:defRPr b="0" i="0">
                <a:latin typeface="PP Neue Machina Plain" pitchFamily="2" charset="77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7" name="Content Placeholder 2" descr="ph_col1">
            <a:extLst>
              <a:ext uri="{FF2B5EF4-FFF2-40B4-BE49-F238E27FC236}">
                <a16:creationId xmlns:a16="http://schemas.microsoft.com/office/drawing/2014/main" id="{8FA82F68-95E9-FC7A-BF04-AFB8D54C33A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15939" y="1803400"/>
            <a:ext cx="2560320" cy="438467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b="0" i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>
              <a:defRPr b="0" i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2pPr>
            <a:lvl3pPr>
              <a:defRPr b="0" i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3pPr>
            <a:lvl4pPr>
              <a:defRPr b="0" i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defRPr b="0" i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8" name="Content Placeholder 3" descr="ph_col2">
            <a:extLst>
              <a:ext uri="{FF2B5EF4-FFF2-40B4-BE49-F238E27FC236}">
                <a16:creationId xmlns:a16="http://schemas.microsoft.com/office/drawing/2014/main" id="{E2B5120F-8E28-E3E6-6F05-96B9B0FA333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3382540" y="1803400"/>
            <a:ext cx="2560320" cy="438467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b="0" i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>
              <a:defRPr b="0" i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2pPr>
            <a:lvl3pPr>
              <a:defRPr b="0" i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3pPr>
            <a:lvl4pPr>
              <a:defRPr b="0" i="0">
                <a:solidFill>
                  <a:schemeClr val="tx1"/>
                </a:solidFill>
                <a:latin typeface="Avenir LT 45 Book" panose="020B0503020000020003" pitchFamily="34" charset="0"/>
                <a:cs typeface="Arial" panose="020B0604020202020204" pitchFamily="34" charset="0"/>
              </a:defRPr>
            </a:lvl4pPr>
            <a:lvl5pPr>
              <a:defRPr b="0" i="0">
                <a:solidFill>
                  <a:schemeClr val="tx1"/>
                </a:solidFill>
                <a:latin typeface="Avenir LT 45 Book" panose="020B0503020000020003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9" name="Content Placeholder 3" descr="ph_col3">
            <a:extLst>
              <a:ext uri="{FF2B5EF4-FFF2-40B4-BE49-F238E27FC236}">
                <a16:creationId xmlns:a16="http://schemas.microsoft.com/office/drawing/2014/main" id="{108C64B6-9750-E862-F817-C637084E22C8}"/>
              </a:ext>
            </a:extLst>
          </p:cNvPr>
          <p:cNvSpPr>
            <a:spLocks noGrp="1"/>
          </p:cNvSpPr>
          <p:nvPr>
            <p:ph sz="half" idx="15"/>
          </p:nvPr>
        </p:nvSpPr>
        <p:spPr>
          <a:xfrm>
            <a:off x="6249141" y="1803400"/>
            <a:ext cx="2560320" cy="438467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b="0" i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>
              <a:defRPr b="0" i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2pPr>
            <a:lvl3pPr>
              <a:defRPr b="0" i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3pPr>
            <a:lvl4pPr>
              <a:defRPr b="0" i="0">
                <a:solidFill>
                  <a:schemeClr val="tx1"/>
                </a:solidFill>
                <a:latin typeface="Avenir LT 45 Book" panose="020B0503020000020003" pitchFamily="34" charset="0"/>
                <a:cs typeface="Arial" panose="020B0604020202020204" pitchFamily="34" charset="0"/>
              </a:defRPr>
            </a:lvl4pPr>
            <a:lvl5pPr>
              <a:defRPr b="0" i="0">
                <a:solidFill>
                  <a:schemeClr val="tx1"/>
                </a:solidFill>
                <a:latin typeface="Avenir LT 45 Book" panose="020B0503020000020003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0" name="Content Placeholder 3" descr="ph_col4">
            <a:extLst>
              <a:ext uri="{FF2B5EF4-FFF2-40B4-BE49-F238E27FC236}">
                <a16:creationId xmlns:a16="http://schemas.microsoft.com/office/drawing/2014/main" id="{82BFF784-792A-5CE7-B9DD-E865F8438610}"/>
              </a:ext>
            </a:extLst>
          </p:cNvPr>
          <p:cNvSpPr>
            <a:spLocks noGrp="1"/>
          </p:cNvSpPr>
          <p:nvPr>
            <p:ph sz="half" idx="17"/>
          </p:nvPr>
        </p:nvSpPr>
        <p:spPr>
          <a:xfrm>
            <a:off x="9115742" y="1803400"/>
            <a:ext cx="2560320" cy="438467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b="0" i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>
              <a:defRPr b="0" i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2pPr>
            <a:lvl3pPr>
              <a:defRPr b="0" i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3pPr>
            <a:lvl4pPr>
              <a:defRPr b="0" i="0">
                <a:solidFill>
                  <a:schemeClr val="tx1"/>
                </a:solidFill>
                <a:latin typeface="Avenir LT 45 Book" panose="020B0503020000020003" pitchFamily="34" charset="0"/>
                <a:cs typeface="Arial" panose="020B0604020202020204" pitchFamily="34" charset="0"/>
              </a:defRPr>
            </a:lvl4pPr>
            <a:lvl5pPr>
              <a:defRPr b="0" i="0">
                <a:solidFill>
                  <a:schemeClr val="tx1"/>
                </a:solidFill>
                <a:latin typeface="Avenir LT 45 Book" panose="020B0503020000020003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2" name="Graphic 24">
            <a:extLst>
              <a:ext uri="{FF2B5EF4-FFF2-40B4-BE49-F238E27FC236}">
                <a16:creationId xmlns:a16="http://schemas.microsoft.com/office/drawing/2014/main" id="{D22FFD3E-3C16-3012-B01D-95198755C35F}"/>
              </a:ext>
            </a:extLst>
          </p:cNvPr>
          <p:cNvSpPr/>
          <p:nvPr userDrawn="1"/>
        </p:nvSpPr>
        <p:spPr>
          <a:xfrm>
            <a:off x="0" y="0"/>
            <a:ext cx="121768" cy="1959429"/>
          </a:xfrm>
          <a:custGeom>
            <a:avLst/>
            <a:gdLst>
              <a:gd name="connsiteX0" fmla="*/ 0 w 190722"/>
              <a:gd name="connsiteY0" fmla="*/ 0 h 3068991"/>
              <a:gd name="connsiteX1" fmla="*/ 0 w 190722"/>
              <a:gd name="connsiteY1" fmla="*/ 3068992 h 3068991"/>
              <a:gd name="connsiteX2" fmla="*/ 190722 w 190722"/>
              <a:gd name="connsiteY2" fmla="*/ 2669273 h 3068991"/>
              <a:gd name="connsiteX3" fmla="*/ 0 w 190722"/>
              <a:gd name="connsiteY3" fmla="*/ 0 h 306899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90722" h="3068991">
                <a:moveTo>
                  <a:pt x="0" y="0"/>
                </a:moveTo>
                <a:lnTo>
                  <a:pt x="0" y="3068992"/>
                </a:lnTo>
                <a:cubicBezTo>
                  <a:pt x="63644" y="2935822"/>
                  <a:pt x="127078" y="2802442"/>
                  <a:pt x="190722" y="2669273"/>
                </a:cubicBezTo>
                <a:cubicBezTo>
                  <a:pt x="127078" y="1779515"/>
                  <a:pt x="63644" y="889758"/>
                  <a:pt x="0" y="0"/>
                </a:cubicBezTo>
                <a:close/>
              </a:path>
            </a:pathLst>
          </a:custGeom>
          <a:gradFill flip="none" rotWithShape="1">
            <a:gsLst>
              <a:gs pos="0">
                <a:srgbClr val="FFC000"/>
              </a:gs>
              <a:gs pos="100000">
                <a:srgbClr val="E3056C"/>
              </a:gs>
              <a:gs pos="100000">
                <a:schemeClr val="accent3">
                  <a:lumMod val="60000"/>
                  <a:lumOff val="40000"/>
                </a:schemeClr>
              </a:gs>
            </a:gsLst>
            <a:lin ang="16200000" scaled="1"/>
            <a:tileRect/>
          </a:gradFill>
          <a:ln w="20108" cap="flat">
            <a:noFill/>
            <a:prstDash val="solid"/>
            <a:miter/>
          </a:ln>
        </p:spPr>
        <p:txBody>
          <a:bodyPr rtlCol="0" anchor="ctr"/>
          <a:lstStyle/>
          <a:p>
            <a:endParaRPr lang="en-US" b="0" i="0">
              <a:latin typeface="Aptos" panose="020B0004020202020204" pitchFamily="34" charset="0"/>
            </a:endParaRPr>
          </a:p>
        </p:txBody>
      </p:sp>
      <p:sp>
        <p:nvSpPr>
          <p:cNvPr id="4" name="Graphic 26">
            <a:extLst>
              <a:ext uri="{FF2B5EF4-FFF2-40B4-BE49-F238E27FC236}">
                <a16:creationId xmlns:a16="http://schemas.microsoft.com/office/drawing/2014/main" id="{2128F145-CB52-E987-E3F9-A88A656E6E99}"/>
              </a:ext>
            </a:extLst>
          </p:cNvPr>
          <p:cNvSpPr/>
          <p:nvPr userDrawn="1"/>
        </p:nvSpPr>
        <p:spPr>
          <a:xfrm>
            <a:off x="12070232" y="5008131"/>
            <a:ext cx="121768" cy="1959429"/>
          </a:xfrm>
          <a:custGeom>
            <a:avLst/>
            <a:gdLst>
              <a:gd name="connsiteX0" fmla="*/ 190722 w 190722"/>
              <a:gd name="connsiteY0" fmla="*/ 3068992 h 3068991"/>
              <a:gd name="connsiteX1" fmla="*/ 190722 w 190722"/>
              <a:gd name="connsiteY1" fmla="*/ 0 h 3068991"/>
              <a:gd name="connsiteX2" fmla="*/ 0 w 190722"/>
              <a:gd name="connsiteY2" fmla="*/ 399719 h 3068991"/>
              <a:gd name="connsiteX3" fmla="*/ 190722 w 190722"/>
              <a:gd name="connsiteY3" fmla="*/ 3068992 h 306899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90722" h="3068991">
                <a:moveTo>
                  <a:pt x="190722" y="3068992"/>
                </a:moveTo>
                <a:lnTo>
                  <a:pt x="190722" y="0"/>
                </a:lnTo>
                <a:cubicBezTo>
                  <a:pt x="127078" y="133170"/>
                  <a:pt x="63644" y="266549"/>
                  <a:pt x="0" y="399719"/>
                </a:cubicBezTo>
                <a:cubicBezTo>
                  <a:pt x="63644" y="1289476"/>
                  <a:pt x="127078" y="2179234"/>
                  <a:pt x="190722" y="3068992"/>
                </a:cubicBezTo>
                <a:close/>
              </a:path>
            </a:pathLst>
          </a:custGeom>
          <a:gradFill>
            <a:gsLst>
              <a:gs pos="0">
                <a:srgbClr val="FFC000"/>
              </a:gs>
              <a:gs pos="100000">
                <a:srgbClr val="E3056C"/>
              </a:gs>
              <a:gs pos="100000">
                <a:schemeClr val="accent3">
                  <a:lumMod val="60000"/>
                  <a:lumOff val="40000"/>
                </a:schemeClr>
              </a:gs>
            </a:gsLst>
            <a:lin ang="5400000" scaled="1"/>
          </a:gradFill>
          <a:ln w="20108" cap="flat">
            <a:noFill/>
            <a:prstDash val="solid"/>
            <a:miter/>
          </a:ln>
        </p:spPr>
        <p:txBody>
          <a:bodyPr rtlCol="0" anchor="ctr"/>
          <a:lstStyle/>
          <a:p>
            <a:endParaRPr lang="en-US" b="0" i="0">
              <a:latin typeface="Aptos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66282761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our content - Dark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Placeholder 1" descr="ph_title">
            <a:extLst>
              <a:ext uri="{FF2B5EF4-FFF2-40B4-BE49-F238E27FC236}">
                <a16:creationId xmlns:a16="http://schemas.microsoft.com/office/drawing/2014/main" id="{BD9FDC4E-A3B1-C0CA-5098-1EEE398DD0F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5938" y="522809"/>
            <a:ext cx="11160124" cy="1167879"/>
          </a:xfrm>
          <a:prstGeom prst="rect">
            <a:avLst/>
          </a:prstGeom>
        </p:spPr>
        <p:txBody>
          <a:bodyPr vert="horz" lIns="0" tIns="0" rIns="0" bIns="0" rtlCol="0" anchor="t">
            <a:normAutofit/>
          </a:bodyPr>
          <a:lstStyle>
            <a:lvl1pPr>
              <a:defRPr b="0" i="0">
                <a:solidFill>
                  <a:schemeClr val="tx1"/>
                </a:solidFill>
                <a:latin typeface="PP Neue Machina Plain" pitchFamily="2" charset="77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7" name="Content Placeholder 2" descr="ph_col1">
            <a:extLst>
              <a:ext uri="{FF2B5EF4-FFF2-40B4-BE49-F238E27FC236}">
                <a16:creationId xmlns:a16="http://schemas.microsoft.com/office/drawing/2014/main" id="{8FA82F68-95E9-FC7A-BF04-AFB8D54C33A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15939" y="1803400"/>
            <a:ext cx="2560320" cy="438467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b="0" i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>
              <a:defRPr b="0" i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2pPr>
            <a:lvl3pPr>
              <a:defRPr b="0" i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3pPr>
            <a:lvl4pPr>
              <a:defRPr b="0" i="0">
                <a:solidFill>
                  <a:schemeClr val="bg1"/>
                </a:solidFill>
                <a:latin typeface="Avenir LT 45 Book" panose="020B0503020000020003" pitchFamily="34" charset="0"/>
                <a:cs typeface="Arial" panose="020B0604020202020204" pitchFamily="34" charset="0"/>
              </a:defRPr>
            </a:lvl4pPr>
            <a:lvl5pPr>
              <a:defRPr b="0" i="0">
                <a:solidFill>
                  <a:schemeClr val="bg1"/>
                </a:solidFill>
                <a:latin typeface="Avenir LT 45 Book" panose="020B0503020000020003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8" name="Content Placeholder 3" descr="ph_col2">
            <a:extLst>
              <a:ext uri="{FF2B5EF4-FFF2-40B4-BE49-F238E27FC236}">
                <a16:creationId xmlns:a16="http://schemas.microsoft.com/office/drawing/2014/main" id="{E2B5120F-8E28-E3E6-6F05-96B9B0FA333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3382540" y="1803400"/>
            <a:ext cx="2560320" cy="438467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b="0" i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>
              <a:defRPr b="0" i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2pPr>
            <a:lvl3pPr>
              <a:defRPr b="0" i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3pPr>
            <a:lvl4pPr>
              <a:defRPr b="0" i="0">
                <a:solidFill>
                  <a:schemeClr val="bg1"/>
                </a:solidFill>
                <a:latin typeface="Avenir LT 45 Book" panose="020B0503020000020003" pitchFamily="34" charset="0"/>
                <a:cs typeface="Arial" panose="020B0604020202020204" pitchFamily="34" charset="0"/>
              </a:defRPr>
            </a:lvl4pPr>
            <a:lvl5pPr>
              <a:defRPr b="0" i="0">
                <a:solidFill>
                  <a:schemeClr val="bg1"/>
                </a:solidFill>
                <a:latin typeface="Avenir LT 45 Book" panose="020B0503020000020003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9" name="Content Placeholder 3" descr="ph_col3">
            <a:extLst>
              <a:ext uri="{FF2B5EF4-FFF2-40B4-BE49-F238E27FC236}">
                <a16:creationId xmlns:a16="http://schemas.microsoft.com/office/drawing/2014/main" id="{108C64B6-9750-E862-F817-C637084E22C8}"/>
              </a:ext>
            </a:extLst>
          </p:cNvPr>
          <p:cNvSpPr>
            <a:spLocks noGrp="1"/>
          </p:cNvSpPr>
          <p:nvPr>
            <p:ph sz="half" idx="15"/>
          </p:nvPr>
        </p:nvSpPr>
        <p:spPr>
          <a:xfrm>
            <a:off x="6249141" y="1803400"/>
            <a:ext cx="2560320" cy="438467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b="0" i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>
              <a:defRPr b="0" i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2pPr>
            <a:lvl3pPr>
              <a:defRPr b="0" i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3pPr>
            <a:lvl4pPr>
              <a:defRPr b="0" i="0">
                <a:solidFill>
                  <a:schemeClr val="bg1"/>
                </a:solidFill>
                <a:latin typeface="Avenir LT 45 Book" panose="020B0503020000020003" pitchFamily="34" charset="0"/>
                <a:cs typeface="Arial" panose="020B0604020202020204" pitchFamily="34" charset="0"/>
              </a:defRPr>
            </a:lvl4pPr>
            <a:lvl5pPr>
              <a:defRPr b="0" i="0">
                <a:solidFill>
                  <a:schemeClr val="bg1"/>
                </a:solidFill>
                <a:latin typeface="Avenir LT 45 Book" panose="020B0503020000020003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0" name="Content Placeholder 3" descr="ph_col4">
            <a:extLst>
              <a:ext uri="{FF2B5EF4-FFF2-40B4-BE49-F238E27FC236}">
                <a16:creationId xmlns:a16="http://schemas.microsoft.com/office/drawing/2014/main" id="{82BFF784-792A-5CE7-B9DD-E865F8438610}"/>
              </a:ext>
            </a:extLst>
          </p:cNvPr>
          <p:cNvSpPr>
            <a:spLocks noGrp="1"/>
          </p:cNvSpPr>
          <p:nvPr>
            <p:ph sz="half" idx="17"/>
          </p:nvPr>
        </p:nvSpPr>
        <p:spPr>
          <a:xfrm>
            <a:off x="9115742" y="1803400"/>
            <a:ext cx="2560320" cy="438467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b="0" i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>
              <a:defRPr b="0" i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2pPr>
            <a:lvl3pPr>
              <a:defRPr b="0" i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3pPr>
            <a:lvl4pPr>
              <a:defRPr b="0" i="0">
                <a:solidFill>
                  <a:schemeClr val="bg1"/>
                </a:solidFill>
                <a:latin typeface="Avenir LT 45 Book" panose="020B0503020000020003" pitchFamily="34" charset="0"/>
                <a:cs typeface="Arial" panose="020B0604020202020204" pitchFamily="34" charset="0"/>
              </a:defRPr>
            </a:lvl4pPr>
            <a:lvl5pPr>
              <a:defRPr b="0" i="0">
                <a:solidFill>
                  <a:schemeClr val="bg1"/>
                </a:solidFill>
                <a:latin typeface="Avenir LT 45 Book" panose="020B0503020000020003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2" name="Graphic 24">
            <a:extLst>
              <a:ext uri="{FF2B5EF4-FFF2-40B4-BE49-F238E27FC236}">
                <a16:creationId xmlns:a16="http://schemas.microsoft.com/office/drawing/2014/main" id="{11F3FDF4-7DAF-07C7-73FA-5174C9F836E3}"/>
              </a:ext>
            </a:extLst>
          </p:cNvPr>
          <p:cNvSpPr/>
          <p:nvPr userDrawn="1"/>
        </p:nvSpPr>
        <p:spPr>
          <a:xfrm>
            <a:off x="0" y="0"/>
            <a:ext cx="121768" cy="1959429"/>
          </a:xfrm>
          <a:custGeom>
            <a:avLst/>
            <a:gdLst>
              <a:gd name="connsiteX0" fmla="*/ 0 w 190722"/>
              <a:gd name="connsiteY0" fmla="*/ 0 h 3068991"/>
              <a:gd name="connsiteX1" fmla="*/ 0 w 190722"/>
              <a:gd name="connsiteY1" fmla="*/ 3068992 h 3068991"/>
              <a:gd name="connsiteX2" fmla="*/ 190722 w 190722"/>
              <a:gd name="connsiteY2" fmla="*/ 2669273 h 3068991"/>
              <a:gd name="connsiteX3" fmla="*/ 0 w 190722"/>
              <a:gd name="connsiteY3" fmla="*/ 0 h 306899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90722" h="3068991">
                <a:moveTo>
                  <a:pt x="0" y="0"/>
                </a:moveTo>
                <a:lnTo>
                  <a:pt x="0" y="3068992"/>
                </a:lnTo>
                <a:cubicBezTo>
                  <a:pt x="63644" y="2935822"/>
                  <a:pt x="127078" y="2802442"/>
                  <a:pt x="190722" y="2669273"/>
                </a:cubicBezTo>
                <a:cubicBezTo>
                  <a:pt x="127078" y="1779515"/>
                  <a:pt x="63644" y="889758"/>
                  <a:pt x="0" y="0"/>
                </a:cubicBezTo>
                <a:close/>
              </a:path>
            </a:pathLst>
          </a:custGeom>
          <a:gradFill flip="none" rotWithShape="1">
            <a:gsLst>
              <a:gs pos="0">
                <a:schemeClr val="accent1">
                  <a:lumMod val="67000"/>
                </a:schemeClr>
              </a:gs>
              <a:gs pos="48000">
                <a:schemeClr val="accent1">
                  <a:lumMod val="97000"/>
                  <a:lumOff val="3000"/>
                </a:schemeClr>
              </a:gs>
              <a:gs pos="100000">
                <a:schemeClr val="accent1">
                  <a:lumMod val="60000"/>
                  <a:lumOff val="40000"/>
                </a:schemeClr>
              </a:gs>
            </a:gsLst>
            <a:lin ang="5400000" scaled="1"/>
            <a:tileRect/>
          </a:gradFill>
          <a:ln w="20108" cap="flat">
            <a:noFill/>
            <a:prstDash val="solid"/>
            <a:miter/>
          </a:ln>
        </p:spPr>
        <p:txBody>
          <a:bodyPr rtlCol="0" anchor="ctr"/>
          <a:lstStyle/>
          <a:p>
            <a:endParaRPr lang="en-US" b="0" i="0">
              <a:latin typeface="Aptos" panose="020B0004020202020204" pitchFamily="34" charset="0"/>
            </a:endParaRPr>
          </a:p>
        </p:txBody>
      </p:sp>
      <p:sp>
        <p:nvSpPr>
          <p:cNvPr id="3" name="Graphic 26">
            <a:extLst>
              <a:ext uri="{FF2B5EF4-FFF2-40B4-BE49-F238E27FC236}">
                <a16:creationId xmlns:a16="http://schemas.microsoft.com/office/drawing/2014/main" id="{149869D2-A8D0-1E69-1F78-9F4FAF8671E4}"/>
              </a:ext>
            </a:extLst>
          </p:cNvPr>
          <p:cNvSpPr/>
          <p:nvPr userDrawn="1"/>
        </p:nvSpPr>
        <p:spPr>
          <a:xfrm>
            <a:off x="12070232" y="5008131"/>
            <a:ext cx="121768" cy="1959429"/>
          </a:xfrm>
          <a:custGeom>
            <a:avLst/>
            <a:gdLst>
              <a:gd name="connsiteX0" fmla="*/ 190722 w 190722"/>
              <a:gd name="connsiteY0" fmla="*/ 3068992 h 3068991"/>
              <a:gd name="connsiteX1" fmla="*/ 190722 w 190722"/>
              <a:gd name="connsiteY1" fmla="*/ 0 h 3068991"/>
              <a:gd name="connsiteX2" fmla="*/ 0 w 190722"/>
              <a:gd name="connsiteY2" fmla="*/ 399719 h 3068991"/>
              <a:gd name="connsiteX3" fmla="*/ 190722 w 190722"/>
              <a:gd name="connsiteY3" fmla="*/ 3068992 h 306899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90722" h="3068991">
                <a:moveTo>
                  <a:pt x="190722" y="3068992"/>
                </a:moveTo>
                <a:lnTo>
                  <a:pt x="190722" y="0"/>
                </a:lnTo>
                <a:cubicBezTo>
                  <a:pt x="127078" y="133170"/>
                  <a:pt x="63644" y="266549"/>
                  <a:pt x="0" y="399719"/>
                </a:cubicBezTo>
                <a:cubicBezTo>
                  <a:pt x="63644" y="1289476"/>
                  <a:pt x="127078" y="2179234"/>
                  <a:pt x="190722" y="3068992"/>
                </a:cubicBezTo>
                <a:close/>
              </a:path>
            </a:pathLst>
          </a:custGeom>
          <a:gradFill>
            <a:gsLst>
              <a:gs pos="0">
                <a:schemeClr val="accent1">
                  <a:lumMod val="67000"/>
                </a:schemeClr>
              </a:gs>
              <a:gs pos="48000">
                <a:schemeClr val="accent1">
                  <a:lumMod val="97000"/>
                  <a:lumOff val="3000"/>
                </a:schemeClr>
              </a:gs>
              <a:gs pos="100000">
                <a:schemeClr val="accent1">
                  <a:lumMod val="60000"/>
                  <a:lumOff val="40000"/>
                </a:schemeClr>
              </a:gs>
            </a:gsLst>
            <a:lin ang="16200000" scaled="1"/>
          </a:gradFill>
          <a:ln w="20108" cap="flat">
            <a:noFill/>
            <a:prstDash val="solid"/>
            <a:miter/>
          </a:ln>
        </p:spPr>
        <p:txBody>
          <a:bodyPr rtlCol="0" anchor="ctr"/>
          <a:lstStyle/>
          <a:p>
            <a:endParaRPr lang="en-US" b="0" i="0">
              <a:latin typeface="Aptos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952285662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Break - Light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>
            <a:extLst>
              <a:ext uri="{FF2B5EF4-FFF2-40B4-BE49-F238E27FC236}">
                <a16:creationId xmlns:a16="http://schemas.microsoft.com/office/drawing/2014/main" id="{B61E9142-038F-0204-9D10-F4ACBFE52843}"/>
              </a:ext>
            </a:extLst>
          </p:cNvPr>
          <p:cNvSpPr/>
          <p:nvPr userDrawn="1"/>
        </p:nvSpPr>
        <p:spPr>
          <a:xfrm>
            <a:off x="495300" y="6381750"/>
            <a:ext cx="6696075" cy="271753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Aptos" panose="020B0004020202020204" pitchFamily="34" charset="0"/>
            </a:endParaRP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FFC4131A-632F-871A-3C83-D5D597A5CA1E}"/>
              </a:ext>
            </a:extLst>
          </p:cNvPr>
          <p:cNvSpPr/>
          <p:nvPr userDrawn="1"/>
        </p:nvSpPr>
        <p:spPr>
          <a:xfrm rot="5400000">
            <a:off x="5266269" y="-58207"/>
            <a:ext cx="6038549" cy="7812915"/>
          </a:xfrm>
          <a:custGeom>
            <a:avLst/>
            <a:gdLst>
              <a:gd name="connsiteX0" fmla="*/ 0 w 6055313"/>
              <a:gd name="connsiteY0" fmla="*/ 7812915 h 7812915"/>
              <a:gd name="connsiteX1" fmla="*/ 2243431 w 6055313"/>
              <a:gd name="connsiteY1" fmla="*/ 0 h 7812915"/>
              <a:gd name="connsiteX2" fmla="*/ 6055313 w 6055313"/>
              <a:gd name="connsiteY2" fmla="*/ 0 h 7812915"/>
              <a:gd name="connsiteX3" fmla="*/ 6055313 w 6055313"/>
              <a:gd name="connsiteY3" fmla="*/ 4859044 h 7812915"/>
              <a:gd name="connsiteX4" fmla="*/ 5207127 w 6055313"/>
              <a:gd name="connsiteY4" fmla="*/ 7812915 h 7812915"/>
              <a:gd name="connsiteX0" fmla="*/ 0 w 6055313"/>
              <a:gd name="connsiteY0" fmla="*/ 7812915 h 7812915"/>
              <a:gd name="connsiteX1" fmla="*/ 2243431 w 6055313"/>
              <a:gd name="connsiteY1" fmla="*/ 0 h 7812915"/>
              <a:gd name="connsiteX2" fmla="*/ 6055313 w 6055313"/>
              <a:gd name="connsiteY2" fmla="*/ 0 h 7812915"/>
              <a:gd name="connsiteX3" fmla="*/ 6055313 w 6055313"/>
              <a:gd name="connsiteY3" fmla="*/ 4859044 h 7812915"/>
              <a:gd name="connsiteX4" fmla="*/ 5236624 w 6055313"/>
              <a:gd name="connsiteY4" fmla="*/ 7812915 h 7812915"/>
              <a:gd name="connsiteX5" fmla="*/ 0 w 6055313"/>
              <a:gd name="connsiteY5" fmla="*/ 7812915 h 7812915"/>
              <a:gd name="connsiteX0" fmla="*/ 0 w 6062933"/>
              <a:gd name="connsiteY0" fmla="*/ 7851015 h 7851015"/>
              <a:gd name="connsiteX1" fmla="*/ 2251051 w 6062933"/>
              <a:gd name="connsiteY1" fmla="*/ 0 h 7851015"/>
              <a:gd name="connsiteX2" fmla="*/ 6062933 w 6062933"/>
              <a:gd name="connsiteY2" fmla="*/ 0 h 7851015"/>
              <a:gd name="connsiteX3" fmla="*/ 6062933 w 6062933"/>
              <a:gd name="connsiteY3" fmla="*/ 4859044 h 7851015"/>
              <a:gd name="connsiteX4" fmla="*/ 5244244 w 6062933"/>
              <a:gd name="connsiteY4" fmla="*/ 7812915 h 7851015"/>
              <a:gd name="connsiteX5" fmla="*/ 0 w 6062933"/>
              <a:gd name="connsiteY5" fmla="*/ 7851015 h 7851015"/>
              <a:gd name="connsiteX0" fmla="*/ 0 w 6038549"/>
              <a:gd name="connsiteY0" fmla="*/ 7808343 h 7812915"/>
              <a:gd name="connsiteX1" fmla="*/ 2226667 w 6038549"/>
              <a:gd name="connsiteY1" fmla="*/ 0 h 7812915"/>
              <a:gd name="connsiteX2" fmla="*/ 6038549 w 6038549"/>
              <a:gd name="connsiteY2" fmla="*/ 0 h 7812915"/>
              <a:gd name="connsiteX3" fmla="*/ 6038549 w 6038549"/>
              <a:gd name="connsiteY3" fmla="*/ 4859044 h 7812915"/>
              <a:gd name="connsiteX4" fmla="*/ 5219860 w 6038549"/>
              <a:gd name="connsiteY4" fmla="*/ 7812915 h 7812915"/>
              <a:gd name="connsiteX5" fmla="*/ 0 w 6038549"/>
              <a:gd name="connsiteY5" fmla="*/ 7808343 h 781291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6038549" h="7812915">
                <a:moveTo>
                  <a:pt x="0" y="7808343"/>
                </a:moveTo>
                <a:lnTo>
                  <a:pt x="2226667" y="0"/>
                </a:lnTo>
                <a:lnTo>
                  <a:pt x="6038549" y="0"/>
                </a:lnTo>
                <a:lnTo>
                  <a:pt x="6038549" y="4859044"/>
                </a:lnTo>
                <a:lnTo>
                  <a:pt x="5219860" y="7812915"/>
                </a:lnTo>
                <a:lnTo>
                  <a:pt x="0" y="7808343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IN" b="0" i="0">
              <a:latin typeface="Aptos" panose="020B0004020202020204" pitchFamily="34" charset="0"/>
            </a:endParaRPr>
          </a:p>
        </p:txBody>
      </p:sp>
      <p:sp>
        <p:nvSpPr>
          <p:cNvPr id="8" name="Picture Placeholder 47" descr="ph_image">
            <a:extLst>
              <a:ext uri="{FF2B5EF4-FFF2-40B4-BE49-F238E27FC236}">
                <a16:creationId xmlns:a16="http://schemas.microsoft.com/office/drawing/2014/main" id="{78004D37-C7E0-B198-98DF-1D5CB04C7804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0" y="777238"/>
            <a:ext cx="5196840" cy="5824527"/>
          </a:xfrm>
          <a:custGeom>
            <a:avLst/>
            <a:gdLst>
              <a:gd name="connsiteX0" fmla="*/ 4221481 w 5196840"/>
              <a:gd name="connsiteY0" fmla="*/ 0 h 5780545"/>
              <a:gd name="connsiteX1" fmla="*/ 5196840 w 5196840"/>
              <a:gd name="connsiteY1" fmla="*/ 264689 h 5780545"/>
              <a:gd name="connsiteX2" fmla="*/ 5196840 w 5196840"/>
              <a:gd name="connsiteY2" fmla="*/ 1110836 h 5780545"/>
              <a:gd name="connsiteX3" fmla="*/ 5196839 w 5196840"/>
              <a:gd name="connsiteY3" fmla="*/ 1110836 h 5780545"/>
              <a:gd name="connsiteX4" fmla="*/ 5196839 w 5196840"/>
              <a:gd name="connsiteY4" fmla="*/ 5456481 h 5780545"/>
              <a:gd name="connsiteX5" fmla="*/ 4221480 w 5196840"/>
              <a:gd name="connsiteY5" fmla="*/ 5191792 h 5780545"/>
              <a:gd name="connsiteX6" fmla="*/ 0 w 5196840"/>
              <a:gd name="connsiteY6" fmla="*/ 5780545 h 5780545"/>
              <a:gd name="connsiteX7" fmla="*/ 0 w 5196840"/>
              <a:gd name="connsiteY7" fmla="*/ 1138188 h 5780545"/>
              <a:gd name="connsiteX8" fmla="*/ 0 w 5196840"/>
              <a:gd name="connsiteY8" fmla="*/ 695992 h 5780545"/>
              <a:gd name="connsiteX9" fmla="*/ 0 w 5196840"/>
              <a:gd name="connsiteY9" fmla="*/ 588753 h 578054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5196840" h="5780545">
                <a:moveTo>
                  <a:pt x="4221481" y="0"/>
                </a:moveTo>
                <a:lnTo>
                  <a:pt x="5196840" y="264689"/>
                </a:lnTo>
                <a:lnTo>
                  <a:pt x="5196840" y="1110836"/>
                </a:lnTo>
                <a:lnTo>
                  <a:pt x="5196839" y="1110836"/>
                </a:lnTo>
                <a:lnTo>
                  <a:pt x="5196839" y="5456481"/>
                </a:lnTo>
                <a:lnTo>
                  <a:pt x="4221480" y="5191792"/>
                </a:lnTo>
                <a:lnTo>
                  <a:pt x="0" y="5780545"/>
                </a:lnTo>
                <a:lnTo>
                  <a:pt x="0" y="1138188"/>
                </a:lnTo>
                <a:lnTo>
                  <a:pt x="0" y="695992"/>
                </a:lnTo>
                <a:lnTo>
                  <a:pt x="0" y="588753"/>
                </a:lnTo>
                <a:close/>
              </a:path>
            </a:pathLst>
          </a:custGeom>
          <a:solidFill>
            <a:schemeClr val="bg2">
              <a:lumMod val="20000"/>
              <a:lumOff val="80000"/>
            </a:schemeClr>
          </a:solidFill>
        </p:spPr>
        <p:txBody>
          <a:bodyPr wrap="square" anchor="ctr">
            <a:noAutofit/>
          </a:bodyPr>
          <a:lstStyle>
            <a:lvl1pPr marL="0" indent="0" algn="ctr">
              <a:buNone/>
              <a:defRPr b="0" i="0">
                <a:latin typeface="Aptos" panose="020B0004020202020204" pitchFamily="34" charset="0"/>
              </a:defRPr>
            </a:lvl1pPr>
          </a:lstStyle>
          <a:p>
            <a:endParaRPr lang="de-DE"/>
          </a:p>
        </p:txBody>
      </p:sp>
      <p:sp>
        <p:nvSpPr>
          <p:cNvPr id="2" name="Title 1" descr="ph_title">
            <a:extLst>
              <a:ext uri="{FF2B5EF4-FFF2-40B4-BE49-F238E27FC236}">
                <a16:creationId xmlns:a16="http://schemas.microsoft.com/office/drawing/2014/main" id="{14FE8E74-3542-5797-B638-1E57B2F0CCF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 flipH="1">
            <a:off x="5791198" y="2955636"/>
            <a:ext cx="5547887" cy="285511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b="0" i="0">
                <a:solidFill>
                  <a:schemeClr val="bg1"/>
                </a:solidFill>
                <a:latin typeface="PP Neue Machina Plain" pitchFamily="2" charset="77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pic>
        <p:nvPicPr>
          <p:cNvPr id="9" name="Graphic 8">
            <a:extLst>
              <a:ext uri="{FF2B5EF4-FFF2-40B4-BE49-F238E27FC236}">
                <a16:creationId xmlns:a16="http://schemas.microsoft.com/office/drawing/2014/main" id="{4738A07D-9B34-2C40-341E-67CC5A926FCE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339088" y="102191"/>
            <a:ext cx="673947" cy="871200"/>
          </a:xfrm>
          <a:prstGeom prst="rect">
            <a:avLst/>
          </a:prstGeom>
        </p:spPr>
      </p:pic>
      <p:sp>
        <p:nvSpPr>
          <p:cNvPr id="11" name="Graphic 3">
            <a:extLst>
              <a:ext uri="{FF2B5EF4-FFF2-40B4-BE49-F238E27FC236}">
                <a16:creationId xmlns:a16="http://schemas.microsoft.com/office/drawing/2014/main" id="{FDC3924D-83B1-52C2-8E70-DE944E438931}"/>
              </a:ext>
            </a:extLst>
          </p:cNvPr>
          <p:cNvSpPr/>
          <p:nvPr userDrawn="1"/>
        </p:nvSpPr>
        <p:spPr>
          <a:xfrm>
            <a:off x="18663" y="6007347"/>
            <a:ext cx="7304486" cy="856684"/>
          </a:xfrm>
          <a:custGeom>
            <a:avLst/>
            <a:gdLst>
              <a:gd name="connsiteX0" fmla="*/ 4207334 w 7304486"/>
              <a:gd name="connsiteY0" fmla="*/ 109193 h 856684"/>
              <a:gd name="connsiteX1" fmla="*/ 0 w 7304486"/>
              <a:gd name="connsiteY1" fmla="*/ 591436 h 856684"/>
              <a:gd name="connsiteX2" fmla="*/ 4214758 w 7304486"/>
              <a:gd name="connsiteY2" fmla="*/ 0 h 856684"/>
              <a:gd name="connsiteX3" fmla="*/ 7304487 w 7304486"/>
              <a:gd name="connsiteY3" fmla="*/ 856685 h 856684"/>
              <a:gd name="connsiteX4" fmla="*/ 4207334 w 7304486"/>
              <a:gd name="connsiteY4" fmla="*/ 109038 h 85668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7304486" h="856684">
                <a:moveTo>
                  <a:pt x="4207334" y="109193"/>
                </a:moveTo>
                <a:cubicBezTo>
                  <a:pt x="2804838" y="269889"/>
                  <a:pt x="1402496" y="430740"/>
                  <a:pt x="0" y="591436"/>
                </a:cubicBezTo>
                <a:cubicBezTo>
                  <a:pt x="1404971" y="394239"/>
                  <a:pt x="2809941" y="197197"/>
                  <a:pt x="4214758" y="0"/>
                </a:cubicBezTo>
                <a:cubicBezTo>
                  <a:pt x="5244668" y="285510"/>
                  <a:pt x="6274577" y="571175"/>
                  <a:pt x="7304487" y="856685"/>
                </a:cubicBezTo>
                <a:cubicBezTo>
                  <a:pt x="6272102" y="607521"/>
                  <a:pt x="5239718" y="358357"/>
                  <a:pt x="4207334" y="109038"/>
                </a:cubicBezTo>
                <a:close/>
              </a:path>
            </a:pathLst>
          </a:custGeom>
          <a:gradFill>
            <a:gsLst>
              <a:gs pos="0">
                <a:srgbClr val="00FAC2"/>
              </a:gs>
              <a:gs pos="100000">
                <a:srgbClr val="008566"/>
              </a:gs>
              <a:gs pos="74000">
                <a:srgbClr val="008566"/>
              </a:gs>
            </a:gsLst>
            <a:lin ang="5400000" scaled="1"/>
          </a:gradFill>
          <a:ln w="15458" cap="flat">
            <a:noFill/>
            <a:prstDash val="solid"/>
            <a:miter/>
          </a:ln>
        </p:spPr>
        <p:txBody>
          <a:bodyPr rtlCol="0" anchor="ctr"/>
          <a:lstStyle/>
          <a:p>
            <a:endParaRPr lang="en-US" b="0" i="0">
              <a:latin typeface="Aptos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76934870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Break - Light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ctangle 13">
            <a:extLst>
              <a:ext uri="{FF2B5EF4-FFF2-40B4-BE49-F238E27FC236}">
                <a16:creationId xmlns:a16="http://schemas.microsoft.com/office/drawing/2014/main" id="{1AB3C52C-C603-7A07-FC49-E40DB25ED0EA}"/>
              </a:ext>
            </a:extLst>
          </p:cNvPr>
          <p:cNvSpPr/>
          <p:nvPr userDrawn="1"/>
        </p:nvSpPr>
        <p:spPr>
          <a:xfrm>
            <a:off x="495300" y="6381750"/>
            <a:ext cx="6696075" cy="271753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Aptos" panose="020B0004020202020204" pitchFamily="34" charset="0"/>
            </a:endParaRP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FFC4131A-632F-871A-3C83-D5D597A5CA1E}"/>
              </a:ext>
            </a:extLst>
          </p:cNvPr>
          <p:cNvSpPr/>
          <p:nvPr userDrawn="1"/>
        </p:nvSpPr>
        <p:spPr>
          <a:xfrm rot="5400000">
            <a:off x="5266268" y="-67732"/>
            <a:ext cx="6038549" cy="7812915"/>
          </a:xfrm>
          <a:custGeom>
            <a:avLst/>
            <a:gdLst>
              <a:gd name="connsiteX0" fmla="*/ 0 w 6055313"/>
              <a:gd name="connsiteY0" fmla="*/ 7812915 h 7812915"/>
              <a:gd name="connsiteX1" fmla="*/ 2243431 w 6055313"/>
              <a:gd name="connsiteY1" fmla="*/ 0 h 7812915"/>
              <a:gd name="connsiteX2" fmla="*/ 6055313 w 6055313"/>
              <a:gd name="connsiteY2" fmla="*/ 0 h 7812915"/>
              <a:gd name="connsiteX3" fmla="*/ 6055313 w 6055313"/>
              <a:gd name="connsiteY3" fmla="*/ 4859044 h 7812915"/>
              <a:gd name="connsiteX4" fmla="*/ 5207127 w 6055313"/>
              <a:gd name="connsiteY4" fmla="*/ 7812915 h 7812915"/>
              <a:gd name="connsiteX0" fmla="*/ 0 w 6055313"/>
              <a:gd name="connsiteY0" fmla="*/ 7812915 h 7812915"/>
              <a:gd name="connsiteX1" fmla="*/ 2243431 w 6055313"/>
              <a:gd name="connsiteY1" fmla="*/ 0 h 7812915"/>
              <a:gd name="connsiteX2" fmla="*/ 6055313 w 6055313"/>
              <a:gd name="connsiteY2" fmla="*/ 0 h 7812915"/>
              <a:gd name="connsiteX3" fmla="*/ 6055313 w 6055313"/>
              <a:gd name="connsiteY3" fmla="*/ 4859044 h 7812915"/>
              <a:gd name="connsiteX4" fmla="*/ 5236624 w 6055313"/>
              <a:gd name="connsiteY4" fmla="*/ 7812915 h 7812915"/>
              <a:gd name="connsiteX5" fmla="*/ 0 w 6055313"/>
              <a:gd name="connsiteY5" fmla="*/ 7812915 h 7812915"/>
              <a:gd name="connsiteX0" fmla="*/ 0 w 6062933"/>
              <a:gd name="connsiteY0" fmla="*/ 7851015 h 7851015"/>
              <a:gd name="connsiteX1" fmla="*/ 2251051 w 6062933"/>
              <a:gd name="connsiteY1" fmla="*/ 0 h 7851015"/>
              <a:gd name="connsiteX2" fmla="*/ 6062933 w 6062933"/>
              <a:gd name="connsiteY2" fmla="*/ 0 h 7851015"/>
              <a:gd name="connsiteX3" fmla="*/ 6062933 w 6062933"/>
              <a:gd name="connsiteY3" fmla="*/ 4859044 h 7851015"/>
              <a:gd name="connsiteX4" fmla="*/ 5244244 w 6062933"/>
              <a:gd name="connsiteY4" fmla="*/ 7812915 h 7851015"/>
              <a:gd name="connsiteX5" fmla="*/ 0 w 6062933"/>
              <a:gd name="connsiteY5" fmla="*/ 7851015 h 7851015"/>
              <a:gd name="connsiteX0" fmla="*/ 0 w 6038549"/>
              <a:gd name="connsiteY0" fmla="*/ 7808343 h 7812915"/>
              <a:gd name="connsiteX1" fmla="*/ 2226667 w 6038549"/>
              <a:gd name="connsiteY1" fmla="*/ 0 h 7812915"/>
              <a:gd name="connsiteX2" fmla="*/ 6038549 w 6038549"/>
              <a:gd name="connsiteY2" fmla="*/ 0 h 7812915"/>
              <a:gd name="connsiteX3" fmla="*/ 6038549 w 6038549"/>
              <a:gd name="connsiteY3" fmla="*/ 4859044 h 7812915"/>
              <a:gd name="connsiteX4" fmla="*/ 5219860 w 6038549"/>
              <a:gd name="connsiteY4" fmla="*/ 7812915 h 7812915"/>
              <a:gd name="connsiteX5" fmla="*/ 0 w 6038549"/>
              <a:gd name="connsiteY5" fmla="*/ 7808343 h 781291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6038549" h="7812915">
                <a:moveTo>
                  <a:pt x="0" y="7808343"/>
                </a:moveTo>
                <a:lnTo>
                  <a:pt x="2226667" y="0"/>
                </a:lnTo>
                <a:lnTo>
                  <a:pt x="6038549" y="0"/>
                </a:lnTo>
                <a:lnTo>
                  <a:pt x="6038549" y="4859044"/>
                </a:lnTo>
                <a:lnTo>
                  <a:pt x="5219860" y="7812915"/>
                </a:lnTo>
                <a:lnTo>
                  <a:pt x="0" y="7808343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IN" b="0" i="0">
              <a:latin typeface="Aptos" panose="020B0004020202020204" pitchFamily="34" charset="0"/>
            </a:endParaRPr>
          </a:p>
        </p:txBody>
      </p:sp>
      <p:pic>
        <p:nvPicPr>
          <p:cNvPr id="9" name="Graphic 8">
            <a:extLst>
              <a:ext uri="{FF2B5EF4-FFF2-40B4-BE49-F238E27FC236}">
                <a16:creationId xmlns:a16="http://schemas.microsoft.com/office/drawing/2014/main" id="{4738A07D-9B34-2C40-341E-67CC5A926FCE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339088" y="102191"/>
            <a:ext cx="673947" cy="871200"/>
          </a:xfrm>
          <a:prstGeom prst="rect">
            <a:avLst/>
          </a:prstGeom>
        </p:spPr>
      </p:pic>
      <p:sp>
        <p:nvSpPr>
          <p:cNvPr id="11" name="Title 1" descr="ph_title">
            <a:extLst>
              <a:ext uri="{FF2B5EF4-FFF2-40B4-BE49-F238E27FC236}">
                <a16:creationId xmlns:a16="http://schemas.microsoft.com/office/drawing/2014/main" id="{DA185B72-7A52-6AF9-9A73-CC5DC5AEBDB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 flipH="1">
            <a:off x="5791198" y="2955636"/>
            <a:ext cx="5547887" cy="285511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b="0" i="0">
                <a:solidFill>
                  <a:schemeClr val="bg1"/>
                </a:solidFill>
                <a:latin typeface="PP Neue Machina Plain" pitchFamily="2" charset="77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2" name="Graphic 3">
            <a:extLst>
              <a:ext uri="{FF2B5EF4-FFF2-40B4-BE49-F238E27FC236}">
                <a16:creationId xmlns:a16="http://schemas.microsoft.com/office/drawing/2014/main" id="{649E4E82-57C7-CB55-EC7A-DD23B41DC402}"/>
              </a:ext>
            </a:extLst>
          </p:cNvPr>
          <p:cNvSpPr/>
          <p:nvPr userDrawn="1"/>
        </p:nvSpPr>
        <p:spPr>
          <a:xfrm>
            <a:off x="18663" y="5997822"/>
            <a:ext cx="7304486" cy="856684"/>
          </a:xfrm>
          <a:custGeom>
            <a:avLst/>
            <a:gdLst>
              <a:gd name="connsiteX0" fmla="*/ 4207334 w 7304486"/>
              <a:gd name="connsiteY0" fmla="*/ 109193 h 856684"/>
              <a:gd name="connsiteX1" fmla="*/ 0 w 7304486"/>
              <a:gd name="connsiteY1" fmla="*/ 591436 h 856684"/>
              <a:gd name="connsiteX2" fmla="*/ 4214758 w 7304486"/>
              <a:gd name="connsiteY2" fmla="*/ 0 h 856684"/>
              <a:gd name="connsiteX3" fmla="*/ 7304487 w 7304486"/>
              <a:gd name="connsiteY3" fmla="*/ 856685 h 856684"/>
              <a:gd name="connsiteX4" fmla="*/ 4207334 w 7304486"/>
              <a:gd name="connsiteY4" fmla="*/ 109038 h 85668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7304486" h="856684">
                <a:moveTo>
                  <a:pt x="4207334" y="109193"/>
                </a:moveTo>
                <a:cubicBezTo>
                  <a:pt x="2804838" y="269889"/>
                  <a:pt x="1402496" y="430740"/>
                  <a:pt x="0" y="591436"/>
                </a:cubicBezTo>
                <a:cubicBezTo>
                  <a:pt x="1404971" y="394239"/>
                  <a:pt x="2809941" y="197197"/>
                  <a:pt x="4214758" y="0"/>
                </a:cubicBezTo>
                <a:cubicBezTo>
                  <a:pt x="5244668" y="285510"/>
                  <a:pt x="6274577" y="571175"/>
                  <a:pt x="7304487" y="856685"/>
                </a:cubicBezTo>
                <a:cubicBezTo>
                  <a:pt x="6272102" y="607521"/>
                  <a:pt x="5239718" y="358357"/>
                  <a:pt x="4207334" y="109038"/>
                </a:cubicBezTo>
                <a:close/>
              </a:path>
            </a:pathLst>
          </a:custGeom>
          <a:gradFill>
            <a:gsLst>
              <a:gs pos="0">
                <a:srgbClr val="7161E2"/>
              </a:gs>
              <a:gs pos="100000">
                <a:srgbClr val="E3056C"/>
              </a:gs>
              <a:gs pos="100000">
                <a:schemeClr val="accent3">
                  <a:lumMod val="60000"/>
                  <a:lumOff val="40000"/>
                </a:schemeClr>
              </a:gs>
            </a:gsLst>
            <a:lin ang="5400000" scaled="1"/>
          </a:gradFill>
          <a:ln w="15458" cap="flat">
            <a:noFill/>
            <a:prstDash val="solid"/>
            <a:miter/>
          </a:ln>
        </p:spPr>
        <p:txBody>
          <a:bodyPr rtlCol="0" anchor="ctr"/>
          <a:lstStyle/>
          <a:p>
            <a:endParaRPr lang="en-US" b="0" i="0">
              <a:latin typeface="Aptos" panose="020B0004020202020204" pitchFamily="34" charset="0"/>
            </a:endParaRPr>
          </a:p>
        </p:txBody>
      </p:sp>
      <p:sp>
        <p:nvSpPr>
          <p:cNvPr id="2" name="Picture Placeholder 47" descr="ph_image">
            <a:extLst>
              <a:ext uri="{FF2B5EF4-FFF2-40B4-BE49-F238E27FC236}">
                <a16:creationId xmlns:a16="http://schemas.microsoft.com/office/drawing/2014/main" id="{D249FEF5-CCCD-7390-3EDD-6F7D3A11276A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0" y="777238"/>
            <a:ext cx="5196840" cy="5824527"/>
          </a:xfrm>
          <a:custGeom>
            <a:avLst/>
            <a:gdLst>
              <a:gd name="connsiteX0" fmla="*/ 4221481 w 5196840"/>
              <a:gd name="connsiteY0" fmla="*/ 0 h 5780545"/>
              <a:gd name="connsiteX1" fmla="*/ 5196840 w 5196840"/>
              <a:gd name="connsiteY1" fmla="*/ 264689 h 5780545"/>
              <a:gd name="connsiteX2" fmla="*/ 5196840 w 5196840"/>
              <a:gd name="connsiteY2" fmla="*/ 1110836 h 5780545"/>
              <a:gd name="connsiteX3" fmla="*/ 5196839 w 5196840"/>
              <a:gd name="connsiteY3" fmla="*/ 1110836 h 5780545"/>
              <a:gd name="connsiteX4" fmla="*/ 5196839 w 5196840"/>
              <a:gd name="connsiteY4" fmla="*/ 5456481 h 5780545"/>
              <a:gd name="connsiteX5" fmla="*/ 4221480 w 5196840"/>
              <a:gd name="connsiteY5" fmla="*/ 5191792 h 5780545"/>
              <a:gd name="connsiteX6" fmla="*/ 0 w 5196840"/>
              <a:gd name="connsiteY6" fmla="*/ 5780545 h 5780545"/>
              <a:gd name="connsiteX7" fmla="*/ 0 w 5196840"/>
              <a:gd name="connsiteY7" fmla="*/ 1138188 h 5780545"/>
              <a:gd name="connsiteX8" fmla="*/ 0 w 5196840"/>
              <a:gd name="connsiteY8" fmla="*/ 695992 h 5780545"/>
              <a:gd name="connsiteX9" fmla="*/ 0 w 5196840"/>
              <a:gd name="connsiteY9" fmla="*/ 588753 h 578054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5196840" h="5780545">
                <a:moveTo>
                  <a:pt x="4221481" y="0"/>
                </a:moveTo>
                <a:lnTo>
                  <a:pt x="5196840" y="264689"/>
                </a:lnTo>
                <a:lnTo>
                  <a:pt x="5196840" y="1110836"/>
                </a:lnTo>
                <a:lnTo>
                  <a:pt x="5196839" y="1110836"/>
                </a:lnTo>
                <a:lnTo>
                  <a:pt x="5196839" y="5456481"/>
                </a:lnTo>
                <a:lnTo>
                  <a:pt x="4221480" y="5191792"/>
                </a:lnTo>
                <a:lnTo>
                  <a:pt x="0" y="5780545"/>
                </a:lnTo>
                <a:lnTo>
                  <a:pt x="0" y="1138188"/>
                </a:lnTo>
                <a:lnTo>
                  <a:pt x="0" y="695992"/>
                </a:lnTo>
                <a:lnTo>
                  <a:pt x="0" y="588753"/>
                </a:lnTo>
                <a:close/>
              </a:path>
            </a:pathLst>
          </a:custGeom>
          <a:solidFill>
            <a:schemeClr val="bg2">
              <a:lumMod val="20000"/>
              <a:lumOff val="80000"/>
            </a:schemeClr>
          </a:solidFill>
        </p:spPr>
        <p:txBody>
          <a:bodyPr wrap="square" anchor="ctr">
            <a:noAutofit/>
          </a:bodyPr>
          <a:lstStyle>
            <a:lvl1pPr marL="0" indent="0" algn="ctr">
              <a:buNone/>
              <a:defRPr b="0" i="0">
                <a:latin typeface="Aptos" panose="020B0004020202020204" pitchFamily="34" charset="0"/>
              </a:defRPr>
            </a:lvl1pPr>
          </a:lstStyle>
          <a:p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32596931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Break - Dark 1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ectangle 12">
            <a:extLst>
              <a:ext uri="{FF2B5EF4-FFF2-40B4-BE49-F238E27FC236}">
                <a16:creationId xmlns:a16="http://schemas.microsoft.com/office/drawing/2014/main" id="{44F3162B-6E5E-F160-A29C-6DFEF501AE7D}"/>
              </a:ext>
            </a:extLst>
          </p:cNvPr>
          <p:cNvSpPr/>
          <p:nvPr userDrawn="1"/>
        </p:nvSpPr>
        <p:spPr>
          <a:xfrm>
            <a:off x="495300" y="6381750"/>
            <a:ext cx="6696075" cy="271753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Aptos" panose="020B0004020202020204" pitchFamily="34" charset="0"/>
            </a:endParaRP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FFC4131A-632F-871A-3C83-D5D597A5CA1E}"/>
              </a:ext>
            </a:extLst>
          </p:cNvPr>
          <p:cNvSpPr/>
          <p:nvPr userDrawn="1"/>
        </p:nvSpPr>
        <p:spPr>
          <a:xfrm rot="5400000">
            <a:off x="5266269" y="-67732"/>
            <a:ext cx="6038549" cy="7812915"/>
          </a:xfrm>
          <a:custGeom>
            <a:avLst/>
            <a:gdLst>
              <a:gd name="connsiteX0" fmla="*/ 0 w 6055313"/>
              <a:gd name="connsiteY0" fmla="*/ 7812915 h 7812915"/>
              <a:gd name="connsiteX1" fmla="*/ 2243431 w 6055313"/>
              <a:gd name="connsiteY1" fmla="*/ 0 h 7812915"/>
              <a:gd name="connsiteX2" fmla="*/ 6055313 w 6055313"/>
              <a:gd name="connsiteY2" fmla="*/ 0 h 7812915"/>
              <a:gd name="connsiteX3" fmla="*/ 6055313 w 6055313"/>
              <a:gd name="connsiteY3" fmla="*/ 4859044 h 7812915"/>
              <a:gd name="connsiteX4" fmla="*/ 5207127 w 6055313"/>
              <a:gd name="connsiteY4" fmla="*/ 7812915 h 7812915"/>
              <a:gd name="connsiteX0" fmla="*/ 0 w 6055313"/>
              <a:gd name="connsiteY0" fmla="*/ 7812915 h 7812915"/>
              <a:gd name="connsiteX1" fmla="*/ 2243431 w 6055313"/>
              <a:gd name="connsiteY1" fmla="*/ 0 h 7812915"/>
              <a:gd name="connsiteX2" fmla="*/ 6055313 w 6055313"/>
              <a:gd name="connsiteY2" fmla="*/ 0 h 7812915"/>
              <a:gd name="connsiteX3" fmla="*/ 6055313 w 6055313"/>
              <a:gd name="connsiteY3" fmla="*/ 4859044 h 7812915"/>
              <a:gd name="connsiteX4" fmla="*/ 5236624 w 6055313"/>
              <a:gd name="connsiteY4" fmla="*/ 7812915 h 7812915"/>
              <a:gd name="connsiteX5" fmla="*/ 0 w 6055313"/>
              <a:gd name="connsiteY5" fmla="*/ 7812915 h 7812915"/>
              <a:gd name="connsiteX0" fmla="*/ 0 w 6062933"/>
              <a:gd name="connsiteY0" fmla="*/ 7851015 h 7851015"/>
              <a:gd name="connsiteX1" fmla="*/ 2251051 w 6062933"/>
              <a:gd name="connsiteY1" fmla="*/ 0 h 7851015"/>
              <a:gd name="connsiteX2" fmla="*/ 6062933 w 6062933"/>
              <a:gd name="connsiteY2" fmla="*/ 0 h 7851015"/>
              <a:gd name="connsiteX3" fmla="*/ 6062933 w 6062933"/>
              <a:gd name="connsiteY3" fmla="*/ 4859044 h 7851015"/>
              <a:gd name="connsiteX4" fmla="*/ 5244244 w 6062933"/>
              <a:gd name="connsiteY4" fmla="*/ 7812915 h 7851015"/>
              <a:gd name="connsiteX5" fmla="*/ 0 w 6062933"/>
              <a:gd name="connsiteY5" fmla="*/ 7851015 h 7851015"/>
              <a:gd name="connsiteX0" fmla="*/ 0 w 6038549"/>
              <a:gd name="connsiteY0" fmla="*/ 7808343 h 7812915"/>
              <a:gd name="connsiteX1" fmla="*/ 2226667 w 6038549"/>
              <a:gd name="connsiteY1" fmla="*/ 0 h 7812915"/>
              <a:gd name="connsiteX2" fmla="*/ 6038549 w 6038549"/>
              <a:gd name="connsiteY2" fmla="*/ 0 h 7812915"/>
              <a:gd name="connsiteX3" fmla="*/ 6038549 w 6038549"/>
              <a:gd name="connsiteY3" fmla="*/ 4859044 h 7812915"/>
              <a:gd name="connsiteX4" fmla="*/ 5219860 w 6038549"/>
              <a:gd name="connsiteY4" fmla="*/ 7812915 h 7812915"/>
              <a:gd name="connsiteX5" fmla="*/ 0 w 6038549"/>
              <a:gd name="connsiteY5" fmla="*/ 7808343 h 781291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6038549" h="7812915">
                <a:moveTo>
                  <a:pt x="0" y="7808343"/>
                </a:moveTo>
                <a:lnTo>
                  <a:pt x="2226667" y="0"/>
                </a:lnTo>
                <a:lnTo>
                  <a:pt x="6038549" y="0"/>
                </a:lnTo>
                <a:lnTo>
                  <a:pt x="6038549" y="4859044"/>
                </a:lnTo>
                <a:lnTo>
                  <a:pt x="5219860" y="7812915"/>
                </a:lnTo>
                <a:lnTo>
                  <a:pt x="0" y="7808343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IN" b="0" i="0">
              <a:latin typeface="Aptos" panose="020B0004020202020204" pitchFamily="34" charset="0"/>
            </a:endParaRPr>
          </a:p>
        </p:txBody>
      </p:sp>
      <p:sp>
        <p:nvSpPr>
          <p:cNvPr id="8" name="Picture Placeholder 47" descr="ph_image">
            <a:extLst>
              <a:ext uri="{FF2B5EF4-FFF2-40B4-BE49-F238E27FC236}">
                <a16:creationId xmlns:a16="http://schemas.microsoft.com/office/drawing/2014/main" id="{78004D37-C7E0-B198-98DF-1D5CB04C7804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0" y="777238"/>
            <a:ext cx="5196840" cy="5824527"/>
          </a:xfrm>
          <a:custGeom>
            <a:avLst/>
            <a:gdLst>
              <a:gd name="connsiteX0" fmla="*/ 4221481 w 5196840"/>
              <a:gd name="connsiteY0" fmla="*/ 0 h 5780545"/>
              <a:gd name="connsiteX1" fmla="*/ 5196840 w 5196840"/>
              <a:gd name="connsiteY1" fmla="*/ 264689 h 5780545"/>
              <a:gd name="connsiteX2" fmla="*/ 5196840 w 5196840"/>
              <a:gd name="connsiteY2" fmla="*/ 1110836 h 5780545"/>
              <a:gd name="connsiteX3" fmla="*/ 5196839 w 5196840"/>
              <a:gd name="connsiteY3" fmla="*/ 1110836 h 5780545"/>
              <a:gd name="connsiteX4" fmla="*/ 5196839 w 5196840"/>
              <a:gd name="connsiteY4" fmla="*/ 5456481 h 5780545"/>
              <a:gd name="connsiteX5" fmla="*/ 4221480 w 5196840"/>
              <a:gd name="connsiteY5" fmla="*/ 5191792 h 5780545"/>
              <a:gd name="connsiteX6" fmla="*/ 0 w 5196840"/>
              <a:gd name="connsiteY6" fmla="*/ 5780545 h 5780545"/>
              <a:gd name="connsiteX7" fmla="*/ 0 w 5196840"/>
              <a:gd name="connsiteY7" fmla="*/ 1138188 h 5780545"/>
              <a:gd name="connsiteX8" fmla="*/ 0 w 5196840"/>
              <a:gd name="connsiteY8" fmla="*/ 695992 h 5780545"/>
              <a:gd name="connsiteX9" fmla="*/ 0 w 5196840"/>
              <a:gd name="connsiteY9" fmla="*/ 588753 h 578054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5196840" h="5780545">
                <a:moveTo>
                  <a:pt x="4221481" y="0"/>
                </a:moveTo>
                <a:lnTo>
                  <a:pt x="5196840" y="264689"/>
                </a:lnTo>
                <a:lnTo>
                  <a:pt x="5196840" y="1110836"/>
                </a:lnTo>
                <a:lnTo>
                  <a:pt x="5196839" y="1110836"/>
                </a:lnTo>
                <a:lnTo>
                  <a:pt x="5196839" y="5456481"/>
                </a:lnTo>
                <a:lnTo>
                  <a:pt x="4221480" y="5191792"/>
                </a:lnTo>
                <a:lnTo>
                  <a:pt x="0" y="5780545"/>
                </a:lnTo>
                <a:lnTo>
                  <a:pt x="0" y="1138188"/>
                </a:lnTo>
                <a:lnTo>
                  <a:pt x="0" y="695992"/>
                </a:lnTo>
                <a:lnTo>
                  <a:pt x="0" y="588753"/>
                </a:lnTo>
                <a:close/>
              </a:path>
            </a:pathLst>
          </a:custGeom>
          <a:solidFill>
            <a:schemeClr val="bg2">
              <a:lumMod val="20000"/>
              <a:lumOff val="80000"/>
            </a:schemeClr>
          </a:solidFill>
        </p:spPr>
        <p:txBody>
          <a:bodyPr wrap="square" anchor="ctr">
            <a:noAutofit/>
          </a:bodyPr>
          <a:lstStyle>
            <a:lvl1pPr marL="0" indent="0" algn="ctr">
              <a:buNone/>
              <a:defRPr b="0" i="0">
                <a:latin typeface="Aptos" panose="020B0004020202020204" pitchFamily="34" charset="0"/>
              </a:defRPr>
            </a:lvl1pPr>
          </a:lstStyle>
          <a:p>
            <a:endParaRPr lang="de-DE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5CFFD73-2036-4462-99DA-D1C0238963E7}"/>
              </a:ext>
            </a:extLst>
          </p:cNvPr>
          <p:cNvSpPr txBox="1"/>
          <p:nvPr userDrawn="1"/>
        </p:nvSpPr>
        <p:spPr>
          <a:xfrm>
            <a:off x="515937" y="6439098"/>
            <a:ext cx="216408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00">
                <a:solidFill>
                  <a:schemeClr val="bg1"/>
                </a:solidFill>
                <a:latin typeface="PP Neue Machina Plain Italic" pitchFamily="2" charset="77"/>
              </a:rPr>
              <a:t>Ascendion© 2023</a:t>
            </a:r>
          </a:p>
        </p:txBody>
      </p:sp>
      <p:pic>
        <p:nvPicPr>
          <p:cNvPr id="5" name="Graphic 4">
            <a:extLst>
              <a:ext uri="{FF2B5EF4-FFF2-40B4-BE49-F238E27FC236}">
                <a16:creationId xmlns:a16="http://schemas.microsoft.com/office/drawing/2014/main" id="{A206527E-77AF-4B8C-4036-56F45434A1B3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339087" y="102191"/>
            <a:ext cx="673947" cy="871200"/>
          </a:xfrm>
          <a:prstGeom prst="rect">
            <a:avLst/>
          </a:prstGeom>
        </p:spPr>
      </p:pic>
      <p:sp>
        <p:nvSpPr>
          <p:cNvPr id="11" name="Title 1" descr="ph_title">
            <a:extLst>
              <a:ext uri="{FF2B5EF4-FFF2-40B4-BE49-F238E27FC236}">
                <a16:creationId xmlns:a16="http://schemas.microsoft.com/office/drawing/2014/main" id="{75C75878-87AF-E90C-0A95-F2723AE9A3D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 flipH="1">
            <a:off x="5791198" y="2955636"/>
            <a:ext cx="5547887" cy="285511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b="0" i="0">
                <a:solidFill>
                  <a:schemeClr val="bg1"/>
                </a:solidFill>
                <a:latin typeface="PP Neue Machina Plain" pitchFamily="2" charset="77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2" name="Graphic 3">
            <a:extLst>
              <a:ext uri="{FF2B5EF4-FFF2-40B4-BE49-F238E27FC236}">
                <a16:creationId xmlns:a16="http://schemas.microsoft.com/office/drawing/2014/main" id="{36365933-5BF7-CAA7-37F4-41F0051B1F6D}"/>
              </a:ext>
            </a:extLst>
          </p:cNvPr>
          <p:cNvSpPr/>
          <p:nvPr userDrawn="1"/>
        </p:nvSpPr>
        <p:spPr>
          <a:xfrm>
            <a:off x="18663" y="5997822"/>
            <a:ext cx="7304486" cy="856684"/>
          </a:xfrm>
          <a:custGeom>
            <a:avLst/>
            <a:gdLst>
              <a:gd name="connsiteX0" fmla="*/ 4207334 w 7304486"/>
              <a:gd name="connsiteY0" fmla="*/ 109193 h 856684"/>
              <a:gd name="connsiteX1" fmla="*/ 0 w 7304486"/>
              <a:gd name="connsiteY1" fmla="*/ 591436 h 856684"/>
              <a:gd name="connsiteX2" fmla="*/ 4214758 w 7304486"/>
              <a:gd name="connsiteY2" fmla="*/ 0 h 856684"/>
              <a:gd name="connsiteX3" fmla="*/ 7304487 w 7304486"/>
              <a:gd name="connsiteY3" fmla="*/ 856685 h 856684"/>
              <a:gd name="connsiteX4" fmla="*/ 4207334 w 7304486"/>
              <a:gd name="connsiteY4" fmla="*/ 109038 h 85668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7304486" h="856684">
                <a:moveTo>
                  <a:pt x="4207334" y="109193"/>
                </a:moveTo>
                <a:cubicBezTo>
                  <a:pt x="2804838" y="269889"/>
                  <a:pt x="1402496" y="430740"/>
                  <a:pt x="0" y="591436"/>
                </a:cubicBezTo>
                <a:cubicBezTo>
                  <a:pt x="1404971" y="394239"/>
                  <a:pt x="2809941" y="197197"/>
                  <a:pt x="4214758" y="0"/>
                </a:cubicBezTo>
                <a:cubicBezTo>
                  <a:pt x="5244668" y="285510"/>
                  <a:pt x="6274577" y="571175"/>
                  <a:pt x="7304487" y="856685"/>
                </a:cubicBezTo>
                <a:cubicBezTo>
                  <a:pt x="6272102" y="607521"/>
                  <a:pt x="5239718" y="358357"/>
                  <a:pt x="4207334" y="109038"/>
                </a:cubicBezTo>
                <a:close/>
              </a:path>
            </a:pathLst>
          </a:custGeom>
          <a:gradFill flip="none" rotWithShape="1">
            <a:gsLst>
              <a:gs pos="0">
                <a:schemeClr val="accent1">
                  <a:lumMod val="67000"/>
                </a:schemeClr>
              </a:gs>
              <a:gs pos="48000">
                <a:schemeClr val="accent1">
                  <a:lumMod val="97000"/>
                  <a:lumOff val="3000"/>
                </a:schemeClr>
              </a:gs>
              <a:gs pos="100000">
                <a:schemeClr val="accent1">
                  <a:lumMod val="60000"/>
                  <a:lumOff val="40000"/>
                </a:schemeClr>
              </a:gs>
            </a:gsLst>
            <a:lin ang="16200000" scaled="1"/>
            <a:tileRect/>
          </a:gradFill>
          <a:ln w="15458" cap="flat">
            <a:noFill/>
            <a:prstDash val="solid"/>
            <a:miter/>
          </a:ln>
        </p:spPr>
        <p:txBody>
          <a:bodyPr rtlCol="0" anchor="ctr"/>
          <a:lstStyle/>
          <a:p>
            <a:endParaRPr lang="en-US" b="0" i="0">
              <a:latin typeface="Aptos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84607859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Break - Dark 2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ectangle 12">
            <a:extLst>
              <a:ext uri="{FF2B5EF4-FFF2-40B4-BE49-F238E27FC236}">
                <a16:creationId xmlns:a16="http://schemas.microsoft.com/office/drawing/2014/main" id="{54E3012E-2C2B-7BC9-8C2A-E5A140612BCE}"/>
              </a:ext>
            </a:extLst>
          </p:cNvPr>
          <p:cNvSpPr/>
          <p:nvPr userDrawn="1"/>
        </p:nvSpPr>
        <p:spPr>
          <a:xfrm>
            <a:off x="495300" y="6381750"/>
            <a:ext cx="6696075" cy="271753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Aptos" panose="020B0004020202020204" pitchFamily="34" charset="0"/>
            </a:endParaRP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FFC4131A-632F-871A-3C83-D5D597A5CA1E}"/>
              </a:ext>
            </a:extLst>
          </p:cNvPr>
          <p:cNvSpPr/>
          <p:nvPr userDrawn="1"/>
        </p:nvSpPr>
        <p:spPr>
          <a:xfrm rot="5400000">
            <a:off x="5266269" y="-58496"/>
            <a:ext cx="6038549" cy="7812915"/>
          </a:xfrm>
          <a:custGeom>
            <a:avLst/>
            <a:gdLst>
              <a:gd name="connsiteX0" fmla="*/ 0 w 6055313"/>
              <a:gd name="connsiteY0" fmla="*/ 7812915 h 7812915"/>
              <a:gd name="connsiteX1" fmla="*/ 2243431 w 6055313"/>
              <a:gd name="connsiteY1" fmla="*/ 0 h 7812915"/>
              <a:gd name="connsiteX2" fmla="*/ 6055313 w 6055313"/>
              <a:gd name="connsiteY2" fmla="*/ 0 h 7812915"/>
              <a:gd name="connsiteX3" fmla="*/ 6055313 w 6055313"/>
              <a:gd name="connsiteY3" fmla="*/ 4859044 h 7812915"/>
              <a:gd name="connsiteX4" fmla="*/ 5207127 w 6055313"/>
              <a:gd name="connsiteY4" fmla="*/ 7812915 h 7812915"/>
              <a:gd name="connsiteX0" fmla="*/ 0 w 6055313"/>
              <a:gd name="connsiteY0" fmla="*/ 7812915 h 7812915"/>
              <a:gd name="connsiteX1" fmla="*/ 2243431 w 6055313"/>
              <a:gd name="connsiteY1" fmla="*/ 0 h 7812915"/>
              <a:gd name="connsiteX2" fmla="*/ 6055313 w 6055313"/>
              <a:gd name="connsiteY2" fmla="*/ 0 h 7812915"/>
              <a:gd name="connsiteX3" fmla="*/ 6055313 w 6055313"/>
              <a:gd name="connsiteY3" fmla="*/ 4859044 h 7812915"/>
              <a:gd name="connsiteX4" fmla="*/ 5236624 w 6055313"/>
              <a:gd name="connsiteY4" fmla="*/ 7812915 h 7812915"/>
              <a:gd name="connsiteX5" fmla="*/ 0 w 6055313"/>
              <a:gd name="connsiteY5" fmla="*/ 7812915 h 7812915"/>
              <a:gd name="connsiteX0" fmla="*/ 0 w 6062933"/>
              <a:gd name="connsiteY0" fmla="*/ 7851015 h 7851015"/>
              <a:gd name="connsiteX1" fmla="*/ 2251051 w 6062933"/>
              <a:gd name="connsiteY1" fmla="*/ 0 h 7851015"/>
              <a:gd name="connsiteX2" fmla="*/ 6062933 w 6062933"/>
              <a:gd name="connsiteY2" fmla="*/ 0 h 7851015"/>
              <a:gd name="connsiteX3" fmla="*/ 6062933 w 6062933"/>
              <a:gd name="connsiteY3" fmla="*/ 4859044 h 7851015"/>
              <a:gd name="connsiteX4" fmla="*/ 5244244 w 6062933"/>
              <a:gd name="connsiteY4" fmla="*/ 7812915 h 7851015"/>
              <a:gd name="connsiteX5" fmla="*/ 0 w 6062933"/>
              <a:gd name="connsiteY5" fmla="*/ 7851015 h 7851015"/>
              <a:gd name="connsiteX0" fmla="*/ 0 w 6038549"/>
              <a:gd name="connsiteY0" fmla="*/ 7808343 h 7812915"/>
              <a:gd name="connsiteX1" fmla="*/ 2226667 w 6038549"/>
              <a:gd name="connsiteY1" fmla="*/ 0 h 7812915"/>
              <a:gd name="connsiteX2" fmla="*/ 6038549 w 6038549"/>
              <a:gd name="connsiteY2" fmla="*/ 0 h 7812915"/>
              <a:gd name="connsiteX3" fmla="*/ 6038549 w 6038549"/>
              <a:gd name="connsiteY3" fmla="*/ 4859044 h 7812915"/>
              <a:gd name="connsiteX4" fmla="*/ 5219860 w 6038549"/>
              <a:gd name="connsiteY4" fmla="*/ 7812915 h 7812915"/>
              <a:gd name="connsiteX5" fmla="*/ 0 w 6038549"/>
              <a:gd name="connsiteY5" fmla="*/ 7808343 h 781291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6038549" h="7812915">
                <a:moveTo>
                  <a:pt x="0" y="7808343"/>
                </a:moveTo>
                <a:lnTo>
                  <a:pt x="2226667" y="0"/>
                </a:lnTo>
                <a:lnTo>
                  <a:pt x="6038549" y="0"/>
                </a:lnTo>
                <a:lnTo>
                  <a:pt x="6038549" y="4859044"/>
                </a:lnTo>
                <a:lnTo>
                  <a:pt x="5219860" y="7812915"/>
                </a:lnTo>
                <a:lnTo>
                  <a:pt x="0" y="7808343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IN" b="0" i="0">
              <a:latin typeface="Aptos" panose="020B0004020202020204" pitchFamily="34" charset="0"/>
            </a:endParaRPr>
          </a:p>
        </p:txBody>
      </p:sp>
      <p:pic>
        <p:nvPicPr>
          <p:cNvPr id="5" name="Graphic 4">
            <a:extLst>
              <a:ext uri="{FF2B5EF4-FFF2-40B4-BE49-F238E27FC236}">
                <a16:creationId xmlns:a16="http://schemas.microsoft.com/office/drawing/2014/main" id="{A206527E-77AF-4B8C-4036-56F45434A1B3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339087" y="102191"/>
            <a:ext cx="673947" cy="871200"/>
          </a:xfrm>
          <a:prstGeom prst="rect">
            <a:avLst/>
          </a:prstGeom>
        </p:spPr>
      </p:pic>
      <p:sp>
        <p:nvSpPr>
          <p:cNvPr id="11" name="Title 1" descr="ph_title">
            <a:extLst>
              <a:ext uri="{FF2B5EF4-FFF2-40B4-BE49-F238E27FC236}">
                <a16:creationId xmlns:a16="http://schemas.microsoft.com/office/drawing/2014/main" id="{5E94A64D-2A62-5ABC-2ED6-1029D5BA3B6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 flipH="1">
            <a:off x="5791198" y="2955636"/>
            <a:ext cx="5547887" cy="285511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b="0" i="0">
                <a:solidFill>
                  <a:schemeClr val="bg1"/>
                </a:solidFill>
                <a:latin typeface="PP Neue Machina Plain" pitchFamily="2" charset="77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2" name="Graphic 3">
            <a:extLst>
              <a:ext uri="{FF2B5EF4-FFF2-40B4-BE49-F238E27FC236}">
                <a16:creationId xmlns:a16="http://schemas.microsoft.com/office/drawing/2014/main" id="{516DA219-216B-45AA-6C41-FD83F70206D9}"/>
              </a:ext>
            </a:extLst>
          </p:cNvPr>
          <p:cNvSpPr/>
          <p:nvPr userDrawn="1"/>
        </p:nvSpPr>
        <p:spPr>
          <a:xfrm>
            <a:off x="18663" y="6007347"/>
            <a:ext cx="7304486" cy="856684"/>
          </a:xfrm>
          <a:custGeom>
            <a:avLst/>
            <a:gdLst>
              <a:gd name="connsiteX0" fmla="*/ 4207334 w 7304486"/>
              <a:gd name="connsiteY0" fmla="*/ 109193 h 856684"/>
              <a:gd name="connsiteX1" fmla="*/ 0 w 7304486"/>
              <a:gd name="connsiteY1" fmla="*/ 591436 h 856684"/>
              <a:gd name="connsiteX2" fmla="*/ 4214758 w 7304486"/>
              <a:gd name="connsiteY2" fmla="*/ 0 h 856684"/>
              <a:gd name="connsiteX3" fmla="*/ 7304487 w 7304486"/>
              <a:gd name="connsiteY3" fmla="*/ 856685 h 856684"/>
              <a:gd name="connsiteX4" fmla="*/ 4207334 w 7304486"/>
              <a:gd name="connsiteY4" fmla="*/ 109038 h 85668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7304486" h="856684">
                <a:moveTo>
                  <a:pt x="4207334" y="109193"/>
                </a:moveTo>
                <a:cubicBezTo>
                  <a:pt x="2804838" y="269889"/>
                  <a:pt x="1402496" y="430740"/>
                  <a:pt x="0" y="591436"/>
                </a:cubicBezTo>
                <a:cubicBezTo>
                  <a:pt x="1404971" y="394239"/>
                  <a:pt x="2809941" y="197197"/>
                  <a:pt x="4214758" y="0"/>
                </a:cubicBezTo>
                <a:cubicBezTo>
                  <a:pt x="5244668" y="285510"/>
                  <a:pt x="6274577" y="571175"/>
                  <a:pt x="7304487" y="856685"/>
                </a:cubicBezTo>
                <a:cubicBezTo>
                  <a:pt x="6272102" y="607521"/>
                  <a:pt x="5239718" y="358357"/>
                  <a:pt x="4207334" y="109038"/>
                </a:cubicBezTo>
                <a:close/>
              </a:path>
            </a:pathLst>
          </a:custGeom>
          <a:gradFill flip="none" rotWithShape="1">
            <a:gsLst>
              <a:gs pos="0">
                <a:srgbClr val="FFC000"/>
              </a:gs>
              <a:gs pos="100000">
                <a:srgbClr val="E3056C"/>
              </a:gs>
              <a:gs pos="100000">
                <a:schemeClr val="accent3">
                  <a:lumMod val="60000"/>
                  <a:lumOff val="40000"/>
                </a:schemeClr>
              </a:gs>
            </a:gsLst>
            <a:lin ang="5400000" scaled="1"/>
            <a:tileRect/>
          </a:gradFill>
          <a:ln w="15458" cap="flat">
            <a:noFill/>
            <a:prstDash val="solid"/>
            <a:miter/>
          </a:ln>
        </p:spPr>
        <p:txBody>
          <a:bodyPr rtlCol="0" anchor="ctr"/>
          <a:lstStyle/>
          <a:p>
            <a:endParaRPr lang="en-US" b="0" i="0">
              <a:latin typeface="Aptos" panose="020B0004020202020204" pitchFamily="34" charset="0"/>
            </a:endParaRPr>
          </a:p>
        </p:txBody>
      </p:sp>
      <p:sp>
        <p:nvSpPr>
          <p:cNvPr id="2" name="Picture Placeholder 47" descr="ph_image">
            <a:extLst>
              <a:ext uri="{FF2B5EF4-FFF2-40B4-BE49-F238E27FC236}">
                <a16:creationId xmlns:a16="http://schemas.microsoft.com/office/drawing/2014/main" id="{C826324C-545F-ED72-A437-082B2296455E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0" y="777238"/>
            <a:ext cx="5196840" cy="5824527"/>
          </a:xfrm>
          <a:custGeom>
            <a:avLst/>
            <a:gdLst>
              <a:gd name="connsiteX0" fmla="*/ 4221481 w 5196840"/>
              <a:gd name="connsiteY0" fmla="*/ 0 h 5780545"/>
              <a:gd name="connsiteX1" fmla="*/ 5196840 w 5196840"/>
              <a:gd name="connsiteY1" fmla="*/ 264689 h 5780545"/>
              <a:gd name="connsiteX2" fmla="*/ 5196840 w 5196840"/>
              <a:gd name="connsiteY2" fmla="*/ 1110836 h 5780545"/>
              <a:gd name="connsiteX3" fmla="*/ 5196839 w 5196840"/>
              <a:gd name="connsiteY3" fmla="*/ 1110836 h 5780545"/>
              <a:gd name="connsiteX4" fmla="*/ 5196839 w 5196840"/>
              <a:gd name="connsiteY4" fmla="*/ 5456481 h 5780545"/>
              <a:gd name="connsiteX5" fmla="*/ 4221480 w 5196840"/>
              <a:gd name="connsiteY5" fmla="*/ 5191792 h 5780545"/>
              <a:gd name="connsiteX6" fmla="*/ 0 w 5196840"/>
              <a:gd name="connsiteY6" fmla="*/ 5780545 h 5780545"/>
              <a:gd name="connsiteX7" fmla="*/ 0 w 5196840"/>
              <a:gd name="connsiteY7" fmla="*/ 1138188 h 5780545"/>
              <a:gd name="connsiteX8" fmla="*/ 0 w 5196840"/>
              <a:gd name="connsiteY8" fmla="*/ 695992 h 5780545"/>
              <a:gd name="connsiteX9" fmla="*/ 0 w 5196840"/>
              <a:gd name="connsiteY9" fmla="*/ 588753 h 578054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5196840" h="5780545">
                <a:moveTo>
                  <a:pt x="4221481" y="0"/>
                </a:moveTo>
                <a:lnTo>
                  <a:pt x="5196840" y="264689"/>
                </a:lnTo>
                <a:lnTo>
                  <a:pt x="5196840" y="1110836"/>
                </a:lnTo>
                <a:lnTo>
                  <a:pt x="5196839" y="1110836"/>
                </a:lnTo>
                <a:lnTo>
                  <a:pt x="5196839" y="5456481"/>
                </a:lnTo>
                <a:lnTo>
                  <a:pt x="4221480" y="5191792"/>
                </a:lnTo>
                <a:lnTo>
                  <a:pt x="0" y="5780545"/>
                </a:lnTo>
                <a:lnTo>
                  <a:pt x="0" y="1138188"/>
                </a:lnTo>
                <a:lnTo>
                  <a:pt x="0" y="695992"/>
                </a:lnTo>
                <a:lnTo>
                  <a:pt x="0" y="588753"/>
                </a:lnTo>
                <a:close/>
              </a:path>
            </a:pathLst>
          </a:custGeom>
          <a:solidFill>
            <a:schemeClr val="bg2">
              <a:lumMod val="20000"/>
              <a:lumOff val="80000"/>
            </a:schemeClr>
          </a:solidFill>
        </p:spPr>
        <p:txBody>
          <a:bodyPr wrap="square" anchor="ctr">
            <a:noAutofit/>
          </a:bodyPr>
          <a:lstStyle>
            <a:lvl1pPr marL="0" indent="0" algn="ctr">
              <a:buNone/>
              <a:defRPr b="0" i="0">
                <a:latin typeface="Aptos" panose="020B0004020202020204" pitchFamily="34" charset="0"/>
              </a:defRPr>
            </a:lvl1pPr>
          </a:lstStyle>
          <a:p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513238933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tatement - Ligh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 Placeholder 9" descr="ph_body">
            <a:extLst>
              <a:ext uri="{FF2B5EF4-FFF2-40B4-BE49-F238E27FC236}">
                <a16:creationId xmlns:a16="http://schemas.microsoft.com/office/drawing/2014/main" id="{408BA390-4F6A-B951-491F-D04965BA7F0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15937" y="428464"/>
            <a:ext cx="10237809" cy="5942174"/>
          </a:xfrm>
          <a:prstGeom prst="rect">
            <a:avLst/>
          </a:prstGeom>
        </p:spPr>
        <p:txBody>
          <a:bodyPr anchor="ctr"/>
          <a:lstStyle>
            <a:lvl1pPr marL="0" indent="0">
              <a:buNone/>
              <a:defRPr sz="4500" b="0" i="0">
                <a:solidFill>
                  <a:schemeClr val="tx1"/>
                </a:solidFill>
                <a:latin typeface="PP Neue Machina Plain" pitchFamily="2" charset="77"/>
                <a:cs typeface="Arial" panose="020B0604020202020204" pitchFamily="34" charset="0"/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7FCA649E-7DE1-BD3D-33B1-3D54E70B2288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339088" y="102191"/>
            <a:ext cx="673947" cy="871200"/>
          </a:xfrm>
          <a:prstGeom prst="rect">
            <a:avLst/>
          </a:prstGeom>
        </p:spPr>
      </p:pic>
      <p:sp>
        <p:nvSpPr>
          <p:cNvPr id="2" name="Graphic 24">
            <a:extLst>
              <a:ext uri="{FF2B5EF4-FFF2-40B4-BE49-F238E27FC236}">
                <a16:creationId xmlns:a16="http://schemas.microsoft.com/office/drawing/2014/main" id="{D6D0E9B6-A05B-A370-5216-4B46F78FC199}"/>
              </a:ext>
            </a:extLst>
          </p:cNvPr>
          <p:cNvSpPr/>
          <p:nvPr userDrawn="1"/>
        </p:nvSpPr>
        <p:spPr>
          <a:xfrm>
            <a:off x="0" y="0"/>
            <a:ext cx="121768" cy="1959429"/>
          </a:xfrm>
          <a:custGeom>
            <a:avLst/>
            <a:gdLst>
              <a:gd name="connsiteX0" fmla="*/ 0 w 190722"/>
              <a:gd name="connsiteY0" fmla="*/ 0 h 3068991"/>
              <a:gd name="connsiteX1" fmla="*/ 0 w 190722"/>
              <a:gd name="connsiteY1" fmla="*/ 3068992 h 3068991"/>
              <a:gd name="connsiteX2" fmla="*/ 190722 w 190722"/>
              <a:gd name="connsiteY2" fmla="*/ 2669273 h 3068991"/>
              <a:gd name="connsiteX3" fmla="*/ 0 w 190722"/>
              <a:gd name="connsiteY3" fmla="*/ 0 h 306899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90722" h="3068991">
                <a:moveTo>
                  <a:pt x="0" y="0"/>
                </a:moveTo>
                <a:lnTo>
                  <a:pt x="0" y="3068992"/>
                </a:lnTo>
                <a:cubicBezTo>
                  <a:pt x="63644" y="2935822"/>
                  <a:pt x="127078" y="2802442"/>
                  <a:pt x="190722" y="2669273"/>
                </a:cubicBezTo>
                <a:cubicBezTo>
                  <a:pt x="127078" y="1779515"/>
                  <a:pt x="63644" y="889758"/>
                  <a:pt x="0" y="0"/>
                </a:cubicBezTo>
                <a:close/>
              </a:path>
            </a:pathLst>
          </a:custGeom>
          <a:gradFill flip="none" rotWithShape="1">
            <a:gsLst>
              <a:gs pos="0">
                <a:srgbClr val="FFC000"/>
              </a:gs>
              <a:gs pos="100000">
                <a:srgbClr val="E3056C"/>
              </a:gs>
              <a:gs pos="100000">
                <a:schemeClr val="accent3">
                  <a:lumMod val="60000"/>
                  <a:lumOff val="40000"/>
                </a:schemeClr>
              </a:gs>
            </a:gsLst>
            <a:lin ang="16200000" scaled="1"/>
            <a:tileRect/>
          </a:gradFill>
          <a:ln w="20108" cap="flat">
            <a:noFill/>
            <a:prstDash val="solid"/>
            <a:miter/>
          </a:ln>
        </p:spPr>
        <p:txBody>
          <a:bodyPr rtlCol="0" anchor="ctr"/>
          <a:lstStyle/>
          <a:p>
            <a:endParaRPr lang="en-US" b="0" i="0">
              <a:latin typeface="Aptos" panose="020B0004020202020204" pitchFamily="34" charset="0"/>
            </a:endParaRPr>
          </a:p>
        </p:txBody>
      </p:sp>
      <p:sp>
        <p:nvSpPr>
          <p:cNvPr id="3" name="Graphic 26">
            <a:extLst>
              <a:ext uri="{FF2B5EF4-FFF2-40B4-BE49-F238E27FC236}">
                <a16:creationId xmlns:a16="http://schemas.microsoft.com/office/drawing/2014/main" id="{AE70869E-C13E-6F3E-EAE3-B061DD10F3C8}"/>
              </a:ext>
            </a:extLst>
          </p:cNvPr>
          <p:cNvSpPr/>
          <p:nvPr userDrawn="1"/>
        </p:nvSpPr>
        <p:spPr>
          <a:xfrm>
            <a:off x="12070232" y="5008131"/>
            <a:ext cx="121768" cy="1959429"/>
          </a:xfrm>
          <a:custGeom>
            <a:avLst/>
            <a:gdLst>
              <a:gd name="connsiteX0" fmla="*/ 190722 w 190722"/>
              <a:gd name="connsiteY0" fmla="*/ 3068992 h 3068991"/>
              <a:gd name="connsiteX1" fmla="*/ 190722 w 190722"/>
              <a:gd name="connsiteY1" fmla="*/ 0 h 3068991"/>
              <a:gd name="connsiteX2" fmla="*/ 0 w 190722"/>
              <a:gd name="connsiteY2" fmla="*/ 399719 h 3068991"/>
              <a:gd name="connsiteX3" fmla="*/ 190722 w 190722"/>
              <a:gd name="connsiteY3" fmla="*/ 3068992 h 306899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90722" h="3068991">
                <a:moveTo>
                  <a:pt x="190722" y="3068992"/>
                </a:moveTo>
                <a:lnTo>
                  <a:pt x="190722" y="0"/>
                </a:lnTo>
                <a:cubicBezTo>
                  <a:pt x="127078" y="133170"/>
                  <a:pt x="63644" y="266549"/>
                  <a:pt x="0" y="399719"/>
                </a:cubicBezTo>
                <a:cubicBezTo>
                  <a:pt x="63644" y="1289476"/>
                  <a:pt x="127078" y="2179234"/>
                  <a:pt x="190722" y="3068992"/>
                </a:cubicBezTo>
                <a:close/>
              </a:path>
            </a:pathLst>
          </a:custGeom>
          <a:gradFill>
            <a:gsLst>
              <a:gs pos="0">
                <a:srgbClr val="FFC000"/>
              </a:gs>
              <a:gs pos="100000">
                <a:srgbClr val="E3056C"/>
              </a:gs>
              <a:gs pos="100000">
                <a:schemeClr val="accent3">
                  <a:lumMod val="60000"/>
                  <a:lumOff val="40000"/>
                </a:schemeClr>
              </a:gs>
            </a:gsLst>
            <a:lin ang="5400000" scaled="1"/>
          </a:gradFill>
          <a:ln w="20108" cap="flat">
            <a:noFill/>
            <a:prstDash val="solid"/>
            <a:miter/>
          </a:ln>
        </p:spPr>
        <p:txBody>
          <a:bodyPr rtlCol="0" anchor="ctr"/>
          <a:lstStyle/>
          <a:p>
            <a:endParaRPr lang="en-US" b="0" i="0">
              <a:latin typeface="Aptos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28859840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tatement - Dark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9" descr="ph_body">
            <a:extLst>
              <a:ext uri="{FF2B5EF4-FFF2-40B4-BE49-F238E27FC236}">
                <a16:creationId xmlns:a16="http://schemas.microsoft.com/office/drawing/2014/main" id="{A7F0B325-274F-9A79-E2B9-D4900128CEAD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15937" y="428464"/>
            <a:ext cx="10237809" cy="5942174"/>
          </a:xfrm>
          <a:prstGeom prst="rect">
            <a:avLst/>
          </a:prstGeom>
        </p:spPr>
        <p:txBody>
          <a:bodyPr anchor="ctr"/>
          <a:lstStyle>
            <a:lvl1pPr marL="0" indent="0">
              <a:buNone/>
              <a:defRPr sz="4500" b="0" i="0">
                <a:solidFill>
                  <a:schemeClr val="bg1"/>
                </a:solidFill>
                <a:latin typeface="PP Neue Machina Plain" pitchFamily="2" charset="77"/>
                <a:cs typeface="Arial" panose="020B0604020202020204" pitchFamily="34" charset="0"/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pic>
        <p:nvPicPr>
          <p:cNvPr id="9" name="Graphic 8">
            <a:extLst>
              <a:ext uri="{FF2B5EF4-FFF2-40B4-BE49-F238E27FC236}">
                <a16:creationId xmlns:a16="http://schemas.microsoft.com/office/drawing/2014/main" id="{B0489D87-6BB8-3AF1-F1CA-6778DD85911A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339087" y="102191"/>
            <a:ext cx="673947" cy="871200"/>
          </a:xfrm>
          <a:prstGeom prst="rect">
            <a:avLst/>
          </a:prstGeom>
        </p:spPr>
      </p:pic>
      <p:sp>
        <p:nvSpPr>
          <p:cNvPr id="2" name="Graphic 24">
            <a:extLst>
              <a:ext uri="{FF2B5EF4-FFF2-40B4-BE49-F238E27FC236}">
                <a16:creationId xmlns:a16="http://schemas.microsoft.com/office/drawing/2014/main" id="{CAE1DCF4-3019-98C2-6664-5B91B3B881CB}"/>
              </a:ext>
            </a:extLst>
          </p:cNvPr>
          <p:cNvSpPr/>
          <p:nvPr userDrawn="1"/>
        </p:nvSpPr>
        <p:spPr>
          <a:xfrm>
            <a:off x="0" y="0"/>
            <a:ext cx="121768" cy="1959429"/>
          </a:xfrm>
          <a:custGeom>
            <a:avLst/>
            <a:gdLst>
              <a:gd name="connsiteX0" fmla="*/ 0 w 190722"/>
              <a:gd name="connsiteY0" fmla="*/ 0 h 3068991"/>
              <a:gd name="connsiteX1" fmla="*/ 0 w 190722"/>
              <a:gd name="connsiteY1" fmla="*/ 3068992 h 3068991"/>
              <a:gd name="connsiteX2" fmla="*/ 190722 w 190722"/>
              <a:gd name="connsiteY2" fmla="*/ 2669273 h 3068991"/>
              <a:gd name="connsiteX3" fmla="*/ 0 w 190722"/>
              <a:gd name="connsiteY3" fmla="*/ 0 h 306899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90722" h="3068991">
                <a:moveTo>
                  <a:pt x="0" y="0"/>
                </a:moveTo>
                <a:lnTo>
                  <a:pt x="0" y="3068992"/>
                </a:lnTo>
                <a:cubicBezTo>
                  <a:pt x="63644" y="2935822"/>
                  <a:pt x="127078" y="2802442"/>
                  <a:pt x="190722" y="2669273"/>
                </a:cubicBezTo>
                <a:cubicBezTo>
                  <a:pt x="127078" y="1779515"/>
                  <a:pt x="63644" y="889758"/>
                  <a:pt x="0" y="0"/>
                </a:cubicBezTo>
                <a:close/>
              </a:path>
            </a:pathLst>
          </a:custGeom>
          <a:gradFill flip="none" rotWithShape="1">
            <a:gsLst>
              <a:gs pos="0">
                <a:schemeClr val="accent1">
                  <a:lumMod val="67000"/>
                </a:schemeClr>
              </a:gs>
              <a:gs pos="48000">
                <a:schemeClr val="accent1">
                  <a:lumMod val="97000"/>
                  <a:lumOff val="3000"/>
                </a:schemeClr>
              </a:gs>
              <a:gs pos="100000">
                <a:schemeClr val="accent1">
                  <a:lumMod val="60000"/>
                  <a:lumOff val="40000"/>
                </a:schemeClr>
              </a:gs>
            </a:gsLst>
            <a:lin ang="5400000" scaled="1"/>
            <a:tileRect/>
          </a:gradFill>
          <a:ln w="20108" cap="flat">
            <a:noFill/>
            <a:prstDash val="solid"/>
            <a:miter/>
          </a:ln>
        </p:spPr>
        <p:txBody>
          <a:bodyPr rtlCol="0" anchor="ctr"/>
          <a:lstStyle/>
          <a:p>
            <a:endParaRPr lang="en-US" b="0" i="0">
              <a:latin typeface="Aptos" panose="020B0004020202020204" pitchFamily="34" charset="0"/>
            </a:endParaRPr>
          </a:p>
        </p:txBody>
      </p:sp>
      <p:sp>
        <p:nvSpPr>
          <p:cNvPr id="3" name="Graphic 26">
            <a:extLst>
              <a:ext uri="{FF2B5EF4-FFF2-40B4-BE49-F238E27FC236}">
                <a16:creationId xmlns:a16="http://schemas.microsoft.com/office/drawing/2014/main" id="{F839E0A6-5CE5-D462-F407-1C7A8ED7D9B1}"/>
              </a:ext>
            </a:extLst>
          </p:cNvPr>
          <p:cNvSpPr/>
          <p:nvPr userDrawn="1"/>
        </p:nvSpPr>
        <p:spPr>
          <a:xfrm>
            <a:off x="12070232" y="5008131"/>
            <a:ext cx="121768" cy="1959429"/>
          </a:xfrm>
          <a:custGeom>
            <a:avLst/>
            <a:gdLst>
              <a:gd name="connsiteX0" fmla="*/ 190722 w 190722"/>
              <a:gd name="connsiteY0" fmla="*/ 3068992 h 3068991"/>
              <a:gd name="connsiteX1" fmla="*/ 190722 w 190722"/>
              <a:gd name="connsiteY1" fmla="*/ 0 h 3068991"/>
              <a:gd name="connsiteX2" fmla="*/ 0 w 190722"/>
              <a:gd name="connsiteY2" fmla="*/ 399719 h 3068991"/>
              <a:gd name="connsiteX3" fmla="*/ 190722 w 190722"/>
              <a:gd name="connsiteY3" fmla="*/ 3068992 h 306899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90722" h="3068991">
                <a:moveTo>
                  <a:pt x="190722" y="3068992"/>
                </a:moveTo>
                <a:lnTo>
                  <a:pt x="190722" y="0"/>
                </a:lnTo>
                <a:cubicBezTo>
                  <a:pt x="127078" y="133170"/>
                  <a:pt x="63644" y="266549"/>
                  <a:pt x="0" y="399719"/>
                </a:cubicBezTo>
                <a:cubicBezTo>
                  <a:pt x="63644" y="1289476"/>
                  <a:pt x="127078" y="2179234"/>
                  <a:pt x="190722" y="3068992"/>
                </a:cubicBezTo>
                <a:close/>
              </a:path>
            </a:pathLst>
          </a:custGeom>
          <a:gradFill>
            <a:gsLst>
              <a:gs pos="0">
                <a:schemeClr val="accent1">
                  <a:lumMod val="67000"/>
                </a:schemeClr>
              </a:gs>
              <a:gs pos="48000">
                <a:schemeClr val="accent1">
                  <a:lumMod val="97000"/>
                  <a:lumOff val="3000"/>
                </a:schemeClr>
              </a:gs>
              <a:gs pos="100000">
                <a:schemeClr val="accent1">
                  <a:lumMod val="60000"/>
                  <a:lumOff val="40000"/>
                </a:schemeClr>
              </a:gs>
            </a:gsLst>
            <a:lin ang="16200000" scaled="1"/>
          </a:gradFill>
          <a:ln w="20108" cap="flat">
            <a:noFill/>
            <a:prstDash val="solid"/>
            <a:miter/>
          </a:ln>
        </p:spPr>
        <p:txBody>
          <a:bodyPr rtlCol="0" anchor="ctr"/>
          <a:lstStyle/>
          <a:p>
            <a:endParaRPr lang="en-US" b="0" i="0">
              <a:latin typeface="Aptos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78705311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Side with logo and Pho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2" descr="ph_image_1">
            <a:extLst>
              <a:ext uri="{FF2B5EF4-FFF2-40B4-BE49-F238E27FC236}">
                <a16:creationId xmlns:a16="http://schemas.microsoft.com/office/drawing/2014/main" id="{CCABE89A-4DCD-3A08-F360-DBDDBE06447A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1143023" y="2016054"/>
            <a:ext cx="775494" cy="775494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600" b="0" i="0">
                <a:solidFill>
                  <a:schemeClr val="tx2"/>
                </a:solidFill>
              </a:defRPr>
            </a:lvl1pPr>
          </a:lstStyle>
          <a:p>
            <a:endParaRPr lang="en-RU"/>
          </a:p>
        </p:txBody>
      </p:sp>
      <p:sp>
        <p:nvSpPr>
          <p:cNvPr id="4" name="Picture Placeholder 2" descr="ph_image_4">
            <a:extLst>
              <a:ext uri="{FF2B5EF4-FFF2-40B4-BE49-F238E27FC236}">
                <a16:creationId xmlns:a16="http://schemas.microsoft.com/office/drawing/2014/main" id="{CBC69FCB-B6EE-0F97-7B10-35DDF50D8A0F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2154405" y="2016054"/>
            <a:ext cx="775494" cy="775494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600" b="0" i="0">
                <a:solidFill>
                  <a:schemeClr val="tx2"/>
                </a:solidFill>
              </a:defRPr>
            </a:lvl1pPr>
          </a:lstStyle>
          <a:p>
            <a:endParaRPr lang="en-RU"/>
          </a:p>
        </p:txBody>
      </p:sp>
      <p:sp>
        <p:nvSpPr>
          <p:cNvPr id="5" name="Picture Placeholder 2" descr="ph_image_7">
            <a:extLst>
              <a:ext uri="{FF2B5EF4-FFF2-40B4-BE49-F238E27FC236}">
                <a16:creationId xmlns:a16="http://schemas.microsoft.com/office/drawing/2014/main" id="{5D6C41B2-C9D5-9715-47F8-7652C4AB845A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3165787" y="2016054"/>
            <a:ext cx="775494" cy="775494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600" b="0" i="0">
                <a:solidFill>
                  <a:schemeClr val="tx2"/>
                </a:solidFill>
              </a:defRPr>
            </a:lvl1pPr>
          </a:lstStyle>
          <a:p>
            <a:endParaRPr lang="en-RU"/>
          </a:p>
        </p:txBody>
      </p:sp>
      <p:sp>
        <p:nvSpPr>
          <p:cNvPr id="6" name="Picture Placeholder 2" descr="ph_image_10">
            <a:extLst>
              <a:ext uri="{FF2B5EF4-FFF2-40B4-BE49-F238E27FC236}">
                <a16:creationId xmlns:a16="http://schemas.microsoft.com/office/drawing/2014/main" id="{E422FFF8-11A8-1FAF-32BB-BA9DE5BC2FDA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4177169" y="2016054"/>
            <a:ext cx="775494" cy="775494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600" b="0" i="0">
                <a:solidFill>
                  <a:schemeClr val="tx2"/>
                </a:solidFill>
              </a:defRPr>
            </a:lvl1pPr>
          </a:lstStyle>
          <a:p>
            <a:endParaRPr lang="en-RU"/>
          </a:p>
        </p:txBody>
      </p:sp>
      <p:sp>
        <p:nvSpPr>
          <p:cNvPr id="7" name="Picture Placeholder 2" descr="ph_image_13">
            <a:extLst>
              <a:ext uri="{FF2B5EF4-FFF2-40B4-BE49-F238E27FC236}">
                <a16:creationId xmlns:a16="http://schemas.microsoft.com/office/drawing/2014/main" id="{BFF1CD55-D85D-DDEB-BB3C-7C18274510BA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5188551" y="2016054"/>
            <a:ext cx="775494" cy="775494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600" b="0" i="0">
                <a:solidFill>
                  <a:schemeClr val="tx2"/>
                </a:solidFill>
              </a:defRPr>
            </a:lvl1pPr>
          </a:lstStyle>
          <a:p>
            <a:endParaRPr lang="en-RU"/>
          </a:p>
        </p:txBody>
      </p:sp>
      <p:sp>
        <p:nvSpPr>
          <p:cNvPr id="8" name="Picture Placeholder 2" descr="ph_image_16">
            <a:extLst>
              <a:ext uri="{FF2B5EF4-FFF2-40B4-BE49-F238E27FC236}">
                <a16:creationId xmlns:a16="http://schemas.microsoft.com/office/drawing/2014/main" id="{B35BCFDC-A7BA-DB0C-00EF-A8B3EB2FD7D8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6199933" y="2016054"/>
            <a:ext cx="775494" cy="775494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600" b="0" i="0">
                <a:solidFill>
                  <a:schemeClr val="tx2"/>
                </a:solidFill>
              </a:defRPr>
            </a:lvl1pPr>
          </a:lstStyle>
          <a:p>
            <a:endParaRPr lang="en-RU"/>
          </a:p>
        </p:txBody>
      </p:sp>
      <p:sp>
        <p:nvSpPr>
          <p:cNvPr id="9" name="Picture Placeholder 2" descr="ph_image_19">
            <a:extLst>
              <a:ext uri="{FF2B5EF4-FFF2-40B4-BE49-F238E27FC236}">
                <a16:creationId xmlns:a16="http://schemas.microsoft.com/office/drawing/2014/main" id="{2D0BA068-EA8B-A188-1809-129AAAF8AE51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7211315" y="2016054"/>
            <a:ext cx="775494" cy="775494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600" b="0" i="0">
                <a:solidFill>
                  <a:schemeClr val="tx2"/>
                </a:solidFill>
              </a:defRPr>
            </a:lvl1pPr>
          </a:lstStyle>
          <a:p>
            <a:endParaRPr lang="en-RU"/>
          </a:p>
        </p:txBody>
      </p:sp>
      <p:sp>
        <p:nvSpPr>
          <p:cNvPr id="10" name="Picture Placeholder 2" descr="ph_image_22">
            <a:extLst>
              <a:ext uri="{FF2B5EF4-FFF2-40B4-BE49-F238E27FC236}">
                <a16:creationId xmlns:a16="http://schemas.microsoft.com/office/drawing/2014/main" id="{97AE27C7-10E8-5D0A-4CAC-093091295A53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8222697" y="2016054"/>
            <a:ext cx="775494" cy="775494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600" b="0" i="0">
                <a:solidFill>
                  <a:schemeClr val="tx2"/>
                </a:solidFill>
              </a:defRPr>
            </a:lvl1pPr>
          </a:lstStyle>
          <a:p>
            <a:endParaRPr lang="en-RU"/>
          </a:p>
        </p:txBody>
      </p:sp>
      <p:sp>
        <p:nvSpPr>
          <p:cNvPr id="11" name="Picture Placeholder 2" descr="ph_image_25">
            <a:extLst>
              <a:ext uri="{FF2B5EF4-FFF2-40B4-BE49-F238E27FC236}">
                <a16:creationId xmlns:a16="http://schemas.microsoft.com/office/drawing/2014/main" id="{ADD5ED4B-C005-5FC7-5B66-B67F31D949F6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9234079" y="2016054"/>
            <a:ext cx="775494" cy="775494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600" b="0" i="0">
                <a:solidFill>
                  <a:schemeClr val="tx2"/>
                </a:solidFill>
              </a:defRPr>
            </a:lvl1pPr>
          </a:lstStyle>
          <a:p>
            <a:endParaRPr lang="en-RU"/>
          </a:p>
        </p:txBody>
      </p:sp>
      <p:sp>
        <p:nvSpPr>
          <p:cNvPr id="12" name="Picture Placeholder 2" descr="ph_image_28">
            <a:extLst>
              <a:ext uri="{FF2B5EF4-FFF2-40B4-BE49-F238E27FC236}">
                <a16:creationId xmlns:a16="http://schemas.microsoft.com/office/drawing/2014/main" id="{4E05A8FF-3283-C72E-5453-CCC22BA7DF08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10245459" y="2016054"/>
            <a:ext cx="775494" cy="775494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600" b="0" i="0">
                <a:solidFill>
                  <a:schemeClr val="tx2"/>
                </a:solidFill>
              </a:defRPr>
            </a:lvl1pPr>
          </a:lstStyle>
          <a:p>
            <a:endParaRPr lang="en-RU"/>
          </a:p>
        </p:txBody>
      </p:sp>
      <p:sp>
        <p:nvSpPr>
          <p:cNvPr id="13" name="Picture Placeholder 2" descr="ph_image_2">
            <a:extLst>
              <a:ext uri="{FF2B5EF4-FFF2-40B4-BE49-F238E27FC236}">
                <a16:creationId xmlns:a16="http://schemas.microsoft.com/office/drawing/2014/main" id="{9B5412C4-6ABF-334D-7337-D45F72B31D25}"/>
              </a:ext>
            </a:extLst>
          </p:cNvPr>
          <p:cNvSpPr>
            <a:spLocks noGrp="1"/>
          </p:cNvSpPr>
          <p:nvPr>
            <p:ph type="pic" sz="quarter" idx="20"/>
          </p:nvPr>
        </p:nvSpPr>
        <p:spPr>
          <a:xfrm>
            <a:off x="1143023" y="3041253"/>
            <a:ext cx="775494" cy="775494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600" b="0" i="0">
                <a:solidFill>
                  <a:schemeClr val="tx2"/>
                </a:solidFill>
              </a:defRPr>
            </a:lvl1pPr>
          </a:lstStyle>
          <a:p>
            <a:endParaRPr lang="en-RU"/>
          </a:p>
        </p:txBody>
      </p:sp>
      <p:sp>
        <p:nvSpPr>
          <p:cNvPr id="14" name="Picture Placeholder 2" descr="ph_image_5">
            <a:extLst>
              <a:ext uri="{FF2B5EF4-FFF2-40B4-BE49-F238E27FC236}">
                <a16:creationId xmlns:a16="http://schemas.microsoft.com/office/drawing/2014/main" id="{A3903E87-88BE-ABA1-8E9D-B4965559B2C1}"/>
              </a:ext>
            </a:extLst>
          </p:cNvPr>
          <p:cNvSpPr>
            <a:spLocks noGrp="1"/>
          </p:cNvSpPr>
          <p:nvPr>
            <p:ph type="pic" sz="quarter" idx="21"/>
          </p:nvPr>
        </p:nvSpPr>
        <p:spPr>
          <a:xfrm>
            <a:off x="2154405" y="3041253"/>
            <a:ext cx="775494" cy="775494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600" b="0" i="0">
                <a:solidFill>
                  <a:schemeClr val="tx2"/>
                </a:solidFill>
              </a:defRPr>
            </a:lvl1pPr>
          </a:lstStyle>
          <a:p>
            <a:endParaRPr lang="en-RU"/>
          </a:p>
        </p:txBody>
      </p:sp>
      <p:sp>
        <p:nvSpPr>
          <p:cNvPr id="15" name="Picture Placeholder 2" descr="ph_image_8">
            <a:extLst>
              <a:ext uri="{FF2B5EF4-FFF2-40B4-BE49-F238E27FC236}">
                <a16:creationId xmlns:a16="http://schemas.microsoft.com/office/drawing/2014/main" id="{813CD308-68FF-A999-19DD-634C516F89EF}"/>
              </a:ext>
            </a:extLst>
          </p:cNvPr>
          <p:cNvSpPr>
            <a:spLocks noGrp="1"/>
          </p:cNvSpPr>
          <p:nvPr>
            <p:ph type="pic" sz="quarter" idx="22"/>
          </p:nvPr>
        </p:nvSpPr>
        <p:spPr>
          <a:xfrm>
            <a:off x="3165787" y="3041253"/>
            <a:ext cx="775494" cy="775494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600" b="0" i="0">
                <a:solidFill>
                  <a:schemeClr val="tx2"/>
                </a:solidFill>
              </a:defRPr>
            </a:lvl1pPr>
          </a:lstStyle>
          <a:p>
            <a:endParaRPr lang="en-RU"/>
          </a:p>
        </p:txBody>
      </p:sp>
      <p:sp>
        <p:nvSpPr>
          <p:cNvPr id="16" name="Picture Placeholder 2" descr="ph_image_11">
            <a:extLst>
              <a:ext uri="{FF2B5EF4-FFF2-40B4-BE49-F238E27FC236}">
                <a16:creationId xmlns:a16="http://schemas.microsoft.com/office/drawing/2014/main" id="{544B2EF2-F98E-60C1-CF73-66C68921CC8B}"/>
              </a:ext>
            </a:extLst>
          </p:cNvPr>
          <p:cNvSpPr>
            <a:spLocks noGrp="1"/>
          </p:cNvSpPr>
          <p:nvPr>
            <p:ph type="pic" sz="quarter" idx="23"/>
          </p:nvPr>
        </p:nvSpPr>
        <p:spPr>
          <a:xfrm>
            <a:off x="4177169" y="3041253"/>
            <a:ext cx="775494" cy="775494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600" b="0" i="0">
                <a:solidFill>
                  <a:schemeClr val="tx2"/>
                </a:solidFill>
              </a:defRPr>
            </a:lvl1pPr>
          </a:lstStyle>
          <a:p>
            <a:endParaRPr lang="en-RU"/>
          </a:p>
        </p:txBody>
      </p:sp>
      <p:sp>
        <p:nvSpPr>
          <p:cNvPr id="17" name="Picture Placeholder 2" descr="ph_image_14">
            <a:extLst>
              <a:ext uri="{FF2B5EF4-FFF2-40B4-BE49-F238E27FC236}">
                <a16:creationId xmlns:a16="http://schemas.microsoft.com/office/drawing/2014/main" id="{EF35E500-B40C-731B-F160-646A4E4096E5}"/>
              </a:ext>
            </a:extLst>
          </p:cNvPr>
          <p:cNvSpPr>
            <a:spLocks noGrp="1"/>
          </p:cNvSpPr>
          <p:nvPr>
            <p:ph type="pic" sz="quarter" idx="24"/>
          </p:nvPr>
        </p:nvSpPr>
        <p:spPr>
          <a:xfrm>
            <a:off x="5188551" y="3041253"/>
            <a:ext cx="775494" cy="775494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600" b="0" i="0">
                <a:solidFill>
                  <a:schemeClr val="tx2"/>
                </a:solidFill>
              </a:defRPr>
            </a:lvl1pPr>
          </a:lstStyle>
          <a:p>
            <a:endParaRPr lang="en-RU"/>
          </a:p>
        </p:txBody>
      </p:sp>
      <p:sp>
        <p:nvSpPr>
          <p:cNvPr id="22" name="Picture Placeholder 2" descr="ph_image_17">
            <a:extLst>
              <a:ext uri="{FF2B5EF4-FFF2-40B4-BE49-F238E27FC236}">
                <a16:creationId xmlns:a16="http://schemas.microsoft.com/office/drawing/2014/main" id="{C40576C6-8178-6534-18F2-8538E221D600}"/>
              </a:ext>
            </a:extLst>
          </p:cNvPr>
          <p:cNvSpPr>
            <a:spLocks noGrp="1"/>
          </p:cNvSpPr>
          <p:nvPr>
            <p:ph type="pic" sz="quarter" idx="25"/>
          </p:nvPr>
        </p:nvSpPr>
        <p:spPr>
          <a:xfrm>
            <a:off x="6199933" y="3041253"/>
            <a:ext cx="775494" cy="775494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600" b="0" i="0">
                <a:solidFill>
                  <a:schemeClr val="tx2"/>
                </a:solidFill>
              </a:defRPr>
            </a:lvl1pPr>
          </a:lstStyle>
          <a:p>
            <a:endParaRPr lang="en-RU"/>
          </a:p>
        </p:txBody>
      </p:sp>
      <p:sp>
        <p:nvSpPr>
          <p:cNvPr id="23" name="Picture Placeholder 2" descr="ph_image_20">
            <a:extLst>
              <a:ext uri="{FF2B5EF4-FFF2-40B4-BE49-F238E27FC236}">
                <a16:creationId xmlns:a16="http://schemas.microsoft.com/office/drawing/2014/main" id="{AD9496EA-0470-FB29-CDD5-F6E48214DB02}"/>
              </a:ext>
            </a:extLst>
          </p:cNvPr>
          <p:cNvSpPr>
            <a:spLocks noGrp="1"/>
          </p:cNvSpPr>
          <p:nvPr>
            <p:ph type="pic" sz="quarter" idx="26"/>
          </p:nvPr>
        </p:nvSpPr>
        <p:spPr>
          <a:xfrm>
            <a:off x="7211315" y="3041253"/>
            <a:ext cx="775494" cy="775494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600" b="0" i="0">
                <a:solidFill>
                  <a:schemeClr val="tx2"/>
                </a:solidFill>
              </a:defRPr>
            </a:lvl1pPr>
          </a:lstStyle>
          <a:p>
            <a:endParaRPr lang="en-RU"/>
          </a:p>
        </p:txBody>
      </p:sp>
      <p:sp>
        <p:nvSpPr>
          <p:cNvPr id="24" name="Picture Placeholder 2" descr="ph_image_23">
            <a:extLst>
              <a:ext uri="{FF2B5EF4-FFF2-40B4-BE49-F238E27FC236}">
                <a16:creationId xmlns:a16="http://schemas.microsoft.com/office/drawing/2014/main" id="{88D9A9B2-8B65-E4F4-8417-58309B0510AF}"/>
              </a:ext>
            </a:extLst>
          </p:cNvPr>
          <p:cNvSpPr>
            <a:spLocks noGrp="1"/>
          </p:cNvSpPr>
          <p:nvPr>
            <p:ph type="pic" sz="quarter" idx="27"/>
          </p:nvPr>
        </p:nvSpPr>
        <p:spPr>
          <a:xfrm>
            <a:off x="8222697" y="3041253"/>
            <a:ext cx="775494" cy="775494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600" b="0" i="0">
                <a:solidFill>
                  <a:schemeClr val="tx2"/>
                </a:solidFill>
              </a:defRPr>
            </a:lvl1pPr>
          </a:lstStyle>
          <a:p>
            <a:endParaRPr lang="en-RU"/>
          </a:p>
        </p:txBody>
      </p:sp>
      <p:sp>
        <p:nvSpPr>
          <p:cNvPr id="25" name="Picture Placeholder 2" descr="ph_image_26">
            <a:extLst>
              <a:ext uri="{FF2B5EF4-FFF2-40B4-BE49-F238E27FC236}">
                <a16:creationId xmlns:a16="http://schemas.microsoft.com/office/drawing/2014/main" id="{A68EAFA6-9A39-E5F2-2C60-69021D6C01CD}"/>
              </a:ext>
            </a:extLst>
          </p:cNvPr>
          <p:cNvSpPr>
            <a:spLocks noGrp="1"/>
          </p:cNvSpPr>
          <p:nvPr>
            <p:ph type="pic" sz="quarter" idx="28"/>
          </p:nvPr>
        </p:nvSpPr>
        <p:spPr>
          <a:xfrm>
            <a:off x="9234079" y="3041253"/>
            <a:ext cx="775494" cy="775494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600" b="0" i="0">
                <a:solidFill>
                  <a:schemeClr val="tx2"/>
                </a:solidFill>
              </a:defRPr>
            </a:lvl1pPr>
          </a:lstStyle>
          <a:p>
            <a:endParaRPr lang="en-RU"/>
          </a:p>
        </p:txBody>
      </p:sp>
      <p:sp>
        <p:nvSpPr>
          <p:cNvPr id="26" name="Picture Placeholder 2" descr="ph_image_29">
            <a:extLst>
              <a:ext uri="{FF2B5EF4-FFF2-40B4-BE49-F238E27FC236}">
                <a16:creationId xmlns:a16="http://schemas.microsoft.com/office/drawing/2014/main" id="{05C09156-4CED-2208-EB2C-7A3FBEB9A045}"/>
              </a:ext>
            </a:extLst>
          </p:cNvPr>
          <p:cNvSpPr>
            <a:spLocks noGrp="1"/>
          </p:cNvSpPr>
          <p:nvPr>
            <p:ph type="pic" sz="quarter" idx="29"/>
          </p:nvPr>
        </p:nvSpPr>
        <p:spPr>
          <a:xfrm>
            <a:off x="10245459" y="3041253"/>
            <a:ext cx="775494" cy="775494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600" b="0" i="0">
                <a:solidFill>
                  <a:schemeClr val="tx2"/>
                </a:solidFill>
              </a:defRPr>
            </a:lvl1pPr>
          </a:lstStyle>
          <a:p>
            <a:endParaRPr lang="en-RU"/>
          </a:p>
        </p:txBody>
      </p:sp>
      <p:sp>
        <p:nvSpPr>
          <p:cNvPr id="27" name="Picture Placeholder 2" descr="ph_image_3">
            <a:extLst>
              <a:ext uri="{FF2B5EF4-FFF2-40B4-BE49-F238E27FC236}">
                <a16:creationId xmlns:a16="http://schemas.microsoft.com/office/drawing/2014/main" id="{09D9452F-6C66-AD51-CF30-5CC0A15F86E5}"/>
              </a:ext>
            </a:extLst>
          </p:cNvPr>
          <p:cNvSpPr>
            <a:spLocks noGrp="1"/>
          </p:cNvSpPr>
          <p:nvPr>
            <p:ph type="pic" sz="quarter" idx="30"/>
          </p:nvPr>
        </p:nvSpPr>
        <p:spPr>
          <a:xfrm>
            <a:off x="1156878" y="4066453"/>
            <a:ext cx="775494" cy="775494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600" b="0" i="0">
                <a:solidFill>
                  <a:schemeClr val="tx2"/>
                </a:solidFill>
              </a:defRPr>
            </a:lvl1pPr>
          </a:lstStyle>
          <a:p>
            <a:endParaRPr lang="en-RU"/>
          </a:p>
        </p:txBody>
      </p:sp>
      <p:sp>
        <p:nvSpPr>
          <p:cNvPr id="28" name="Picture Placeholder 2" descr="ph_image_6">
            <a:extLst>
              <a:ext uri="{FF2B5EF4-FFF2-40B4-BE49-F238E27FC236}">
                <a16:creationId xmlns:a16="http://schemas.microsoft.com/office/drawing/2014/main" id="{7D50050F-0DD0-7A0E-6197-0C4E8EFAF7D6}"/>
              </a:ext>
            </a:extLst>
          </p:cNvPr>
          <p:cNvSpPr>
            <a:spLocks noGrp="1"/>
          </p:cNvSpPr>
          <p:nvPr>
            <p:ph type="pic" sz="quarter" idx="31"/>
          </p:nvPr>
        </p:nvSpPr>
        <p:spPr>
          <a:xfrm>
            <a:off x="2168260" y="4066453"/>
            <a:ext cx="775494" cy="775494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600" b="0" i="0">
                <a:solidFill>
                  <a:schemeClr val="tx2"/>
                </a:solidFill>
              </a:defRPr>
            </a:lvl1pPr>
          </a:lstStyle>
          <a:p>
            <a:endParaRPr lang="en-RU"/>
          </a:p>
        </p:txBody>
      </p:sp>
      <p:sp>
        <p:nvSpPr>
          <p:cNvPr id="29" name="Picture Placeholder 2" descr="ph_image_9">
            <a:extLst>
              <a:ext uri="{FF2B5EF4-FFF2-40B4-BE49-F238E27FC236}">
                <a16:creationId xmlns:a16="http://schemas.microsoft.com/office/drawing/2014/main" id="{459806BF-8A6A-042D-6D9B-73644467F3E4}"/>
              </a:ext>
            </a:extLst>
          </p:cNvPr>
          <p:cNvSpPr>
            <a:spLocks noGrp="1"/>
          </p:cNvSpPr>
          <p:nvPr>
            <p:ph type="pic" sz="quarter" idx="32"/>
          </p:nvPr>
        </p:nvSpPr>
        <p:spPr>
          <a:xfrm>
            <a:off x="3179642" y="4066453"/>
            <a:ext cx="775494" cy="775494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600" b="0" i="0">
                <a:solidFill>
                  <a:schemeClr val="tx2"/>
                </a:solidFill>
              </a:defRPr>
            </a:lvl1pPr>
          </a:lstStyle>
          <a:p>
            <a:endParaRPr lang="en-RU"/>
          </a:p>
        </p:txBody>
      </p:sp>
      <p:sp>
        <p:nvSpPr>
          <p:cNvPr id="30" name="Picture Placeholder 2" descr="ph_image_12">
            <a:extLst>
              <a:ext uri="{FF2B5EF4-FFF2-40B4-BE49-F238E27FC236}">
                <a16:creationId xmlns:a16="http://schemas.microsoft.com/office/drawing/2014/main" id="{40485814-37EE-542B-DC21-18BB842798EF}"/>
              </a:ext>
            </a:extLst>
          </p:cNvPr>
          <p:cNvSpPr>
            <a:spLocks noGrp="1"/>
          </p:cNvSpPr>
          <p:nvPr>
            <p:ph type="pic" sz="quarter" idx="33"/>
          </p:nvPr>
        </p:nvSpPr>
        <p:spPr>
          <a:xfrm>
            <a:off x="4191024" y="4066453"/>
            <a:ext cx="775494" cy="775494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600" b="0" i="0">
                <a:solidFill>
                  <a:schemeClr val="tx2"/>
                </a:solidFill>
              </a:defRPr>
            </a:lvl1pPr>
          </a:lstStyle>
          <a:p>
            <a:endParaRPr lang="en-RU"/>
          </a:p>
        </p:txBody>
      </p:sp>
      <p:sp>
        <p:nvSpPr>
          <p:cNvPr id="31" name="Picture Placeholder 2" descr="ph_image_15">
            <a:extLst>
              <a:ext uri="{FF2B5EF4-FFF2-40B4-BE49-F238E27FC236}">
                <a16:creationId xmlns:a16="http://schemas.microsoft.com/office/drawing/2014/main" id="{1DC128D0-29F0-94C1-DEA8-5433F2802AE5}"/>
              </a:ext>
            </a:extLst>
          </p:cNvPr>
          <p:cNvSpPr>
            <a:spLocks noGrp="1"/>
          </p:cNvSpPr>
          <p:nvPr>
            <p:ph type="pic" sz="quarter" idx="34"/>
          </p:nvPr>
        </p:nvSpPr>
        <p:spPr>
          <a:xfrm>
            <a:off x="5202406" y="4066453"/>
            <a:ext cx="775494" cy="775494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600" b="0" i="0">
                <a:solidFill>
                  <a:schemeClr val="tx2"/>
                </a:solidFill>
              </a:defRPr>
            </a:lvl1pPr>
          </a:lstStyle>
          <a:p>
            <a:endParaRPr lang="en-RU"/>
          </a:p>
        </p:txBody>
      </p:sp>
      <p:sp>
        <p:nvSpPr>
          <p:cNvPr id="32" name="Picture Placeholder 2" descr="ph_image_18">
            <a:extLst>
              <a:ext uri="{FF2B5EF4-FFF2-40B4-BE49-F238E27FC236}">
                <a16:creationId xmlns:a16="http://schemas.microsoft.com/office/drawing/2014/main" id="{7340B07C-B799-2E7A-E48D-8862005B62D5}"/>
              </a:ext>
            </a:extLst>
          </p:cNvPr>
          <p:cNvSpPr>
            <a:spLocks noGrp="1"/>
          </p:cNvSpPr>
          <p:nvPr>
            <p:ph type="pic" sz="quarter" idx="35"/>
          </p:nvPr>
        </p:nvSpPr>
        <p:spPr>
          <a:xfrm>
            <a:off x="6213788" y="4066453"/>
            <a:ext cx="775494" cy="775494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600" b="0" i="0">
                <a:solidFill>
                  <a:schemeClr val="tx2"/>
                </a:solidFill>
              </a:defRPr>
            </a:lvl1pPr>
          </a:lstStyle>
          <a:p>
            <a:endParaRPr lang="en-RU"/>
          </a:p>
        </p:txBody>
      </p:sp>
      <p:sp>
        <p:nvSpPr>
          <p:cNvPr id="33" name="Picture Placeholder 2" descr="ph_image_21">
            <a:extLst>
              <a:ext uri="{FF2B5EF4-FFF2-40B4-BE49-F238E27FC236}">
                <a16:creationId xmlns:a16="http://schemas.microsoft.com/office/drawing/2014/main" id="{5B883DDA-943E-3560-048D-76A1F9F393AE}"/>
              </a:ext>
            </a:extLst>
          </p:cNvPr>
          <p:cNvSpPr>
            <a:spLocks noGrp="1"/>
          </p:cNvSpPr>
          <p:nvPr>
            <p:ph type="pic" sz="quarter" idx="36"/>
          </p:nvPr>
        </p:nvSpPr>
        <p:spPr>
          <a:xfrm>
            <a:off x="7225170" y="4066453"/>
            <a:ext cx="775494" cy="775494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600" b="0" i="0">
                <a:solidFill>
                  <a:schemeClr val="tx2"/>
                </a:solidFill>
              </a:defRPr>
            </a:lvl1pPr>
          </a:lstStyle>
          <a:p>
            <a:endParaRPr lang="en-RU"/>
          </a:p>
        </p:txBody>
      </p:sp>
      <p:sp>
        <p:nvSpPr>
          <p:cNvPr id="34" name="Picture Placeholder 2" descr="ph_image_24">
            <a:extLst>
              <a:ext uri="{FF2B5EF4-FFF2-40B4-BE49-F238E27FC236}">
                <a16:creationId xmlns:a16="http://schemas.microsoft.com/office/drawing/2014/main" id="{FAE15F83-05D8-A35F-5D7E-46BFC808306D}"/>
              </a:ext>
            </a:extLst>
          </p:cNvPr>
          <p:cNvSpPr>
            <a:spLocks noGrp="1"/>
          </p:cNvSpPr>
          <p:nvPr>
            <p:ph type="pic" sz="quarter" idx="37"/>
          </p:nvPr>
        </p:nvSpPr>
        <p:spPr>
          <a:xfrm>
            <a:off x="8236552" y="4066453"/>
            <a:ext cx="775494" cy="775494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600" b="0" i="0">
                <a:solidFill>
                  <a:schemeClr val="tx2"/>
                </a:solidFill>
              </a:defRPr>
            </a:lvl1pPr>
          </a:lstStyle>
          <a:p>
            <a:endParaRPr lang="en-RU"/>
          </a:p>
        </p:txBody>
      </p:sp>
      <p:sp>
        <p:nvSpPr>
          <p:cNvPr id="35" name="Picture Placeholder 2" descr="ph_image_27">
            <a:extLst>
              <a:ext uri="{FF2B5EF4-FFF2-40B4-BE49-F238E27FC236}">
                <a16:creationId xmlns:a16="http://schemas.microsoft.com/office/drawing/2014/main" id="{20949296-3209-7548-ECB3-40CEE1759B50}"/>
              </a:ext>
            </a:extLst>
          </p:cNvPr>
          <p:cNvSpPr>
            <a:spLocks noGrp="1"/>
          </p:cNvSpPr>
          <p:nvPr>
            <p:ph type="pic" sz="quarter" idx="38"/>
          </p:nvPr>
        </p:nvSpPr>
        <p:spPr>
          <a:xfrm>
            <a:off x="9247934" y="4066453"/>
            <a:ext cx="775494" cy="775494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600" b="0" i="0">
                <a:solidFill>
                  <a:schemeClr val="tx2"/>
                </a:solidFill>
              </a:defRPr>
            </a:lvl1pPr>
          </a:lstStyle>
          <a:p>
            <a:endParaRPr lang="en-RU"/>
          </a:p>
        </p:txBody>
      </p:sp>
      <p:sp>
        <p:nvSpPr>
          <p:cNvPr id="36" name="Picture Placeholder 2" descr="ph_image_30">
            <a:extLst>
              <a:ext uri="{FF2B5EF4-FFF2-40B4-BE49-F238E27FC236}">
                <a16:creationId xmlns:a16="http://schemas.microsoft.com/office/drawing/2014/main" id="{0878085A-B695-0ACE-ED86-DE6F934FD6F5}"/>
              </a:ext>
            </a:extLst>
          </p:cNvPr>
          <p:cNvSpPr>
            <a:spLocks noGrp="1"/>
          </p:cNvSpPr>
          <p:nvPr>
            <p:ph type="pic" sz="quarter" idx="39"/>
          </p:nvPr>
        </p:nvSpPr>
        <p:spPr>
          <a:xfrm>
            <a:off x="10259314" y="4066453"/>
            <a:ext cx="775494" cy="775494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600" b="0" i="0">
                <a:solidFill>
                  <a:schemeClr val="tx2"/>
                </a:solidFill>
              </a:defRPr>
            </a:lvl1pPr>
          </a:lstStyle>
          <a:p>
            <a:endParaRPr lang="en-RU"/>
          </a:p>
        </p:txBody>
      </p:sp>
      <p:sp>
        <p:nvSpPr>
          <p:cNvPr id="37" name="Graphic 24">
            <a:extLst>
              <a:ext uri="{FF2B5EF4-FFF2-40B4-BE49-F238E27FC236}">
                <a16:creationId xmlns:a16="http://schemas.microsoft.com/office/drawing/2014/main" id="{AA75F3CF-EEE6-869D-15A6-6F7531E16CB9}"/>
              </a:ext>
            </a:extLst>
          </p:cNvPr>
          <p:cNvSpPr/>
          <p:nvPr userDrawn="1"/>
        </p:nvSpPr>
        <p:spPr>
          <a:xfrm>
            <a:off x="0" y="0"/>
            <a:ext cx="121768" cy="1959429"/>
          </a:xfrm>
          <a:custGeom>
            <a:avLst/>
            <a:gdLst>
              <a:gd name="connsiteX0" fmla="*/ 0 w 190722"/>
              <a:gd name="connsiteY0" fmla="*/ 0 h 3068991"/>
              <a:gd name="connsiteX1" fmla="*/ 0 w 190722"/>
              <a:gd name="connsiteY1" fmla="*/ 3068992 h 3068991"/>
              <a:gd name="connsiteX2" fmla="*/ 190722 w 190722"/>
              <a:gd name="connsiteY2" fmla="*/ 2669273 h 3068991"/>
              <a:gd name="connsiteX3" fmla="*/ 0 w 190722"/>
              <a:gd name="connsiteY3" fmla="*/ 0 h 306899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90722" h="3068991">
                <a:moveTo>
                  <a:pt x="0" y="0"/>
                </a:moveTo>
                <a:lnTo>
                  <a:pt x="0" y="3068992"/>
                </a:lnTo>
                <a:cubicBezTo>
                  <a:pt x="63644" y="2935822"/>
                  <a:pt x="127078" y="2802442"/>
                  <a:pt x="190722" y="2669273"/>
                </a:cubicBezTo>
                <a:cubicBezTo>
                  <a:pt x="127078" y="1779515"/>
                  <a:pt x="63644" y="889758"/>
                  <a:pt x="0" y="0"/>
                </a:cubicBezTo>
                <a:close/>
              </a:path>
            </a:pathLst>
          </a:custGeom>
          <a:gradFill>
            <a:gsLst>
              <a:gs pos="0">
                <a:srgbClr val="7161E2"/>
              </a:gs>
              <a:gs pos="100000">
                <a:srgbClr val="E3056C"/>
              </a:gs>
              <a:gs pos="100000">
                <a:schemeClr val="accent3">
                  <a:lumMod val="60000"/>
                  <a:lumOff val="40000"/>
                </a:schemeClr>
              </a:gs>
            </a:gsLst>
            <a:lin ang="16200000" scaled="1"/>
          </a:gradFill>
          <a:ln w="20108" cap="flat">
            <a:noFill/>
            <a:prstDash val="solid"/>
            <a:miter/>
          </a:ln>
        </p:spPr>
        <p:txBody>
          <a:bodyPr rtlCol="0" anchor="ctr"/>
          <a:lstStyle/>
          <a:p>
            <a:endParaRPr lang="en-US" b="0" i="0">
              <a:latin typeface="Aptos" panose="020B0004020202020204" pitchFamily="34" charset="0"/>
            </a:endParaRPr>
          </a:p>
        </p:txBody>
      </p:sp>
      <p:sp>
        <p:nvSpPr>
          <p:cNvPr id="38" name="Graphic 26">
            <a:extLst>
              <a:ext uri="{FF2B5EF4-FFF2-40B4-BE49-F238E27FC236}">
                <a16:creationId xmlns:a16="http://schemas.microsoft.com/office/drawing/2014/main" id="{8A1AF0F9-8322-32EB-CF9F-EBF925FA9871}"/>
              </a:ext>
            </a:extLst>
          </p:cNvPr>
          <p:cNvSpPr/>
          <p:nvPr userDrawn="1"/>
        </p:nvSpPr>
        <p:spPr>
          <a:xfrm>
            <a:off x="12070232" y="5008131"/>
            <a:ext cx="121768" cy="1959429"/>
          </a:xfrm>
          <a:custGeom>
            <a:avLst/>
            <a:gdLst>
              <a:gd name="connsiteX0" fmla="*/ 190722 w 190722"/>
              <a:gd name="connsiteY0" fmla="*/ 3068992 h 3068991"/>
              <a:gd name="connsiteX1" fmla="*/ 190722 w 190722"/>
              <a:gd name="connsiteY1" fmla="*/ 0 h 3068991"/>
              <a:gd name="connsiteX2" fmla="*/ 0 w 190722"/>
              <a:gd name="connsiteY2" fmla="*/ 399719 h 3068991"/>
              <a:gd name="connsiteX3" fmla="*/ 190722 w 190722"/>
              <a:gd name="connsiteY3" fmla="*/ 3068992 h 306899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90722" h="3068991">
                <a:moveTo>
                  <a:pt x="190722" y="3068992"/>
                </a:moveTo>
                <a:lnTo>
                  <a:pt x="190722" y="0"/>
                </a:lnTo>
                <a:cubicBezTo>
                  <a:pt x="127078" y="133170"/>
                  <a:pt x="63644" y="266549"/>
                  <a:pt x="0" y="399719"/>
                </a:cubicBezTo>
                <a:cubicBezTo>
                  <a:pt x="63644" y="1289476"/>
                  <a:pt x="127078" y="2179234"/>
                  <a:pt x="190722" y="3068992"/>
                </a:cubicBezTo>
                <a:close/>
              </a:path>
            </a:pathLst>
          </a:custGeom>
          <a:gradFill flip="none" rotWithShape="1">
            <a:gsLst>
              <a:gs pos="0">
                <a:srgbClr val="7161E2"/>
              </a:gs>
              <a:gs pos="100000">
                <a:srgbClr val="E3056C"/>
              </a:gs>
              <a:gs pos="100000">
                <a:schemeClr val="accent3">
                  <a:lumMod val="60000"/>
                  <a:lumOff val="40000"/>
                </a:schemeClr>
              </a:gs>
            </a:gsLst>
            <a:lin ang="5400000" scaled="1"/>
            <a:tileRect/>
          </a:gradFill>
          <a:ln w="20108" cap="flat">
            <a:noFill/>
            <a:prstDash val="solid"/>
            <a:miter/>
          </a:ln>
        </p:spPr>
        <p:txBody>
          <a:bodyPr rtlCol="0" anchor="ctr"/>
          <a:lstStyle/>
          <a:p>
            <a:endParaRPr lang="en-US" b="0" i="0">
              <a:latin typeface="Aptos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59067302"/>
      </p:ext>
    </p:extLst>
  </p:cSld>
  <p:clrMapOvr>
    <a:masterClrMapping/>
  </p:clrMapOvr>
  <p:transition spd="med"/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ure white with edges and foo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raphic 24">
            <a:extLst>
              <a:ext uri="{FF2B5EF4-FFF2-40B4-BE49-F238E27FC236}">
                <a16:creationId xmlns:a16="http://schemas.microsoft.com/office/drawing/2014/main" id="{AA75F3CF-EEE6-869D-15A6-6F7531E16CB9}"/>
              </a:ext>
            </a:extLst>
          </p:cNvPr>
          <p:cNvSpPr/>
          <p:nvPr userDrawn="1"/>
        </p:nvSpPr>
        <p:spPr>
          <a:xfrm>
            <a:off x="0" y="0"/>
            <a:ext cx="121768" cy="1959429"/>
          </a:xfrm>
          <a:custGeom>
            <a:avLst/>
            <a:gdLst>
              <a:gd name="connsiteX0" fmla="*/ 0 w 190722"/>
              <a:gd name="connsiteY0" fmla="*/ 0 h 3068991"/>
              <a:gd name="connsiteX1" fmla="*/ 0 w 190722"/>
              <a:gd name="connsiteY1" fmla="*/ 3068992 h 3068991"/>
              <a:gd name="connsiteX2" fmla="*/ 190722 w 190722"/>
              <a:gd name="connsiteY2" fmla="*/ 2669273 h 3068991"/>
              <a:gd name="connsiteX3" fmla="*/ 0 w 190722"/>
              <a:gd name="connsiteY3" fmla="*/ 0 h 306899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90722" h="3068991">
                <a:moveTo>
                  <a:pt x="0" y="0"/>
                </a:moveTo>
                <a:lnTo>
                  <a:pt x="0" y="3068992"/>
                </a:lnTo>
                <a:cubicBezTo>
                  <a:pt x="63644" y="2935822"/>
                  <a:pt x="127078" y="2802442"/>
                  <a:pt x="190722" y="2669273"/>
                </a:cubicBezTo>
                <a:cubicBezTo>
                  <a:pt x="127078" y="1779515"/>
                  <a:pt x="63644" y="889758"/>
                  <a:pt x="0" y="0"/>
                </a:cubicBezTo>
                <a:close/>
              </a:path>
            </a:pathLst>
          </a:custGeom>
          <a:gradFill>
            <a:gsLst>
              <a:gs pos="0">
                <a:srgbClr val="7161E2"/>
              </a:gs>
              <a:gs pos="100000">
                <a:srgbClr val="E3056C"/>
              </a:gs>
              <a:gs pos="100000">
                <a:schemeClr val="accent3">
                  <a:lumMod val="60000"/>
                  <a:lumOff val="40000"/>
                </a:schemeClr>
              </a:gs>
            </a:gsLst>
            <a:lin ang="16200000" scaled="1"/>
          </a:gradFill>
          <a:ln w="20108" cap="flat">
            <a:noFill/>
            <a:prstDash val="solid"/>
            <a:miter/>
          </a:ln>
        </p:spPr>
        <p:txBody>
          <a:bodyPr rtlCol="0" anchor="ctr"/>
          <a:lstStyle/>
          <a:p>
            <a:endParaRPr lang="en-US" b="0" i="0">
              <a:latin typeface="Aptos" panose="020B0004020202020204" pitchFamily="34" charset="0"/>
            </a:endParaRPr>
          </a:p>
        </p:txBody>
      </p:sp>
      <p:sp>
        <p:nvSpPr>
          <p:cNvPr id="38" name="Graphic 26">
            <a:extLst>
              <a:ext uri="{FF2B5EF4-FFF2-40B4-BE49-F238E27FC236}">
                <a16:creationId xmlns:a16="http://schemas.microsoft.com/office/drawing/2014/main" id="{8A1AF0F9-8322-32EB-CF9F-EBF925FA9871}"/>
              </a:ext>
            </a:extLst>
          </p:cNvPr>
          <p:cNvSpPr/>
          <p:nvPr userDrawn="1"/>
        </p:nvSpPr>
        <p:spPr>
          <a:xfrm>
            <a:off x="12070232" y="5008131"/>
            <a:ext cx="121768" cy="1959429"/>
          </a:xfrm>
          <a:custGeom>
            <a:avLst/>
            <a:gdLst>
              <a:gd name="connsiteX0" fmla="*/ 190722 w 190722"/>
              <a:gd name="connsiteY0" fmla="*/ 3068992 h 3068991"/>
              <a:gd name="connsiteX1" fmla="*/ 190722 w 190722"/>
              <a:gd name="connsiteY1" fmla="*/ 0 h 3068991"/>
              <a:gd name="connsiteX2" fmla="*/ 0 w 190722"/>
              <a:gd name="connsiteY2" fmla="*/ 399719 h 3068991"/>
              <a:gd name="connsiteX3" fmla="*/ 190722 w 190722"/>
              <a:gd name="connsiteY3" fmla="*/ 3068992 h 306899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90722" h="3068991">
                <a:moveTo>
                  <a:pt x="190722" y="3068992"/>
                </a:moveTo>
                <a:lnTo>
                  <a:pt x="190722" y="0"/>
                </a:lnTo>
                <a:cubicBezTo>
                  <a:pt x="127078" y="133170"/>
                  <a:pt x="63644" y="266549"/>
                  <a:pt x="0" y="399719"/>
                </a:cubicBezTo>
                <a:cubicBezTo>
                  <a:pt x="63644" y="1289476"/>
                  <a:pt x="127078" y="2179234"/>
                  <a:pt x="190722" y="3068992"/>
                </a:cubicBezTo>
                <a:close/>
              </a:path>
            </a:pathLst>
          </a:custGeom>
          <a:gradFill flip="none" rotWithShape="1">
            <a:gsLst>
              <a:gs pos="0">
                <a:srgbClr val="7161E2"/>
              </a:gs>
              <a:gs pos="100000">
                <a:srgbClr val="E3056C"/>
              </a:gs>
              <a:gs pos="100000">
                <a:schemeClr val="accent3">
                  <a:lumMod val="60000"/>
                  <a:lumOff val="40000"/>
                </a:schemeClr>
              </a:gs>
            </a:gsLst>
            <a:lin ang="5400000" scaled="1"/>
            <a:tileRect/>
          </a:gradFill>
          <a:ln w="20108" cap="flat">
            <a:noFill/>
            <a:prstDash val="solid"/>
            <a:miter/>
          </a:ln>
        </p:spPr>
        <p:txBody>
          <a:bodyPr rtlCol="0" anchor="ctr"/>
          <a:lstStyle/>
          <a:p>
            <a:endParaRPr lang="en-US" b="0" i="0">
              <a:latin typeface="Aptos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18338061"/>
      </p:ext>
    </p:extLst>
  </p:cSld>
  <p:clrMapOvr>
    <a:masterClrMapping/>
  </p:clrMapOvr>
  <p:transition spd="med"/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ure black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216448433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transition spd="med"/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userDrawn="1">
  <p:cSld name="Title BLACK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 descr="ph_title">
            <a:extLst>
              <a:ext uri="{FF2B5EF4-FFF2-40B4-BE49-F238E27FC236}">
                <a16:creationId xmlns:a16="http://schemas.microsoft.com/office/drawing/2014/main" id="{F2156418-9B91-0A3B-C2C9-EDC6E679B57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01650" y="513567"/>
            <a:ext cx="10642830" cy="2823358"/>
          </a:xfrm>
          <a:prstGeom prst="rect">
            <a:avLst/>
          </a:prstGeom>
        </p:spPr>
        <p:txBody>
          <a:bodyPr anchor="b">
            <a:noAutofit/>
          </a:bodyPr>
          <a:lstStyle>
            <a:lvl1pPr algn="l">
              <a:defRPr sz="4800" b="0" i="0">
                <a:solidFill>
                  <a:schemeClr val="bg1"/>
                </a:solidFill>
                <a:latin typeface="PP Neue Machina Plain" pitchFamily="2" charset="77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 descr="ph_subtitle">
            <a:extLst>
              <a:ext uri="{FF2B5EF4-FFF2-40B4-BE49-F238E27FC236}">
                <a16:creationId xmlns:a16="http://schemas.microsoft.com/office/drawing/2014/main" id="{16502C2A-CFCA-9D76-87CA-E72B0507C89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01649" y="3429000"/>
            <a:ext cx="10642831" cy="1655762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l">
              <a:buNone/>
              <a:defRPr sz="2400" b="0" i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586102AD-CBA8-BCC0-08F5-A309A1343F6B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70996" y="264552"/>
            <a:ext cx="2401377" cy="902226"/>
          </a:xfrm>
          <a:prstGeom prst="rect">
            <a:avLst/>
          </a:prstGeom>
        </p:spPr>
      </p:pic>
      <p:sp>
        <p:nvSpPr>
          <p:cNvPr id="8" name="Text Placeholder 4" descr="ph_body">
            <a:extLst>
              <a:ext uri="{FF2B5EF4-FFF2-40B4-BE49-F238E27FC236}">
                <a16:creationId xmlns:a16="http://schemas.microsoft.com/office/drawing/2014/main" id="{E12B2A4C-F3BE-C21A-6BD9-9D3AA5A27EA9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01650" y="5928527"/>
            <a:ext cx="5594350" cy="259548"/>
          </a:xfrm>
          <a:prstGeom prst="rect">
            <a:avLst/>
          </a:prstGeom>
        </p:spPr>
        <p:txBody>
          <a:bodyPr anchor="b">
            <a:noAutofit/>
          </a:bodyPr>
          <a:lstStyle>
            <a:lvl1pPr marL="0" indent="0">
              <a:buNone/>
              <a:defRPr sz="1800" b="0" i="0">
                <a:solidFill>
                  <a:schemeClr val="bg1"/>
                </a:solidFill>
                <a:latin typeface="PP Neue Machina Plain" pitchFamily="2" charset="77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675722051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390369277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Only Title"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 descr="ph_title">
            <a:extLst>
              <a:ext uri="{FF2B5EF4-FFF2-40B4-BE49-F238E27FC236}">
                <a16:creationId xmlns:a16="http://schemas.microsoft.com/office/drawing/2014/main" id="{37492662-CDB7-0D2F-E428-AED45F92F02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5936" y="394087"/>
            <a:ext cx="10668000" cy="965200"/>
          </a:xfrm>
        </p:spPr>
        <p:txBody>
          <a:bodyPr>
            <a:noAutofit/>
          </a:bodyPr>
          <a:lstStyle/>
          <a:p>
            <a:r>
              <a:rPr lang="en-US"/>
              <a:t>Click To Edit Master Title Style</a:t>
            </a:r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4081568672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Only Title - Dar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 descr="ph_title">
            <a:extLst>
              <a:ext uri="{FF2B5EF4-FFF2-40B4-BE49-F238E27FC236}">
                <a16:creationId xmlns:a16="http://schemas.microsoft.com/office/drawing/2014/main" id="{37492662-CDB7-0D2F-E428-AED45F92F02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5936" y="394087"/>
            <a:ext cx="10668000" cy="965200"/>
          </a:xfrm>
        </p:spPr>
        <p:txBody>
          <a:bodyPr>
            <a:noAutofit/>
          </a:bodyPr>
          <a:lstStyle/>
          <a:p>
            <a:r>
              <a:rPr lang="en-US"/>
              <a:t>Click To Edit Master Title Style</a:t>
            </a:r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424278478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Only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 descr="ph_title">
            <a:extLst>
              <a:ext uri="{FF2B5EF4-FFF2-40B4-BE49-F238E27FC236}">
                <a16:creationId xmlns:a16="http://schemas.microsoft.com/office/drawing/2014/main" id="{37492662-CDB7-0D2F-E428-AED45F92F02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5936" y="394087"/>
            <a:ext cx="10668000" cy="965200"/>
          </a:xfrm>
        </p:spPr>
        <p:txBody>
          <a:bodyPr>
            <a:noAutofit/>
          </a:bodyPr>
          <a:lstStyle/>
          <a:p>
            <a:r>
              <a:rPr lang="en-US"/>
              <a:t>Click To Edit Master Title Style</a:t>
            </a:r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842776010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MTH Statement - Dark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9" descr="ph_body">
            <a:extLst>
              <a:ext uri="{FF2B5EF4-FFF2-40B4-BE49-F238E27FC236}">
                <a16:creationId xmlns:a16="http://schemas.microsoft.com/office/drawing/2014/main" id="{A7F0B325-274F-9A79-E2B9-D4900128CEAD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382963" y="2428874"/>
            <a:ext cx="7627938" cy="3160713"/>
          </a:xfrm>
          <a:prstGeom prst="rect">
            <a:avLst/>
          </a:prstGeom>
        </p:spPr>
        <p:txBody>
          <a:bodyPr anchor="ctr"/>
          <a:lstStyle>
            <a:lvl1pPr marL="0" indent="0">
              <a:buNone/>
              <a:defRPr sz="4500" b="0" i="0">
                <a:solidFill>
                  <a:schemeClr val="bg1"/>
                </a:solidFill>
                <a:latin typeface="PP Neue Machina Plain" pitchFamily="2" charset="77"/>
                <a:cs typeface="Arial" panose="020B0604020202020204" pitchFamily="34" charset="0"/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pic>
        <p:nvPicPr>
          <p:cNvPr id="5" name="Picture 4" descr="Logo&#10;&#10;Description automatically generated">
            <a:extLst>
              <a:ext uri="{FF2B5EF4-FFF2-40B4-BE49-F238E27FC236}">
                <a16:creationId xmlns:a16="http://schemas.microsoft.com/office/drawing/2014/main" id="{2FCB8B5F-11AF-C85A-FD8A-5DA39C05462E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-523875" y="-742950"/>
            <a:ext cx="6734175" cy="37879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60620927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oilerPlate - L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20C98451-5990-C44E-5DCE-3E236536D33D}"/>
              </a:ext>
            </a:extLst>
          </p:cNvPr>
          <p:cNvSpPr/>
          <p:nvPr userDrawn="1"/>
        </p:nvSpPr>
        <p:spPr>
          <a:xfrm>
            <a:off x="0" y="6381750"/>
            <a:ext cx="11807208" cy="459082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Aptos" panose="020B0004020202020204" pitchFamily="34" charset="0"/>
            </a:endParaRPr>
          </a:p>
        </p:txBody>
      </p:sp>
      <p:sp>
        <p:nvSpPr>
          <p:cNvPr id="4" name="Text Placeholder 9" descr="ph_body">
            <a:extLst>
              <a:ext uri="{FF2B5EF4-FFF2-40B4-BE49-F238E27FC236}">
                <a16:creationId xmlns:a16="http://schemas.microsoft.com/office/drawing/2014/main" id="{FC065D4E-EDEC-427C-B991-4C6422332EA7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48954" y="1803585"/>
            <a:ext cx="5647046" cy="2019172"/>
          </a:xfrm>
          <a:prstGeom prst="rect">
            <a:avLst/>
          </a:prstGeom>
        </p:spPr>
        <p:txBody>
          <a:bodyPr anchor="ctr"/>
          <a:lstStyle>
            <a:lvl1pPr marL="0" indent="0" algn="l">
              <a:buNone/>
              <a:defRPr sz="4500" b="0" i="0">
                <a:solidFill>
                  <a:schemeClr val="tx1"/>
                </a:solidFill>
                <a:latin typeface="PP Neue Machina Plain" pitchFamily="2" charset="77"/>
                <a:cs typeface="Arial" panose="020B0604020202020204" pitchFamily="34" charset="0"/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BC924A56-70EA-D7A2-13B4-B30E7DA931C6}"/>
              </a:ext>
            </a:extLst>
          </p:cNvPr>
          <p:cNvSpPr txBox="1"/>
          <p:nvPr userDrawn="1"/>
        </p:nvSpPr>
        <p:spPr>
          <a:xfrm>
            <a:off x="384792" y="6287824"/>
            <a:ext cx="602340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0" i="0">
                <a:solidFill>
                  <a:schemeClr val="tx1"/>
                </a:solidFill>
                <a:effectLst/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Copyright © 2025 Ascendion. All Rights Reserved.</a:t>
            </a:r>
            <a:endParaRPr lang="en-US" sz="1400" b="0" i="0">
              <a:solidFill>
                <a:schemeClr val="tx1"/>
              </a:solidFill>
              <a:latin typeface="Verdana" panose="020B0604030504040204" pitchFamily="34" charset="0"/>
              <a:ea typeface="Verdana" panose="020B0604030504040204" pitchFamily="34" charset="0"/>
              <a:cs typeface="Verdana" panose="020B0604030504040204" pitchFamily="34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C348A15-DDEE-E2BA-99E5-7B917E787DFB}"/>
              </a:ext>
            </a:extLst>
          </p:cNvPr>
          <p:cNvSpPr txBox="1"/>
          <p:nvPr userDrawn="1"/>
        </p:nvSpPr>
        <p:spPr>
          <a:xfrm>
            <a:off x="384792" y="4970877"/>
            <a:ext cx="602340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0" i="0" err="1">
                <a:solidFill>
                  <a:schemeClr val="tx1"/>
                </a:solidFill>
                <a:effectLst/>
                <a:latin typeface="PP Neue Machina Plain" pitchFamily="2" charset="77"/>
              </a:rPr>
              <a:t>ascendion.com</a:t>
            </a:r>
            <a:endParaRPr lang="en-US" sz="2000" b="0" i="0">
              <a:solidFill>
                <a:schemeClr val="tx1"/>
              </a:solidFill>
              <a:latin typeface="PP Neue Machina Plain" pitchFamily="2" charset="77"/>
            </a:endParaRPr>
          </a:p>
        </p:txBody>
      </p:sp>
      <p:pic>
        <p:nvPicPr>
          <p:cNvPr id="17" name="Picture 17">
            <a:hlinkClick r:id="rId2"/>
            <a:extLst>
              <a:ext uri="{FF2B5EF4-FFF2-40B4-BE49-F238E27FC236}">
                <a16:creationId xmlns:a16="http://schemas.microsoft.com/office/drawing/2014/main" id="{E2C1606F-8517-4E8C-F7D8-61592F8E60BF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3">
            <a:duotone>
              <a:prstClr val="black"/>
              <a:schemeClr val="tx2">
                <a:tint val="45000"/>
                <a:satMod val="400000"/>
              </a:schemeClr>
            </a:duotone>
            <a:lum bright="-40000" contrast="-40000"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1101678" y="5609904"/>
            <a:ext cx="419100" cy="4191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8" name="Picture 18">
            <a:hlinkClick r:id="rId4"/>
            <a:extLst>
              <a:ext uri="{FF2B5EF4-FFF2-40B4-BE49-F238E27FC236}">
                <a16:creationId xmlns:a16="http://schemas.microsoft.com/office/drawing/2014/main" id="{E24421AE-571C-3A99-23B6-429987C0D56A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5">
            <a:duotone>
              <a:prstClr val="black"/>
              <a:schemeClr val="tx2">
                <a:tint val="45000"/>
                <a:satMod val="400000"/>
              </a:schemeClr>
            </a:duotone>
            <a:lum bright="-40000" contrast="-40000"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1754402" y="5609904"/>
            <a:ext cx="419100" cy="4191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9" name="Picture 13">
            <a:hlinkClick r:id="rId6"/>
            <a:extLst>
              <a:ext uri="{FF2B5EF4-FFF2-40B4-BE49-F238E27FC236}">
                <a16:creationId xmlns:a16="http://schemas.microsoft.com/office/drawing/2014/main" id="{B7A99244-806E-977D-04AA-556DB0FDFCAD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7">
            <a:duotone>
              <a:prstClr val="black"/>
              <a:schemeClr val="tx2">
                <a:tint val="45000"/>
                <a:satMod val="400000"/>
              </a:schemeClr>
            </a:duotone>
            <a:lum bright="-40000" contrast="-40000"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448954" y="5609904"/>
            <a:ext cx="419100" cy="4191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Picture 5" descr="A person jumping in the air with an umbrella&#10;&#10;Description automatically generated">
            <a:extLst>
              <a:ext uri="{FF2B5EF4-FFF2-40B4-BE49-F238E27FC236}">
                <a16:creationId xmlns:a16="http://schemas.microsoft.com/office/drawing/2014/main" id="{D2773828-7EE1-02F7-CC18-DE5B20293CBE}"/>
              </a:ext>
            </a:extLst>
          </p:cNvPr>
          <p:cNvPicPr>
            <a:picLocks noChangeAspect="1"/>
          </p:cNvPicPr>
          <p:nvPr userDrawn="1"/>
        </p:nvPicPr>
        <p:blipFill>
          <a:blip r:embed="rId8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329624" y="682846"/>
            <a:ext cx="5326876" cy="54923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50169718"/>
      </p:ext>
    </p:extLst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oilerPlate - Dark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C8AF3F13-6644-8411-E482-C0FF8712ED74}"/>
              </a:ext>
            </a:extLst>
          </p:cNvPr>
          <p:cNvSpPr/>
          <p:nvPr userDrawn="1"/>
        </p:nvSpPr>
        <p:spPr>
          <a:xfrm>
            <a:off x="0" y="6381750"/>
            <a:ext cx="11807208" cy="459082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Aptos" panose="020B0004020202020204" pitchFamily="34" charset="0"/>
            </a:endParaRPr>
          </a:p>
        </p:txBody>
      </p:sp>
      <p:pic>
        <p:nvPicPr>
          <p:cNvPr id="10" name="Picture 17">
            <a:hlinkClick r:id="rId2"/>
            <a:extLst>
              <a:ext uri="{FF2B5EF4-FFF2-40B4-BE49-F238E27FC236}">
                <a16:creationId xmlns:a16="http://schemas.microsoft.com/office/drawing/2014/main" id="{16BFEDB8-932E-BC5F-6BE9-960E80D11A8E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1164803" y="5613041"/>
            <a:ext cx="419100" cy="4191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" name="Picture 18">
            <a:hlinkClick r:id="rId4"/>
            <a:extLst>
              <a:ext uri="{FF2B5EF4-FFF2-40B4-BE49-F238E27FC236}">
                <a16:creationId xmlns:a16="http://schemas.microsoft.com/office/drawing/2014/main" id="{428B4B88-8FFE-F941-BC83-1DA3C0965230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5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1836960" y="5623493"/>
            <a:ext cx="419100" cy="4191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2" name="Picture 13">
            <a:hlinkClick r:id="rId6"/>
            <a:extLst>
              <a:ext uri="{FF2B5EF4-FFF2-40B4-BE49-F238E27FC236}">
                <a16:creationId xmlns:a16="http://schemas.microsoft.com/office/drawing/2014/main" id="{7597A80A-DE1F-6D7F-7228-3EE9A798597E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7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495300" y="5623493"/>
            <a:ext cx="419100" cy="4191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2" name="TextBox 21">
            <a:extLst>
              <a:ext uri="{FF2B5EF4-FFF2-40B4-BE49-F238E27FC236}">
                <a16:creationId xmlns:a16="http://schemas.microsoft.com/office/drawing/2014/main" id="{972B4EA3-7C98-73B5-DC4B-A5518652E0DD}"/>
              </a:ext>
            </a:extLst>
          </p:cNvPr>
          <p:cNvSpPr txBox="1"/>
          <p:nvPr userDrawn="1"/>
        </p:nvSpPr>
        <p:spPr>
          <a:xfrm>
            <a:off x="384792" y="6287824"/>
            <a:ext cx="602340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0" i="0">
                <a:solidFill>
                  <a:schemeClr val="tx1"/>
                </a:solidFill>
                <a:effectLst/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Copyright © 2025 Ascendion. All Rights Reserved.</a:t>
            </a:r>
            <a:endParaRPr lang="en-US" sz="1400" b="0" i="0">
              <a:solidFill>
                <a:schemeClr val="tx1"/>
              </a:solidFill>
              <a:latin typeface="Verdana" panose="020B0604030504040204" pitchFamily="34" charset="0"/>
              <a:ea typeface="Verdana" panose="020B0604030504040204" pitchFamily="34" charset="0"/>
              <a:cs typeface="Verdana" panose="020B0604030504040204" pitchFamily="34" charset="0"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53F2E07A-B41B-F808-72B4-AD45F6B3E9E6}"/>
              </a:ext>
            </a:extLst>
          </p:cNvPr>
          <p:cNvSpPr txBox="1"/>
          <p:nvPr userDrawn="1"/>
        </p:nvSpPr>
        <p:spPr>
          <a:xfrm>
            <a:off x="384792" y="4970877"/>
            <a:ext cx="602340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0" i="0" err="1">
                <a:solidFill>
                  <a:schemeClr val="tx1"/>
                </a:solidFill>
                <a:effectLst/>
                <a:latin typeface="PP Neue Machina Plain" pitchFamily="2" charset="77"/>
              </a:rPr>
              <a:t>ascendion.com</a:t>
            </a:r>
            <a:endParaRPr lang="en-US" sz="2000" b="0" i="0">
              <a:solidFill>
                <a:schemeClr val="tx1"/>
              </a:solidFill>
              <a:latin typeface="PP Neue Machina Plain" pitchFamily="2" charset="77"/>
            </a:endParaRPr>
          </a:p>
        </p:txBody>
      </p:sp>
      <p:pic>
        <p:nvPicPr>
          <p:cNvPr id="5" name="Picture 4" descr="A person jumping in the air with an umbrella&#10;&#10;Description automatically generated">
            <a:extLst>
              <a:ext uri="{FF2B5EF4-FFF2-40B4-BE49-F238E27FC236}">
                <a16:creationId xmlns:a16="http://schemas.microsoft.com/office/drawing/2014/main" id="{8719FF3F-B5D4-26B1-CF91-D2A914D626AC}"/>
              </a:ext>
            </a:extLst>
          </p:cNvPr>
          <p:cNvPicPr>
            <a:picLocks noChangeAspect="1"/>
          </p:cNvPicPr>
          <p:nvPr userDrawn="1"/>
        </p:nvPicPr>
        <p:blipFill>
          <a:blip r:embed="rId8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329624" y="682846"/>
            <a:ext cx="5326876" cy="5492307"/>
          </a:xfrm>
          <a:prstGeom prst="rect">
            <a:avLst/>
          </a:prstGeom>
        </p:spPr>
      </p:pic>
      <p:sp>
        <p:nvSpPr>
          <p:cNvPr id="6" name="Text Placeholder 9" descr="ph_body">
            <a:extLst>
              <a:ext uri="{FF2B5EF4-FFF2-40B4-BE49-F238E27FC236}">
                <a16:creationId xmlns:a16="http://schemas.microsoft.com/office/drawing/2014/main" id="{6AA5DFB2-7C97-4484-9ABC-6C9CB40C9966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48954" y="1803585"/>
            <a:ext cx="5647046" cy="2019172"/>
          </a:xfrm>
          <a:prstGeom prst="rect">
            <a:avLst/>
          </a:prstGeom>
        </p:spPr>
        <p:txBody>
          <a:bodyPr anchor="ctr"/>
          <a:lstStyle>
            <a:lvl1pPr marL="0" indent="0" algn="l">
              <a:buNone/>
              <a:defRPr sz="4500" b="0" i="0">
                <a:solidFill>
                  <a:schemeClr val="tx1"/>
                </a:solidFill>
                <a:latin typeface="PP Neue Machina Plain" pitchFamily="2" charset="77"/>
                <a:cs typeface="Arial" panose="020B0604020202020204" pitchFamily="34" charset="0"/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743043213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hree content with Imag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55647041-080A-5891-BC5C-1E84522472FB}"/>
              </a:ext>
            </a:extLst>
          </p:cNvPr>
          <p:cNvSpPr/>
          <p:nvPr userDrawn="1"/>
        </p:nvSpPr>
        <p:spPr>
          <a:xfrm>
            <a:off x="0" y="1683026"/>
            <a:ext cx="12192000" cy="4797287"/>
          </a:xfrm>
          <a:prstGeom prst="rect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Aptos" panose="020B0004020202020204" pitchFamily="34" charset="0"/>
            </a:endParaRPr>
          </a:p>
        </p:txBody>
      </p:sp>
      <p:sp>
        <p:nvSpPr>
          <p:cNvPr id="8" name="Title Placeholder 1" descr="ph_title">
            <a:extLst>
              <a:ext uri="{FF2B5EF4-FFF2-40B4-BE49-F238E27FC236}">
                <a16:creationId xmlns:a16="http://schemas.microsoft.com/office/drawing/2014/main" id="{1D241DD7-699E-CE2D-3902-E0A9DDC26EB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5938" y="522809"/>
            <a:ext cx="10392207" cy="948349"/>
          </a:xfrm>
          <a:prstGeom prst="rect">
            <a:avLst/>
          </a:prstGeom>
        </p:spPr>
        <p:txBody>
          <a:bodyPr vert="horz" lIns="0" tIns="0" rIns="0" bIns="0" rtlCol="0" anchor="t">
            <a:normAutofit/>
          </a:bodyPr>
          <a:lstStyle>
            <a:lvl1pPr>
              <a:defRPr b="0" i="0">
                <a:latin typeface="PP Neue Machina Plain" pitchFamily="2" charset="77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2" name="Content Placeholder 2" descr="ph_col1">
            <a:extLst>
              <a:ext uri="{FF2B5EF4-FFF2-40B4-BE49-F238E27FC236}">
                <a16:creationId xmlns:a16="http://schemas.microsoft.com/office/drawing/2014/main" id="{FDD3FDA0-BC1E-5BAD-0BC2-6A0786A219D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336305" y="3560130"/>
            <a:ext cx="3503586" cy="2644775"/>
          </a:xfrm>
          <a:prstGeom prst="rect">
            <a:avLst/>
          </a:prstGeom>
        </p:spPr>
        <p:txBody>
          <a:bodyPr>
            <a:normAutofit/>
          </a:bodyPr>
          <a:lstStyle>
            <a:lvl1pPr marL="285750" indent="-285750">
              <a:buFont typeface="Arial" panose="020B0604020202020204" pitchFamily="34" charset="0"/>
              <a:buChar char="•"/>
              <a:defRPr b="0" i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 marL="742950" indent="-285750">
              <a:buFont typeface="Arial" panose="020B0604020202020204" pitchFamily="34" charset="0"/>
              <a:buChar char="•"/>
              <a:defRPr b="0" i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2pPr>
            <a:lvl3pPr marL="1200150" indent="-285750">
              <a:buFont typeface="Arial" panose="020B0604020202020204" pitchFamily="34" charset="0"/>
              <a:buChar char="•"/>
              <a:defRPr b="0" i="0">
                <a:solidFill>
                  <a:schemeClr val="bg1"/>
                </a:solidFill>
                <a:latin typeface="Avenir LT 45 Book" panose="020B0503020000020003" pitchFamily="34" charset="0"/>
                <a:cs typeface="Arial" panose="020B0604020202020204" pitchFamily="34" charset="0"/>
              </a:defRPr>
            </a:lvl3pPr>
            <a:lvl4pPr marL="1371600" indent="0">
              <a:buNone/>
              <a:defRPr b="0" i="0">
                <a:latin typeface="Avenir LT 45 Book" panose="020B0503020000020003" pitchFamily="34" charset="0"/>
                <a:cs typeface="Arial" panose="020B0604020202020204" pitchFamily="34" charset="0"/>
              </a:defRPr>
            </a:lvl4pPr>
            <a:lvl5pPr marL="1828800" indent="0">
              <a:buNone/>
              <a:defRPr b="0" i="0">
                <a:latin typeface="Avenir LT 45 Book" panose="020B0503020000020003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4" name="Content Placeholder 3" descr="ph_col2">
            <a:extLst>
              <a:ext uri="{FF2B5EF4-FFF2-40B4-BE49-F238E27FC236}">
                <a16:creationId xmlns:a16="http://schemas.microsoft.com/office/drawing/2014/main" id="{883EF872-CADA-4305-48D8-E5D0AE68A62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344718" y="3543299"/>
            <a:ext cx="3502563" cy="2644776"/>
          </a:xfrm>
          <a:prstGeom prst="rect">
            <a:avLst/>
          </a:prstGeom>
        </p:spPr>
        <p:txBody>
          <a:bodyPr>
            <a:normAutofit/>
          </a:bodyPr>
          <a:lstStyle>
            <a:lvl1pPr marL="285750" indent="-285750">
              <a:buFont typeface="Arial" panose="020B0604020202020204" pitchFamily="34" charset="0"/>
              <a:buChar char="•"/>
              <a:defRPr b="0" i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 marL="742950" indent="-285750">
              <a:buFont typeface="Arial" panose="020B0604020202020204" pitchFamily="34" charset="0"/>
              <a:buChar char="•"/>
              <a:defRPr b="0" i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2pPr>
            <a:lvl3pPr marL="1200150" indent="-285750">
              <a:buFont typeface="Arial" panose="020B0604020202020204" pitchFamily="34" charset="0"/>
              <a:buChar char="•"/>
              <a:defRPr b="0" i="0">
                <a:solidFill>
                  <a:schemeClr val="bg1"/>
                </a:solidFill>
                <a:latin typeface="Avenir LT 45 Book" panose="020B0503020000020003" pitchFamily="34" charset="0"/>
                <a:cs typeface="Arial" panose="020B0604020202020204" pitchFamily="34" charset="0"/>
              </a:defRPr>
            </a:lvl3pPr>
            <a:lvl4pPr marL="1371600" indent="0">
              <a:buNone/>
              <a:defRPr b="0" i="0">
                <a:latin typeface="Avenir LT 45 Book" panose="020B0503020000020003" pitchFamily="34" charset="0"/>
                <a:cs typeface="Arial" panose="020B0604020202020204" pitchFamily="34" charset="0"/>
              </a:defRPr>
            </a:lvl4pPr>
            <a:lvl5pPr marL="1828800" indent="0">
              <a:buNone/>
              <a:defRPr b="0" i="0">
                <a:latin typeface="Avenir LT 45 Book" panose="020B0503020000020003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5" name="Content Placeholder 3" descr="ph_col3">
            <a:extLst>
              <a:ext uri="{FF2B5EF4-FFF2-40B4-BE49-F238E27FC236}">
                <a16:creationId xmlns:a16="http://schemas.microsoft.com/office/drawing/2014/main" id="{76FACBDB-927C-FD70-4B48-AA8F12DF1F52}"/>
              </a:ext>
            </a:extLst>
          </p:cNvPr>
          <p:cNvSpPr>
            <a:spLocks noGrp="1"/>
          </p:cNvSpPr>
          <p:nvPr>
            <p:ph sz="half" idx="15"/>
          </p:nvPr>
        </p:nvSpPr>
        <p:spPr>
          <a:xfrm>
            <a:off x="8353132" y="3560129"/>
            <a:ext cx="3502563" cy="2644776"/>
          </a:xfrm>
          <a:prstGeom prst="rect">
            <a:avLst/>
          </a:prstGeom>
        </p:spPr>
        <p:txBody>
          <a:bodyPr>
            <a:normAutofit/>
          </a:bodyPr>
          <a:lstStyle>
            <a:lvl1pPr marL="285750" indent="-285750">
              <a:buFont typeface="Arial" panose="020B0604020202020204" pitchFamily="34" charset="0"/>
              <a:buChar char="•"/>
              <a:defRPr b="0" i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 marL="742950" indent="-285750">
              <a:buFont typeface="Arial" panose="020B0604020202020204" pitchFamily="34" charset="0"/>
              <a:buChar char="•"/>
              <a:defRPr b="0" i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2pPr>
            <a:lvl3pPr marL="1200150" indent="-285750">
              <a:buFont typeface="Arial" panose="020B0604020202020204" pitchFamily="34" charset="0"/>
              <a:buChar char="•"/>
              <a:defRPr b="0" i="0">
                <a:solidFill>
                  <a:schemeClr val="bg1"/>
                </a:solidFill>
                <a:latin typeface="Avenir LT 45 Book" panose="020B0503020000020003" pitchFamily="34" charset="0"/>
                <a:cs typeface="Arial" panose="020B0604020202020204" pitchFamily="34" charset="0"/>
              </a:defRPr>
            </a:lvl3pPr>
            <a:lvl4pPr marL="1371600" indent="0">
              <a:buNone/>
              <a:defRPr b="0" i="0">
                <a:latin typeface="Avenir LT 45 Book" panose="020B0503020000020003" pitchFamily="34" charset="0"/>
                <a:cs typeface="Arial" panose="020B0604020202020204" pitchFamily="34" charset="0"/>
              </a:defRPr>
            </a:lvl4pPr>
            <a:lvl5pPr marL="1828800" indent="0">
              <a:buNone/>
              <a:defRPr b="0" i="0">
                <a:latin typeface="Avenir LT 45 Book" panose="020B0503020000020003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3" name="Graphic 24">
            <a:extLst>
              <a:ext uri="{FF2B5EF4-FFF2-40B4-BE49-F238E27FC236}">
                <a16:creationId xmlns:a16="http://schemas.microsoft.com/office/drawing/2014/main" id="{425F875F-6D01-5287-8F67-1343E42648C7}"/>
              </a:ext>
            </a:extLst>
          </p:cNvPr>
          <p:cNvSpPr/>
          <p:nvPr userDrawn="1"/>
        </p:nvSpPr>
        <p:spPr>
          <a:xfrm>
            <a:off x="0" y="0"/>
            <a:ext cx="121768" cy="1959429"/>
          </a:xfrm>
          <a:custGeom>
            <a:avLst/>
            <a:gdLst>
              <a:gd name="connsiteX0" fmla="*/ 0 w 190722"/>
              <a:gd name="connsiteY0" fmla="*/ 0 h 3068991"/>
              <a:gd name="connsiteX1" fmla="*/ 0 w 190722"/>
              <a:gd name="connsiteY1" fmla="*/ 3068992 h 3068991"/>
              <a:gd name="connsiteX2" fmla="*/ 190722 w 190722"/>
              <a:gd name="connsiteY2" fmla="*/ 2669273 h 3068991"/>
              <a:gd name="connsiteX3" fmla="*/ 0 w 190722"/>
              <a:gd name="connsiteY3" fmla="*/ 0 h 306899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90722" h="3068991">
                <a:moveTo>
                  <a:pt x="0" y="0"/>
                </a:moveTo>
                <a:lnTo>
                  <a:pt x="0" y="3068992"/>
                </a:lnTo>
                <a:cubicBezTo>
                  <a:pt x="63644" y="2935822"/>
                  <a:pt x="127078" y="2802442"/>
                  <a:pt x="190722" y="2669273"/>
                </a:cubicBezTo>
                <a:cubicBezTo>
                  <a:pt x="127078" y="1779515"/>
                  <a:pt x="63644" y="889758"/>
                  <a:pt x="0" y="0"/>
                </a:cubicBezTo>
                <a:close/>
              </a:path>
            </a:pathLst>
          </a:custGeom>
          <a:gradFill flip="none" rotWithShape="1">
            <a:gsLst>
              <a:gs pos="0">
                <a:srgbClr val="7161E2"/>
              </a:gs>
              <a:gs pos="100000">
                <a:srgbClr val="E3056C"/>
              </a:gs>
              <a:gs pos="100000">
                <a:schemeClr val="accent3">
                  <a:lumMod val="60000"/>
                  <a:lumOff val="40000"/>
                </a:schemeClr>
              </a:gs>
            </a:gsLst>
            <a:lin ang="16200000" scaled="1"/>
            <a:tileRect/>
          </a:gradFill>
          <a:ln w="20108" cap="flat">
            <a:noFill/>
            <a:prstDash val="solid"/>
            <a:miter/>
          </a:ln>
        </p:spPr>
        <p:txBody>
          <a:bodyPr rtlCol="0" anchor="ctr"/>
          <a:lstStyle/>
          <a:p>
            <a:endParaRPr lang="en-US" b="0" i="0">
              <a:latin typeface="Aptos" panose="020B0004020202020204" pitchFamily="34" charset="0"/>
            </a:endParaRPr>
          </a:p>
        </p:txBody>
      </p:sp>
      <p:sp>
        <p:nvSpPr>
          <p:cNvPr id="7" name="Graphic 26">
            <a:extLst>
              <a:ext uri="{FF2B5EF4-FFF2-40B4-BE49-F238E27FC236}">
                <a16:creationId xmlns:a16="http://schemas.microsoft.com/office/drawing/2014/main" id="{7CD27549-E145-D03B-1AFB-558F51134A39}"/>
              </a:ext>
            </a:extLst>
          </p:cNvPr>
          <p:cNvSpPr/>
          <p:nvPr userDrawn="1"/>
        </p:nvSpPr>
        <p:spPr>
          <a:xfrm>
            <a:off x="12070232" y="5008131"/>
            <a:ext cx="121768" cy="1959429"/>
          </a:xfrm>
          <a:custGeom>
            <a:avLst/>
            <a:gdLst>
              <a:gd name="connsiteX0" fmla="*/ 190722 w 190722"/>
              <a:gd name="connsiteY0" fmla="*/ 3068992 h 3068991"/>
              <a:gd name="connsiteX1" fmla="*/ 190722 w 190722"/>
              <a:gd name="connsiteY1" fmla="*/ 0 h 3068991"/>
              <a:gd name="connsiteX2" fmla="*/ 0 w 190722"/>
              <a:gd name="connsiteY2" fmla="*/ 399719 h 3068991"/>
              <a:gd name="connsiteX3" fmla="*/ 190722 w 190722"/>
              <a:gd name="connsiteY3" fmla="*/ 3068992 h 306899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90722" h="3068991">
                <a:moveTo>
                  <a:pt x="190722" y="3068992"/>
                </a:moveTo>
                <a:lnTo>
                  <a:pt x="190722" y="0"/>
                </a:lnTo>
                <a:cubicBezTo>
                  <a:pt x="127078" y="133170"/>
                  <a:pt x="63644" y="266549"/>
                  <a:pt x="0" y="399719"/>
                </a:cubicBezTo>
                <a:cubicBezTo>
                  <a:pt x="63644" y="1289476"/>
                  <a:pt x="127078" y="2179234"/>
                  <a:pt x="190722" y="3068992"/>
                </a:cubicBezTo>
                <a:close/>
              </a:path>
            </a:pathLst>
          </a:custGeom>
          <a:gradFill>
            <a:gsLst>
              <a:gs pos="0">
                <a:srgbClr val="7161E2"/>
              </a:gs>
              <a:gs pos="100000">
                <a:srgbClr val="E3056C"/>
              </a:gs>
              <a:gs pos="100000">
                <a:schemeClr val="accent3">
                  <a:lumMod val="60000"/>
                  <a:lumOff val="40000"/>
                </a:schemeClr>
              </a:gs>
            </a:gsLst>
            <a:lin ang="5400000" scaled="1"/>
          </a:gradFill>
          <a:ln w="20108" cap="flat">
            <a:noFill/>
            <a:prstDash val="solid"/>
            <a:miter/>
          </a:ln>
        </p:spPr>
        <p:txBody>
          <a:bodyPr rtlCol="0" anchor="ctr"/>
          <a:lstStyle/>
          <a:p>
            <a:endParaRPr lang="en-US" b="0" i="0">
              <a:latin typeface="Aptos" panose="020B0004020202020204" pitchFamily="34" charset="0"/>
            </a:endParaRPr>
          </a:p>
        </p:txBody>
      </p:sp>
      <p:sp>
        <p:nvSpPr>
          <p:cNvPr id="18" name="Picture Placeholder 10" descr="ph_image_left">
            <a:extLst>
              <a:ext uri="{FF2B5EF4-FFF2-40B4-BE49-F238E27FC236}">
                <a16:creationId xmlns:a16="http://schemas.microsoft.com/office/drawing/2014/main" id="{6C5FB1CA-7436-BAE4-06DC-E110760AED3E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1283855" y="1306097"/>
            <a:ext cx="1416407" cy="1306664"/>
          </a:xfrm>
          <a:prstGeom prst="flowChartConnector">
            <a:avLst/>
          </a:prstGeom>
        </p:spPr>
        <p:txBody>
          <a:bodyPr/>
          <a:lstStyle>
            <a:lvl1pPr>
              <a:defRPr b="0" i="0">
                <a:latin typeface="Aptos" panose="020B0004020202020204" pitchFamily="34" charset="0"/>
              </a:defRPr>
            </a:lvl1pPr>
          </a:lstStyle>
          <a:p>
            <a:endParaRPr lang="en-US"/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1443D1A4-05C4-BD03-71A2-5618DA9E7F5A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8027026" y="2752726"/>
            <a:ext cx="104101" cy="3435348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70CF010A-B803-4225-C413-6CA687384BD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4026738" y="2752726"/>
            <a:ext cx="104101" cy="3435348"/>
          </a:xfrm>
          <a:prstGeom prst="rect">
            <a:avLst/>
          </a:prstGeom>
        </p:spPr>
      </p:pic>
      <p:sp>
        <p:nvSpPr>
          <p:cNvPr id="9" name="Picture Placeholder 10" descr="ph_image_center">
            <a:extLst>
              <a:ext uri="{FF2B5EF4-FFF2-40B4-BE49-F238E27FC236}">
                <a16:creationId xmlns:a16="http://schemas.microsoft.com/office/drawing/2014/main" id="{4DA4262F-8D3A-051F-CCA0-0733910362D3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5387795" y="1306097"/>
            <a:ext cx="1416407" cy="1306664"/>
          </a:xfrm>
          <a:prstGeom prst="flowChartConnector">
            <a:avLst/>
          </a:prstGeom>
        </p:spPr>
        <p:txBody>
          <a:bodyPr/>
          <a:lstStyle>
            <a:lvl1pPr>
              <a:defRPr b="0" i="0">
                <a:latin typeface="Aptos" panose="020B0004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10" name="Picture Placeholder 10" descr="ph_image_right">
            <a:extLst>
              <a:ext uri="{FF2B5EF4-FFF2-40B4-BE49-F238E27FC236}">
                <a16:creationId xmlns:a16="http://schemas.microsoft.com/office/drawing/2014/main" id="{34181C6A-17BF-643B-780B-060DE3FE6F92}"/>
              </a:ext>
            </a:extLst>
          </p:cNvPr>
          <p:cNvSpPr>
            <a:spLocks noGrp="1"/>
          </p:cNvSpPr>
          <p:nvPr>
            <p:ph type="pic" sz="quarter" idx="20"/>
          </p:nvPr>
        </p:nvSpPr>
        <p:spPr>
          <a:xfrm>
            <a:off x="9491735" y="1306097"/>
            <a:ext cx="1416407" cy="1306664"/>
          </a:xfrm>
          <a:prstGeom prst="flowChartConnector">
            <a:avLst/>
          </a:prstGeom>
        </p:spPr>
        <p:txBody>
          <a:bodyPr/>
          <a:lstStyle>
            <a:lvl1pPr>
              <a:defRPr b="0" i="0">
                <a:latin typeface="Aptos" panose="020B0004020202020204" pitchFamily="34" charset="0"/>
              </a:defRPr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80060731"/>
      </p:ext>
    </p:extLst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Header Only - Dark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 descr="ph_title">
            <a:extLst>
              <a:ext uri="{FF2B5EF4-FFF2-40B4-BE49-F238E27FC236}">
                <a16:creationId xmlns:a16="http://schemas.microsoft.com/office/drawing/2014/main" id="{1E6D5C5E-A17F-962C-C2C4-ED4C1F59033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5938" y="298692"/>
            <a:ext cx="11160122" cy="938437"/>
          </a:xfrm>
          <a:prstGeom prst="rect">
            <a:avLst/>
          </a:prstGeom>
        </p:spPr>
        <p:txBody>
          <a:bodyPr/>
          <a:lstStyle>
            <a:lvl1pPr>
              <a:defRPr b="0" i="0">
                <a:latin typeface="PP Neue Machina Plain" pitchFamily="2" charset="77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Graphic 24">
            <a:extLst>
              <a:ext uri="{FF2B5EF4-FFF2-40B4-BE49-F238E27FC236}">
                <a16:creationId xmlns:a16="http://schemas.microsoft.com/office/drawing/2014/main" id="{0B3F400E-4375-700E-8DA3-EA3F9D6E5FE6}"/>
              </a:ext>
            </a:extLst>
          </p:cNvPr>
          <p:cNvSpPr/>
          <p:nvPr userDrawn="1"/>
        </p:nvSpPr>
        <p:spPr>
          <a:xfrm>
            <a:off x="0" y="0"/>
            <a:ext cx="121768" cy="1959429"/>
          </a:xfrm>
          <a:custGeom>
            <a:avLst/>
            <a:gdLst>
              <a:gd name="connsiteX0" fmla="*/ 0 w 190722"/>
              <a:gd name="connsiteY0" fmla="*/ 0 h 3068991"/>
              <a:gd name="connsiteX1" fmla="*/ 0 w 190722"/>
              <a:gd name="connsiteY1" fmla="*/ 3068992 h 3068991"/>
              <a:gd name="connsiteX2" fmla="*/ 190722 w 190722"/>
              <a:gd name="connsiteY2" fmla="*/ 2669273 h 3068991"/>
              <a:gd name="connsiteX3" fmla="*/ 0 w 190722"/>
              <a:gd name="connsiteY3" fmla="*/ 0 h 306899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90722" h="3068991">
                <a:moveTo>
                  <a:pt x="0" y="0"/>
                </a:moveTo>
                <a:lnTo>
                  <a:pt x="0" y="3068992"/>
                </a:lnTo>
                <a:cubicBezTo>
                  <a:pt x="63644" y="2935822"/>
                  <a:pt x="127078" y="2802442"/>
                  <a:pt x="190722" y="2669273"/>
                </a:cubicBezTo>
                <a:cubicBezTo>
                  <a:pt x="127078" y="1779515"/>
                  <a:pt x="63644" y="889758"/>
                  <a:pt x="0" y="0"/>
                </a:cubicBezTo>
                <a:close/>
              </a:path>
            </a:pathLst>
          </a:custGeom>
          <a:gradFill flip="none" rotWithShape="1">
            <a:gsLst>
              <a:gs pos="0">
                <a:schemeClr val="accent1">
                  <a:lumMod val="67000"/>
                </a:schemeClr>
              </a:gs>
              <a:gs pos="48000">
                <a:schemeClr val="accent1">
                  <a:lumMod val="97000"/>
                  <a:lumOff val="3000"/>
                </a:schemeClr>
              </a:gs>
              <a:gs pos="100000">
                <a:schemeClr val="accent1">
                  <a:lumMod val="60000"/>
                  <a:lumOff val="40000"/>
                </a:schemeClr>
              </a:gs>
            </a:gsLst>
            <a:lin ang="5400000" scaled="1"/>
            <a:tileRect/>
          </a:gradFill>
          <a:ln w="20108" cap="flat">
            <a:noFill/>
            <a:prstDash val="solid"/>
            <a:miter/>
          </a:ln>
        </p:spPr>
        <p:txBody>
          <a:bodyPr rtlCol="0" anchor="ctr"/>
          <a:lstStyle/>
          <a:p>
            <a:endParaRPr lang="en-US" b="0" i="0">
              <a:latin typeface="Aptos" panose="020B0004020202020204" pitchFamily="34" charset="0"/>
            </a:endParaRPr>
          </a:p>
        </p:txBody>
      </p:sp>
      <p:sp>
        <p:nvSpPr>
          <p:cNvPr id="5" name="Graphic 26">
            <a:extLst>
              <a:ext uri="{FF2B5EF4-FFF2-40B4-BE49-F238E27FC236}">
                <a16:creationId xmlns:a16="http://schemas.microsoft.com/office/drawing/2014/main" id="{DCE876C8-FDB2-EEE5-7909-93C66A499FC5}"/>
              </a:ext>
            </a:extLst>
          </p:cNvPr>
          <p:cNvSpPr/>
          <p:nvPr userDrawn="1"/>
        </p:nvSpPr>
        <p:spPr>
          <a:xfrm>
            <a:off x="12070232" y="5008131"/>
            <a:ext cx="121768" cy="1959429"/>
          </a:xfrm>
          <a:custGeom>
            <a:avLst/>
            <a:gdLst>
              <a:gd name="connsiteX0" fmla="*/ 190722 w 190722"/>
              <a:gd name="connsiteY0" fmla="*/ 3068992 h 3068991"/>
              <a:gd name="connsiteX1" fmla="*/ 190722 w 190722"/>
              <a:gd name="connsiteY1" fmla="*/ 0 h 3068991"/>
              <a:gd name="connsiteX2" fmla="*/ 0 w 190722"/>
              <a:gd name="connsiteY2" fmla="*/ 399719 h 3068991"/>
              <a:gd name="connsiteX3" fmla="*/ 190722 w 190722"/>
              <a:gd name="connsiteY3" fmla="*/ 3068992 h 306899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90722" h="3068991">
                <a:moveTo>
                  <a:pt x="190722" y="3068992"/>
                </a:moveTo>
                <a:lnTo>
                  <a:pt x="190722" y="0"/>
                </a:lnTo>
                <a:cubicBezTo>
                  <a:pt x="127078" y="133170"/>
                  <a:pt x="63644" y="266549"/>
                  <a:pt x="0" y="399719"/>
                </a:cubicBezTo>
                <a:cubicBezTo>
                  <a:pt x="63644" y="1289476"/>
                  <a:pt x="127078" y="2179234"/>
                  <a:pt x="190722" y="3068992"/>
                </a:cubicBezTo>
                <a:close/>
              </a:path>
            </a:pathLst>
          </a:custGeom>
          <a:gradFill flip="none" rotWithShape="1">
            <a:gsLst>
              <a:gs pos="0">
                <a:schemeClr val="accent1">
                  <a:lumMod val="67000"/>
                </a:schemeClr>
              </a:gs>
              <a:gs pos="48000">
                <a:schemeClr val="accent1">
                  <a:lumMod val="97000"/>
                  <a:lumOff val="3000"/>
                </a:schemeClr>
              </a:gs>
              <a:gs pos="100000">
                <a:schemeClr val="accent1">
                  <a:lumMod val="60000"/>
                  <a:lumOff val="40000"/>
                </a:schemeClr>
              </a:gs>
            </a:gsLst>
            <a:lin ang="16200000" scaled="1"/>
            <a:tileRect/>
          </a:gradFill>
          <a:ln w="20108" cap="flat">
            <a:noFill/>
            <a:prstDash val="solid"/>
            <a:miter/>
          </a:ln>
        </p:spPr>
        <p:txBody>
          <a:bodyPr rtlCol="0" anchor="ctr"/>
          <a:lstStyle/>
          <a:p>
            <a:endParaRPr lang="en-US" b="0" i="0">
              <a:latin typeface="Aptos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85343384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+Content - Dar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Placeholder 1" descr="ph_title">
            <a:extLst>
              <a:ext uri="{FF2B5EF4-FFF2-40B4-BE49-F238E27FC236}">
                <a16:creationId xmlns:a16="http://schemas.microsoft.com/office/drawing/2014/main" id="{13AE9919-8BE1-9B8D-8546-E7527B31B53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5937" y="389467"/>
            <a:ext cx="11170180" cy="965200"/>
          </a:xfrm>
          <a:prstGeom prst="rect">
            <a:avLst/>
          </a:prstGeom>
        </p:spPr>
        <p:txBody>
          <a:bodyPr vert="horz" lIns="0" tIns="0" rIns="0" bIns="0" rtlCol="0" anchor="t">
            <a:normAutofit/>
          </a:bodyPr>
          <a:lstStyle>
            <a:lvl1pPr>
              <a:defRPr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 descr="ph_body">
            <a:extLst>
              <a:ext uri="{FF2B5EF4-FFF2-40B4-BE49-F238E27FC236}">
                <a16:creationId xmlns:a16="http://schemas.microsoft.com/office/drawing/2014/main" id="{A1949B20-CE4F-2CE3-7EBD-9F382E2320AD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05884" y="1604434"/>
            <a:ext cx="11159067" cy="462703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32795545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slideLayout" Target="../slideLayouts/slideLayout22.xml"/><Relationship Id="rId23" Type="http://schemas.openxmlformats.org/officeDocument/2006/relationships/slideLayout" Target="../slideLayouts/slideLayout23.xml"/><Relationship Id="rId24" Type="http://schemas.openxmlformats.org/officeDocument/2006/relationships/slideLayout" Target="../slideLayouts/slideLayout24.xml"/><Relationship Id="rId25" Type="http://schemas.openxmlformats.org/officeDocument/2006/relationships/slideLayout" Target="../slideLayouts/slideLayout25.xml"/><Relationship Id="rId26" Type="http://schemas.openxmlformats.org/officeDocument/2006/relationships/slideLayout" Target="../slideLayouts/slideLayout26.xml"/><Relationship Id="rId27" Type="http://schemas.openxmlformats.org/officeDocument/2006/relationships/slideLayout" Target="../slideLayouts/slideLayout27.xml"/><Relationship Id="rId28" Type="http://schemas.openxmlformats.org/officeDocument/2006/relationships/slideLayout" Target="../slideLayouts/slideLayout28.xml"/><Relationship Id="rId29" Type="http://schemas.openxmlformats.org/officeDocument/2006/relationships/slideLayout" Target="../slideLayouts/slideLayout29.xml"/><Relationship Id="rId30" Type="http://schemas.openxmlformats.org/officeDocument/2006/relationships/slideLayout" Target="../slideLayouts/slideLayout30.xml"/><Relationship Id="rId31" Type="http://schemas.openxmlformats.org/officeDocument/2006/relationships/slideLayout" Target="../slideLayouts/slideLayout31.xml"/><Relationship Id="rId32" Type="http://schemas.openxmlformats.org/officeDocument/2006/relationships/slideLayout" Target="../slideLayouts/slideLayout32.xml"/><Relationship Id="rId33" Type="http://schemas.openxmlformats.org/officeDocument/2006/relationships/slideLayout" Target="../slideLayouts/slideLayout33.xml"/><Relationship Id="rId34" Type="http://schemas.openxmlformats.org/officeDocument/2006/relationships/slideLayout" Target="../slideLayouts/slideLayout34.xml"/><Relationship Id="rId35" Type="http://schemas.openxmlformats.org/officeDocument/2006/relationships/slideLayout" Target="../slideLayouts/slideLayout35.xml"/><Relationship Id="rId36" Type="http://schemas.openxmlformats.org/officeDocument/2006/relationships/slideLayout" Target="../slideLayouts/slideLayout36.xml"/><Relationship Id="rId37" Type="http://schemas.openxmlformats.org/officeDocument/2006/relationships/slideLayout" Target="../slideLayouts/slideLayout37.xml"/><Relationship Id="rId38" Type="http://schemas.openxmlformats.org/officeDocument/2006/relationships/slideLayout" Target="../slideLayouts/slideLayout38.xml"/><Relationship Id="rId39" Type="http://schemas.openxmlformats.org/officeDocument/2006/relationships/slideLayout" Target="../slideLayouts/slideLayout39.xml"/><Relationship Id="rId40" Type="http://schemas.openxmlformats.org/officeDocument/2006/relationships/slideLayout" Target="../slideLayouts/slideLayout40.xml"/><Relationship Id="rId41" Type="http://schemas.openxmlformats.org/officeDocument/2006/relationships/slideLayout" Target="../slideLayouts/slideLayout41.xml"/><Relationship Id="rId42" Type="http://schemas.openxmlformats.org/officeDocument/2006/relationships/slideLayout" Target="../slideLayouts/slideLayout42.xml"/><Relationship Id="rId43" Type="http://schemas.openxmlformats.org/officeDocument/2006/relationships/slideLayout" Target="../slideLayouts/slideLayout43.xml"/><Relationship Id="rId44" Type="http://schemas.openxmlformats.org/officeDocument/2006/relationships/slideLayout" Target="../slideLayouts/slideLayout44.xml"/><Relationship Id="rId45" Type="http://schemas.openxmlformats.org/officeDocument/2006/relationships/slideLayout" Target="../slideLayouts/slideLayout45.xml"/><Relationship Id="rId46" Type="http://schemas.openxmlformats.org/officeDocument/2006/relationships/slideLayout" Target="../slideLayouts/slideLayout46.xml"/><Relationship Id="rId47" Type="http://schemas.openxmlformats.org/officeDocument/2006/relationships/theme" Target="../theme/theme1.xml"/><Relationship Id="rId48" Type="http://schemas.openxmlformats.org/officeDocument/2006/relationships/image" Target="../media/image1.png"/><Relationship Id="rId49" Type="http://schemas.openxmlformats.org/officeDocument/2006/relationships/image" Target="../media/image2.sv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FDA2C381-613C-35D5-B071-866A31D29A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5938" y="298692"/>
            <a:ext cx="11160122" cy="938437"/>
          </a:xfrm>
          <a:prstGeom prst="rect">
            <a:avLst/>
          </a:prstGeom>
        </p:spPr>
        <p:txBody>
          <a:bodyPr vert="horz" lIns="0" tIns="0" rIns="0" bIns="0" rtlCol="0" anchor="t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316248D-B3A3-056F-8479-0D6380B8D80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15937" y="1384449"/>
            <a:ext cx="11160123" cy="5095679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23EA4FE-224E-754B-C5C7-AAE3298FC2E6}"/>
              </a:ext>
            </a:extLst>
          </p:cNvPr>
          <p:cNvSpPr/>
          <p:nvPr userDrawn="1"/>
        </p:nvSpPr>
        <p:spPr>
          <a:xfrm>
            <a:off x="12701832" y="1762646"/>
            <a:ext cx="238314" cy="620713"/>
          </a:xfrm>
          <a:prstGeom prst="rect">
            <a:avLst/>
          </a:prstGeom>
          <a:solidFill>
            <a:srgbClr val="00FAC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anchor="ctr"/>
          <a:lstStyle/>
          <a:p>
            <a:pPr algn="ctr" eaLnBrk="1" fontAlgn="auto" hangingPunct="1">
              <a:spcBef>
                <a:spcPts val="0"/>
              </a:spcBef>
              <a:spcAft>
                <a:spcPts val="400"/>
              </a:spcAft>
              <a:defRPr/>
            </a:pPr>
            <a:endParaRPr lang="en-US" sz="600" b="0" i="0">
              <a:solidFill>
                <a:srgbClr val="00FAC2"/>
              </a:solidFill>
              <a:latin typeface="Aptos" panose="020B0004020202020204" pitchFamily="34" charset="0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A35364ED-621D-498B-F7BC-2B9283C220A1}"/>
              </a:ext>
            </a:extLst>
          </p:cNvPr>
          <p:cNvSpPr/>
          <p:nvPr userDrawn="1"/>
        </p:nvSpPr>
        <p:spPr>
          <a:xfrm>
            <a:off x="12701832" y="2378596"/>
            <a:ext cx="238314" cy="620712"/>
          </a:xfrm>
          <a:prstGeom prst="rect">
            <a:avLst/>
          </a:prstGeom>
          <a:solidFill>
            <a:srgbClr val="00856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anchor="ctr"/>
          <a:lstStyle/>
          <a:p>
            <a:pPr algn="ctr" eaLnBrk="1" fontAlgn="auto" hangingPunct="1">
              <a:spcBef>
                <a:spcPts val="0"/>
              </a:spcBef>
              <a:spcAft>
                <a:spcPts val="400"/>
              </a:spcAft>
              <a:defRPr/>
            </a:pPr>
            <a:endParaRPr lang="en-US" sz="600" b="0" i="0">
              <a:latin typeface="Aptos" panose="020B0004020202020204" pitchFamily="34" charset="0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7FEF31F-FBEA-6060-FBBD-E49E040FE0BB}"/>
              </a:ext>
            </a:extLst>
          </p:cNvPr>
          <p:cNvSpPr/>
          <p:nvPr userDrawn="1"/>
        </p:nvSpPr>
        <p:spPr>
          <a:xfrm>
            <a:off x="12701832" y="2999308"/>
            <a:ext cx="238314" cy="6223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anchor="ctr"/>
          <a:lstStyle/>
          <a:p>
            <a:pPr algn="ctr" eaLnBrk="1" fontAlgn="auto" hangingPunct="1">
              <a:spcBef>
                <a:spcPts val="0"/>
              </a:spcBef>
              <a:spcAft>
                <a:spcPts val="400"/>
              </a:spcAft>
              <a:defRPr/>
            </a:pPr>
            <a:endParaRPr lang="en-US" sz="600" b="0" i="0">
              <a:latin typeface="Aptos" panose="020B0004020202020204" pitchFamily="34" charset="0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6AD787EA-2FDE-95C3-725A-26F76318902D}"/>
              </a:ext>
            </a:extLst>
          </p:cNvPr>
          <p:cNvSpPr/>
          <p:nvPr userDrawn="1"/>
        </p:nvSpPr>
        <p:spPr>
          <a:xfrm>
            <a:off x="12701832" y="4858271"/>
            <a:ext cx="238314" cy="62230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anchor="ctr"/>
          <a:lstStyle/>
          <a:p>
            <a:pPr algn="ctr" eaLnBrk="1" fontAlgn="auto" hangingPunct="1">
              <a:spcBef>
                <a:spcPts val="0"/>
              </a:spcBef>
              <a:spcAft>
                <a:spcPts val="400"/>
              </a:spcAft>
              <a:defRPr/>
            </a:pPr>
            <a:endParaRPr lang="en-US" sz="600" b="0" i="0">
              <a:latin typeface="Aptos" panose="020B0004020202020204" pitchFamily="34" charset="0"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8C33DDB-494B-AFAE-F49E-44F1032E1EF1}"/>
              </a:ext>
            </a:extLst>
          </p:cNvPr>
          <p:cNvSpPr/>
          <p:nvPr userDrawn="1"/>
        </p:nvSpPr>
        <p:spPr>
          <a:xfrm>
            <a:off x="12701832" y="4240733"/>
            <a:ext cx="238314" cy="620713"/>
          </a:xfrm>
          <a:prstGeom prst="rect">
            <a:avLst/>
          </a:prstGeom>
          <a:solidFill>
            <a:srgbClr val="E3056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anchor="ctr"/>
          <a:lstStyle/>
          <a:p>
            <a:pPr algn="ctr" eaLnBrk="1" fontAlgn="auto" hangingPunct="1">
              <a:spcBef>
                <a:spcPts val="0"/>
              </a:spcBef>
              <a:spcAft>
                <a:spcPts val="400"/>
              </a:spcAft>
              <a:defRPr/>
            </a:pPr>
            <a:endParaRPr lang="en-US" sz="600" b="0" i="0">
              <a:latin typeface="Aptos" panose="020B0004020202020204" pitchFamily="34" charset="0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7E39A4CD-76D5-64BC-96BB-071DE98ABBD3}"/>
              </a:ext>
            </a:extLst>
          </p:cNvPr>
          <p:cNvSpPr/>
          <p:nvPr userDrawn="1"/>
        </p:nvSpPr>
        <p:spPr>
          <a:xfrm>
            <a:off x="12701832" y="3621608"/>
            <a:ext cx="238314" cy="620713"/>
          </a:xfrm>
          <a:prstGeom prst="rect">
            <a:avLst/>
          </a:prstGeom>
          <a:solidFill>
            <a:srgbClr val="7161E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anchor="ctr"/>
          <a:lstStyle/>
          <a:p>
            <a:pPr algn="ctr" eaLnBrk="1" fontAlgn="auto" hangingPunct="1">
              <a:spcBef>
                <a:spcPts val="0"/>
              </a:spcBef>
              <a:spcAft>
                <a:spcPts val="400"/>
              </a:spcAft>
              <a:defRPr/>
            </a:pPr>
            <a:endParaRPr lang="en-US" sz="600" b="0" i="0">
              <a:latin typeface="Aptos" panose="020B0004020202020204" pitchFamily="34" charset="0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EE6E631A-B79A-09C5-1CFD-8CCB5D4C02F5}"/>
              </a:ext>
            </a:extLst>
          </p:cNvPr>
          <p:cNvSpPr/>
          <p:nvPr userDrawn="1"/>
        </p:nvSpPr>
        <p:spPr>
          <a:xfrm>
            <a:off x="12701832" y="5477396"/>
            <a:ext cx="238314" cy="622300"/>
          </a:xfrm>
          <a:prstGeom prst="rect">
            <a:avLst/>
          </a:prstGeom>
          <a:solidFill>
            <a:srgbClr val="71758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anchor="ctr"/>
          <a:lstStyle/>
          <a:p>
            <a:pPr algn="ctr" eaLnBrk="1" fontAlgn="auto" hangingPunct="1">
              <a:spcBef>
                <a:spcPts val="0"/>
              </a:spcBef>
              <a:spcAft>
                <a:spcPts val="400"/>
              </a:spcAft>
              <a:defRPr/>
            </a:pPr>
            <a:endParaRPr lang="en-US" sz="600" b="0" i="0">
              <a:latin typeface="Aptos" panose="020B0004020202020204" pitchFamily="34" charset="0"/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508C93A1-4EF0-91AA-5D59-0C72A2ECF1D7}"/>
              </a:ext>
            </a:extLst>
          </p:cNvPr>
          <p:cNvSpPr/>
          <p:nvPr userDrawn="1"/>
        </p:nvSpPr>
        <p:spPr>
          <a:xfrm>
            <a:off x="12706348" y="522809"/>
            <a:ext cx="238314" cy="620713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anchor="ctr"/>
          <a:lstStyle/>
          <a:p>
            <a:pPr algn="ctr" eaLnBrk="1" fontAlgn="auto" hangingPunct="1">
              <a:spcBef>
                <a:spcPts val="0"/>
              </a:spcBef>
              <a:spcAft>
                <a:spcPts val="400"/>
              </a:spcAft>
              <a:defRPr/>
            </a:pPr>
            <a:endParaRPr lang="en-US" sz="600" b="0" i="0">
              <a:latin typeface="Aptos" panose="020B0004020202020204" pitchFamily="34" charset="0"/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7C0615AC-3AD6-7115-50C8-E1AAC841E1C9}"/>
              </a:ext>
            </a:extLst>
          </p:cNvPr>
          <p:cNvSpPr/>
          <p:nvPr userDrawn="1"/>
        </p:nvSpPr>
        <p:spPr>
          <a:xfrm>
            <a:off x="12697017" y="1138759"/>
            <a:ext cx="238314" cy="620712"/>
          </a:xfrm>
          <a:prstGeom prst="rect">
            <a:avLst/>
          </a:prstGeom>
          <a:solidFill>
            <a:schemeClr val="bg1"/>
          </a:solidFill>
          <a:ln w="3175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anchor="ctr"/>
          <a:lstStyle/>
          <a:p>
            <a:pPr algn="ctr" eaLnBrk="1" fontAlgn="auto" hangingPunct="1">
              <a:spcBef>
                <a:spcPts val="0"/>
              </a:spcBef>
              <a:spcAft>
                <a:spcPts val="400"/>
              </a:spcAft>
              <a:defRPr/>
            </a:pPr>
            <a:endParaRPr lang="en-US" sz="600" b="0" i="0">
              <a:solidFill>
                <a:sysClr val="windowText" lastClr="000000"/>
              </a:solidFill>
              <a:latin typeface="Aptos" panose="020B0004020202020204" pitchFamily="34" charset="0"/>
            </a:endParaRPr>
          </a:p>
        </p:txBody>
      </p:sp>
      <p:grpSp>
        <p:nvGrpSpPr>
          <p:cNvPr id="13" name="Graphic 4">
            <a:extLst>
              <a:ext uri="{FF2B5EF4-FFF2-40B4-BE49-F238E27FC236}">
                <a16:creationId xmlns:a16="http://schemas.microsoft.com/office/drawing/2014/main" id="{A850E6A1-D468-88EF-A319-7CB82D8C05E7}"/>
              </a:ext>
            </a:extLst>
          </p:cNvPr>
          <p:cNvGrpSpPr/>
          <p:nvPr userDrawn="1"/>
        </p:nvGrpSpPr>
        <p:grpSpPr>
          <a:xfrm>
            <a:off x="10685653" y="6619067"/>
            <a:ext cx="161640" cy="176335"/>
            <a:chOff x="8176402" y="4885530"/>
            <a:chExt cx="135493" cy="143018"/>
          </a:xfrm>
        </p:grpSpPr>
        <p:sp>
          <p:nvSpPr>
            <p:cNvPr id="14" name="Freeform: Shape 20">
              <a:extLst>
                <a:ext uri="{FF2B5EF4-FFF2-40B4-BE49-F238E27FC236}">
                  <a16:creationId xmlns:a16="http://schemas.microsoft.com/office/drawing/2014/main" id="{F4CD6F33-A3E1-EB88-1B36-211C4A02303B}"/>
                </a:ext>
              </a:extLst>
            </p:cNvPr>
            <p:cNvSpPr/>
            <p:nvPr/>
          </p:nvSpPr>
          <p:spPr>
            <a:xfrm>
              <a:off x="8176402" y="4885530"/>
              <a:ext cx="67770" cy="143018"/>
            </a:xfrm>
            <a:custGeom>
              <a:avLst/>
              <a:gdLst>
                <a:gd name="connsiteX0" fmla="*/ 67771 w 67770"/>
                <a:gd name="connsiteY0" fmla="*/ 0 h 143018"/>
                <a:gd name="connsiteX1" fmla="*/ 38767 w 67770"/>
                <a:gd name="connsiteY1" fmla="*/ 6144 h 143018"/>
                <a:gd name="connsiteX2" fmla="*/ 0 w 67770"/>
                <a:gd name="connsiteY2" fmla="*/ 143018 h 143018"/>
                <a:gd name="connsiteX3" fmla="*/ 33147 w 67770"/>
                <a:gd name="connsiteY3" fmla="*/ 135970 h 143018"/>
                <a:gd name="connsiteX4" fmla="*/ 44768 w 67770"/>
                <a:gd name="connsiteY4" fmla="*/ 93869 h 143018"/>
                <a:gd name="connsiteX5" fmla="*/ 67771 w 67770"/>
                <a:gd name="connsiteY5" fmla="*/ 88964 h 143018"/>
                <a:gd name="connsiteX6" fmla="*/ 67771 w 67770"/>
                <a:gd name="connsiteY6" fmla="*/ 60341 h 143018"/>
                <a:gd name="connsiteX7" fmla="*/ 53293 w 67770"/>
                <a:gd name="connsiteY7" fmla="*/ 63389 h 143018"/>
                <a:gd name="connsiteX8" fmla="*/ 67771 w 67770"/>
                <a:gd name="connsiteY8" fmla="*/ 11097 h 143018"/>
                <a:gd name="connsiteX9" fmla="*/ 67771 w 67770"/>
                <a:gd name="connsiteY9" fmla="*/ 0 h 14301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67770" h="143018">
                  <a:moveTo>
                    <a:pt x="67771" y="0"/>
                  </a:moveTo>
                  <a:lnTo>
                    <a:pt x="38767" y="6144"/>
                  </a:lnTo>
                  <a:lnTo>
                    <a:pt x="0" y="143018"/>
                  </a:lnTo>
                  <a:lnTo>
                    <a:pt x="33147" y="135970"/>
                  </a:lnTo>
                  <a:lnTo>
                    <a:pt x="44768" y="93869"/>
                  </a:lnTo>
                  <a:lnTo>
                    <a:pt x="67771" y="88964"/>
                  </a:lnTo>
                  <a:lnTo>
                    <a:pt x="67771" y="60341"/>
                  </a:lnTo>
                  <a:lnTo>
                    <a:pt x="53293" y="63389"/>
                  </a:lnTo>
                  <a:lnTo>
                    <a:pt x="67771" y="11097"/>
                  </a:lnTo>
                  <a:lnTo>
                    <a:pt x="67771" y="0"/>
                  </a:lnTo>
                  <a:close/>
                </a:path>
              </a:pathLst>
            </a:custGeom>
            <a:solidFill>
              <a:srgbClr val="000000"/>
            </a:solidFill>
            <a:ln w="476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AU" sz="1800" b="0" i="0">
                <a:latin typeface="Aptos" panose="020B0004020202020204" pitchFamily="34" charset="0"/>
              </a:endParaRPr>
            </a:p>
          </p:txBody>
        </p:sp>
        <p:sp>
          <p:nvSpPr>
            <p:cNvPr id="15" name="Freeform: Shape 21">
              <a:extLst>
                <a:ext uri="{FF2B5EF4-FFF2-40B4-BE49-F238E27FC236}">
                  <a16:creationId xmlns:a16="http://schemas.microsoft.com/office/drawing/2014/main" id="{B8D7936F-092B-F89C-A9FE-20C2D6C2FA7B}"/>
                </a:ext>
              </a:extLst>
            </p:cNvPr>
            <p:cNvSpPr/>
            <p:nvPr/>
          </p:nvSpPr>
          <p:spPr>
            <a:xfrm>
              <a:off x="8244173" y="4885530"/>
              <a:ext cx="67722" cy="143018"/>
            </a:xfrm>
            <a:custGeom>
              <a:avLst/>
              <a:gdLst>
                <a:gd name="connsiteX0" fmla="*/ 0 w 67722"/>
                <a:gd name="connsiteY0" fmla="*/ 0 h 143018"/>
                <a:gd name="connsiteX1" fmla="*/ 0 w 67722"/>
                <a:gd name="connsiteY1" fmla="*/ 11097 h 143018"/>
                <a:gd name="connsiteX2" fmla="*/ 14478 w 67722"/>
                <a:gd name="connsiteY2" fmla="*/ 63389 h 143018"/>
                <a:gd name="connsiteX3" fmla="*/ 0 w 67722"/>
                <a:gd name="connsiteY3" fmla="*/ 60341 h 143018"/>
                <a:gd name="connsiteX4" fmla="*/ 0 w 67722"/>
                <a:gd name="connsiteY4" fmla="*/ 88964 h 143018"/>
                <a:gd name="connsiteX5" fmla="*/ 22955 w 67722"/>
                <a:gd name="connsiteY5" fmla="*/ 93869 h 143018"/>
                <a:gd name="connsiteX6" fmla="*/ 34575 w 67722"/>
                <a:gd name="connsiteY6" fmla="*/ 135970 h 143018"/>
                <a:gd name="connsiteX7" fmla="*/ 67723 w 67722"/>
                <a:gd name="connsiteY7" fmla="*/ 143018 h 143018"/>
                <a:gd name="connsiteX8" fmla="*/ 28956 w 67722"/>
                <a:gd name="connsiteY8" fmla="*/ 6144 h 143018"/>
                <a:gd name="connsiteX9" fmla="*/ 0 w 67722"/>
                <a:gd name="connsiteY9" fmla="*/ 0 h 14301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67722" h="143018">
                  <a:moveTo>
                    <a:pt x="0" y="0"/>
                  </a:moveTo>
                  <a:lnTo>
                    <a:pt x="0" y="11097"/>
                  </a:lnTo>
                  <a:lnTo>
                    <a:pt x="14478" y="63389"/>
                  </a:lnTo>
                  <a:lnTo>
                    <a:pt x="0" y="60341"/>
                  </a:lnTo>
                  <a:lnTo>
                    <a:pt x="0" y="88964"/>
                  </a:lnTo>
                  <a:lnTo>
                    <a:pt x="22955" y="93869"/>
                  </a:lnTo>
                  <a:lnTo>
                    <a:pt x="34575" y="135970"/>
                  </a:lnTo>
                  <a:lnTo>
                    <a:pt x="67723" y="143018"/>
                  </a:lnTo>
                  <a:lnTo>
                    <a:pt x="28956" y="614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808080"/>
            </a:solidFill>
            <a:ln w="476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AU" sz="1800" b="0" i="0">
                <a:latin typeface="Aptos" panose="020B0004020202020204" pitchFamily="34" charset="0"/>
              </a:endParaRPr>
            </a:p>
          </p:txBody>
        </p:sp>
      </p:grpSp>
      <p:sp>
        <p:nvSpPr>
          <p:cNvPr id="17" name="Slide Number Placeholder 18">
            <a:extLst>
              <a:ext uri="{FF2B5EF4-FFF2-40B4-BE49-F238E27FC236}">
                <a16:creationId xmlns:a16="http://schemas.microsoft.com/office/drawing/2014/main" id="{F2FFBD56-24FE-21E2-2F3E-8C0BAA240ED9}"/>
              </a:ext>
            </a:extLst>
          </p:cNvPr>
          <p:cNvSpPr txBox="1">
            <a:spLocks/>
          </p:cNvSpPr>
          <p:nvPr userDrawn="1"/>
        </p:nvSpPr>
        <p:spPr>
          <a:xfrm>
            <a:off x="1522398" y="6570993"/>
            <a:ext cx="421904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ptos" panose="020B0004020202020204" pitchFamily="34" charset="0"/>
              <a:defRPr lang="en-AU" sz="800" b="0" i="0" u="none" strike="noStrike" cap="none" smtClean="0">
                <a:solidFill>
                  <a:srgbClr val="000000"/>
                </a:solidFill>
                <a:latin typeface="+mj-lt"/>
                <a:ea typeface="Aptos" panose="020B0004020202020204" pitchFamily="34" charset="0"/>
                <a:cs typeface="Aptos" panose="020B0004020202020204" pitchFamily="34" charset="0"/>
                <a:sym typeface="Aptos" panose="020B0004020202020204" pitchFamily="34" charset="0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ptos" panose="020B0004020202020204" pitchFamily="34" charset="0"/>
              <a:defRPr sz="1400" b="0" i="0" u="none" strike="noStrike" cap="none">
                <a:solidFill>
                  <a:srgbClr val="000000"/>
                </a:solidFill>
                <a:latin typeface="Aptos" panose="020B0004020202020204" pitchFamily="34" charset="0"/>
                <a:ea typeface="Aptos" panose="020B0004020202020204" pitchFamily="34" charset="0"/>
                <a:cs typeface="Aptos" panose="020B0004020202020204" pitchFamily="34" charset="0"/>
                <a:sym typeface="Aptos" panose="020B0004020202020204" pitchFamily="34" charset="0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ptos" panose="020B0004020202020204" pitchFamily="34" charset="0"/>
              <a:defRPr sz="1400" b="0" i="0" u="none" strike="noStrike" cap="none">
                <a:solidFill>
                  <a:srgbClr val="000000"/>
                </a:solidFill>
                <a:latin typeface="Aptos" panose="020B0004020202020204" pitchFamily="34" charset="0"/>
                <a:ea typeface="Aptos" panose="020B0004020202020204" pitchFamily="34" charset="0"/>
                <a:cs typeface="Aptos" panose="020B0004020202020204" pitchFamily="34" charset="0"/>
                <a:sym typeface="Aptos" panose="020B0004020202020204" pitchFamily="34" charset="0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ptos" panose="020B0004020202020204" pitchFamily="34" charset="0"/>
              <a:defRPr sz="1400" b="0" i="0" u="none" strike="noStrike" cap="none">
                <a:solidFill>
                  <a:srgbClr val="000000"/>
                </a:solidFill>
                <a:latin typeface="Aptos" panose="020B0004020202020204" pitchFamily="34" charset="0"/>
                <a:ea typeface="Aptos" panose="020B0004020202020204" pitchFamily="34" charset="0"/>
                <a:cs typeface="Aptos" panose="020B0004020202020204" pitchFamily="34" charset="0"/>
                <a:sym typeface="Aptos" panose="020B0004020202020204" pitchFamily="34" charset="0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ptos" panose="020B0004020202020204" pitchFamily="34" charset="0"/>
              <a:defRPr sz="1400" b="0" i="0" u="none" strike="noStrike" cap="none">
                <a:solidFill>
                  <a:srgbClr val="000000"/>
                </a:solidFill>
                <a:latin typeface="Aptos" panose="020B0004020202020204" pitchFamily="34" charset="0"/>
                <a:ea typeface="Aptos" panose="020B0004020202020204" pitchFamily="34" charset="0"/>
                <a:cs typeface="Aptos" panose="020B0004020202020204" pitchFamily="34" charset="0"/>
                <a:sym typeface="Aptos" panose="020B0004020202020204" pitchFamily="34" charset="0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ptos" panose="020B0004020202020204" pitchFamily="34" charset="0"/>
              <a:defRPr sz="1400" b="0" i="0" u="none" strike="noStrike" cap="none">
                <a:solidFill>
                  <a:srgbClr val="000000"/>
                </a:solidFill>
                <a:latin typeface="Aptos" panose="020B0004020202020204" pitchFamily="34" charset="0"/>
                <a:ea typeface="Aptos" panose="020B0004020202020204" pitchFamily="34" charset="0"/>
                <a:cs typeface="Aptos" panose="020B0004020202020204" pitchFamily="34" charset="0"/>
                <a:sym typeface="Aptos" panose="020B0004020202020204" pitchFamily="34" charset="0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ptos" panose="020B0004020202020204" pitchFamily="34" charset="0"/>
              <a:defRPr sz="1400" b="0" i="0" u="none" strike="noStrike" cap="none">
                <a:solidFill>
                  <a:srgbClr val="000000"/>
                </a:solidFill>
                <a:latin typeface="Aptos" panose="020B0004020202020204" pitchFamily="34" charset="0"/>
                <a:ea typeface="Aptos" panose="020B0004020202020204" pitchFamily="34" charset="0"/>
                <a:cs typeface="Aptos" panose="020B0004020202020204" pitchFamily="34" charset="0"/>
                <a:sym typeface="Aptos" panose="020B0004020202020204" pitchFamily="34" charset="0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ptos" panose="020B0004020202020204" pitchFamily="34" charset="0"/>
              <a:defRPr sz="1400" b="0" i="0" u="none" strike="noStrike" cap="none">
                <a:solidFill>
                  <a:srgbClr val="000000"/>
                </a:solidFill>
                <a:latin typeface="Aptos" panose="020B0004020202020204" pitchFamily="34" charset="0"/>
                <a:ea typeface="Aptos" panose="020B0004020202020204" pitchFamily="34" charset="0"/>
                <a:cs typeface="Aptos" panose="020B0004020202020204" pitchFamily="34" charset="0"/>
                <a:sym typeface="Aptos" panose="020B0004020202020204" pitchFamily="34" charset="0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ptos" panose="020B0004020202020204" pitchFamily="34" charset="0"/>
              <a:defRPr sz="1400" b="0" i="0" u="none" strike="noStrike" cap="none">
                <a:solidFill>
                  <a:srgbClr val="000000"/>
                </a:solidFill>
                <a:latin typeface="Aptos" panose="020B0004020202020204" pitchFamily="34" charset="0"/>
                <a:ea typeface="Aptos" panose="020B0004020202020204" pitchFamily="34" charset="0"/>
                <a:cs typeface="Aptos" panose="020B0004020202020204" pitchFamily="34" charset="0"/>
                <a:sym typeface="Aptos" panose="020B0004020202020204" pitchFamily="34" charset="0"/>
              </a:defRPr>
            </a:lvl9pPr>
          </a:lstStyle>
          <a:p>
            <a:fld id="{A2294E5B-DE56-4C0C-83A2-06393784158A}" type="slidenum">
              <a:rPr lang="en-AU" sz="1000" b="0" i="0" smtClean="0">
                <a:solidFill>
                  <a:schemeClr val="tx1"/>
                </a:solidFill>
                <a:latin typeface="Aptos" panose="020B0004020202020204" pitchFamily="34" charset="0"/>
              </a:rPr>
              <a:pPr/>
              <a:t>‹#›</a:t>
            </a:fld>
            <a:endParaRPr lang="en-AU" sz="1000" b="0" i="0">
              <a:solidFill>
                <a:schemeClr val="tx1"/>
              </a:solidFill>
              <a:latin typeface="Aptos" panose="020B0004020202020204" pitchFamily="34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A0E8C28F-5772-B490-9855-46EE98DDFD12}"/>
              </a:ext>
            </a:extLst>
          </p:cNvPr>
          <p:cNvSpPr txBox="1"/>
          <p:nvPr userDrawn="1"/>
        </p:nvSpPr>
        <p:spPr>
          <a:xfrm>
            <a:off x="295741" y="6601770"/>
            <a:ext cx="1452377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800" b="0" i="0">
                <a:solidFill>
                  <a:schemeClr val="tx1"/>
                </a:solidFill>
                <a:latin typeface="Aptos" panose="020B0004020202020204" pitchFamily="34" charset="0"/>
              </a:rPr>
              <a:t>Ascendion Confidential</a:t>
            </a:r>
          </a:p>
        </p:txBody>
      </p:sp>
      <p:grpSp>
        <p:nvGrpSpPr>
          <p:cNvPr id="20" name="Group 19">
            <a:extLst>
              <a:ext uri="{FF2B5EF4-FFF2-40B4-BE49-F238E27FC236}">
                <a16:creationId xmlns:a16="http://schemas.microsoft.com/office/drawing/2014/main" id="{1AA056C0-E7C3-E04E-B3CC-C2EAFA9994FC}"/>
              </a:ext>
            </a:extLst>
          </p:cNvPr>
          <p:cNvGrpSpPr/>
          <p:nvPr userDrawn="1"/>
        </p:nvGrpSpPr>
        <p:grpSpPr>
          <a:xfrm>
            <a:off x="1953267" y="6561572"/>
            <a:ext cx="10068408" cy="152400"/>
            <a:chOff x="1676400" y="4748212"/>
            <a:chExt cx="7467600" cy="142875"/>
          </a:xfrm>
        </p:grpSpPr>
        <p:pic>
          <p:nvPicPr>
            <p:cNvPr id="21" name="Graphic 20">
              <a:extLst>
                <a:ext uri="{FF2B5EF4-FFF2-40B4-BE49-F238E27FC236}">
                  <a16:creationId xmlns:a16="http://schemas.microsoft.com/office/drawing/2014/main" id="{0BF81825-45C4-2ECE-EAE9-D85CB4A01919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48">
              <a:extLst>
                <a:ext uri="{96DAC541-7B7A-43D3-8B79-37D633B846F1}">
                  <asvg:svgBlip xmlns:asvg="http://schemas.microsoft.com/office/drawing/2016/SVG/main" r:embed="rId49"/>
                </a:ext>
              </a:extLst>
            </a:blip>
            <a:stretch>
              <a:fillRect/>
            </a:stretch>
          </p:blipFill>
          <p:spPr>
            <a:xfrm>
              <a:off x="3314700" y="4748212"/>
              <a:ext cx="5829300" cy="142875"/>
            </a:xfrm>
            <a:prstGeom prst="rect">
              <a:avLst/>
            </a:prstGeom>
          </p:spPr>
        </p:pic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B6D12113-D79B-679C-0FAE-6F25FB5F1EC7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676400" y="4886325"/>
              <a:ext cx="1676400" cy="0"/>
            </a:xfrm>
            <a:prstGeom prst="line">
              <a:avLst/>
            </a:prstGeom>
            <a:noFill/>
            <a:ln w="9525" cap="flat">
              <a:solidFill>
                <a:schemeClr val="tx1"/>
              </a:solidFill>
              <a:prstDash val="solid"/>
              <a:miter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28950ADE-A504-7D1D-2CD1-8CAD76AA9817}"/>
              </a:ext>
            </a:extLst>
          </p:cNvPr>
          <p:cNvCxnSpPr>
            <a:cxnSpLocks/>
          </p:cNvCxnSpPr>
          <p:nvPr userDrawn="1"/>
        </p:nvCxnSpPr>
        <p:spPr>
          <a:xfrm>
            <a:off x="89650" y="6709492"/>
            <a:ext cx="228600" cy="0"/>
          </a:xfrm>
          <a:prstGeom prst="line">
            <a:avLst/>
          </a:prstGeom>
          <a:noFill/>
          <a:ln w="9525" cap="flat">
            <a:solidFill>
              <a:schemeClr val="tx1"/>
            </a:solidFill>
            <a:prstDash val="solid"/>
            <a:miter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4194731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8" r:id="rId1"/>
    <p:sldLayoutId id="2147483703" r:id="rId2"/>
    <p:sldLayoutId id="2147483695" r:id="rId3"/>
    <p:sldLayoutId id="2147483711" r:id="rId4"/>
    <p:sldLayoutId id="2147483696" r:id="rId5"/>
    <p:sldLayoutId id="2147483749" r:id="rId6"/>
    <p:sldLayoutId id="2147483650" r:id="rId7"/>
    <p:sldLayoutId id="2147483716" r:id="rId8"/>
    <p:sldLayoutId id="2147483758" r:id="rId9"/>
    <p:sldLayoutId id="2147483759" r:id="rId10"/>
    <p:sldLayoutId id="2147483740" r:id="rId11"/>
    <p:sldLayoutId id="2147483741" r:id="rId12"/>
    <p:sldLayoutId id="2147483652" r:id="rId13"/>
    <p:sldLayoutId id="2147483783" r:id="rId14"/>
    <p:sldLayoutId id="2147483672" r:id="rId15"/>
    <p:sldLayoutId id="2147483746" r:id="rId16"/>
    <p:sldLayoutId id="2147483756" r:id="rId17"/>
    <p:sldLayoutId id="2147483755" r:id="rId18"/>
    <p:sldLayoutId id="2147483757" r:id="rId19"/>
    <p:sldLayoutId id="2147483668" r:id="rId20"/>
    <p:sldLayoutId id="2147483730" r:id="rId21"/>
    <p:sldLayoutId id="2147483670" r:id="rId22"/>
    <p:sldLayoutId id="2147483760" r:id="rId23"/>
    <p:sldLayoutId id="2147483732" r:id="rId24"/>
    <p:sldLayoutId id="2147483654" r:id="rId25"/>
    <p:sldLayoutId id="2147483669" r:id="rId26"/>
    <p:sldLayoutId id="2147483733" r:id="rId27"/>
    <p:sldLayoutId id="2147483752" r:id="rId28"/>
    <p:sldLayoutId id="2147483750" r:id="rId29"/>
    <p:sldLayoutId id="2147483753" r:id="rId30"/>
    <p:sldLayoutId id="2147483677" r:id="rId31"/>
    <p:sldLayoutId id="2147483690" r:id="rId32"/>
    <p:sldLayoutId id="2147483767" r:id="rId33"/>
    <p:sldLayoutId id="2147483774" r:id="rId34"/>
    <p:sldLayoutId id="2147483775" r:id="rId35"/>
    <p:sldLayoutId id="2147483773" r:id="rId36"/>
    <p:sldLayoutId id="2147483778" r:id="rId37"/>
    <p:sldLayoutId id="2147483780" r:id="rId38"/>
    <p:sldLayoutId id="2147483781" r:id="rId39"/>
    <p:sldLayoutId id="2147483782" r:id="rId40"/>
    <p:sldLayoutId id="2147483761" r:id="rId41"/>
    <p:sldLayoutId id="2147483655" r:id="rId42"/>
    <p:sldLayoutId id="2147483684" r:id="rId43"/>
    <p:sldLayoutId id="2147483784" r:id="rId44"/>
    <p:sldLayoutId id="2147483797" r:id="rId45"/>
    <p:sldLayoutId id="2147483810" r:id="rId46"/>
  </p:sldLayoutIdLst>
  <p:hf hdr="0" dt="0"/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spcAft>
          <a:spcPts val="600"/>
        </a:spcAft>
        <a:buNone/>
        <a:defRPr sz="3200" b="0" i="0" kern="1200">
          <a:solidFill>
            <a:schemeClr val="tx1"/>
          </a:solidFill>
          <a:latin typeface="PP Neue Machina Plain" pitchFamily="2" charset="77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00000"/>
        </a:lnSpc>
        <a:spcBef>
          <a:spcPts val="1000"/>
        </a:spcBef>
        <a:spcAft>
          <a:spcPts val="600"/>
        </a:spcAft>
        <a:buFont typeface="Arial" panose="020B0604020202020204" pitchFamily="34" charset="0"/>
        <a:buChar char="•"/>
        <a:defRPr sz="2800" b="0" i="0" kern="1200">
          <a:solidFill>
            <a:schemeClr val="tx1"/>
          </a:solidFill>
          <a:latin typeface="Verdana" panose="020B0604030504040204" pitchFamily="34" charset="0"/>
          <a:ea typeface="Verdana" panose="020B0604030504040204" pitchFamily="34" charset="0"/>
          <a:cs typeface="Verdana" panose="020B0604030504040204" pitchFamily="34" charset="0"/>
        </a:defRPr>
      </a:lvl1pPr>
      <a:lvl2pPr marL="685800" indent="-228600" algn="l" defTabSz="914400" rtl="0" eaLnBrk="1" latinLnBrk="0" hangingPunct="1">
        <a:lnSpc>
          <a:spcPct val="100000"/>
        </a:lnSpc>
        <a:spcBef>
          <a:spcPts val="500"/>
        </a:spcBef>
        <a:spcAft>
          <a:spcPts val="600"/>
        </a:spcAft>
        <a:buFont typeface="Arial" panose="020B0604020202020204" pitchFamily="34" charset="0"/>
        <a:buChar char="•"/>
        <a:defRPr sz="2400" b="0" i="0" kern="1200">
          <a:solidFill>
            <a:schemeClr val="tx1"/>
          </a:solidFill>
          <a:latin typeface="Verdana" panose="020B0604030504040204" pitchFamily="34" charset="0"/>
          <a:ea typeface="Verdana" panose="020B0604030504040204" pitchFamily="34" charset="0"/>
          <a:cs typeface="Verdana" panose="020B0604030504040204" pitchFamily="34" charset="0"/>
        </a:defRPr>
      </a:lvl2pPr>
      <a:lvl3pPr marL="1143000" indent="-228600" algn="l" defTabSz="914400" rtl="0" eaLnBrk="1" latinLnBrk="0" hangingPunct="1">
        <a:lnSpc>
          <a:spcPct val="100000"/>
        </a:lnSpc>
        <a:spcBef>
          <a:spcPts val="500"/>
        </a:spcBef>
        <a:spcAft>
          <a:spcPts val="600"/>
        </a:spcAft>
        <a:buFont typeface="Arial" panose="020B0604020202020204" pitchFamily="34" charset="0"/>
        <a:buChar char="•"/>
        <a:defRPr sz="2000" b="0" i="0" kern="1200">
          <a:solidFill>
            <a:schemeClr val="tx1"/>
          </a:solidFill>
          <a:latin typeface="Verdana" panose="020B0604030504040204" pitchFamily="34" charset="0"/>
          <a:ea typeface="Verdana" panose="020B0604030504040204" pitchFamily="34" charset="0"/>
          <a:cs typeface="Verdana" panose="020B0604030504040204" pitchFamily="34" charset="0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200" b="0" i="0" kern="1200">
          <a:solidFill>
            <a:schemeClr val="tx1"/>
          </a:solidFill>
          <a:latin typeface="Avenir LT 45 Book" panose="020B0503020000020003" pitchFamily="34" charset="0"/>
          <a:ea typeface="+mn-ea"/>
          <a:cs typeface="Arial" panose="020B0604020202020204" pitchFamily="34" charset="0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200" b="0" i="0" kern="1200">
          <a:solidFill>
            <a:schemeClr val="tx1"/>
          </a:solidFill>
          <a:latin typeface="Avenir LT 45 Book" panose="020B0503020000020003" pitchFamily="34" charset="0"/>
          <a:ea typeface="+mn-ea"/>
          <a:cs typeface="Arial" panose="020B060402020202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  <p15:guide id="3" pos="316" userDrawn="1">
          <p15:clr>
            <a:srgbClr val="F26B43"/>
          </p15:clr>
        </p15:guide>
        <p15:guide id="4" pos="7354" userDrawn="1">
          <p15:clr>
            <a:srgbClr val="F26B43"/>
          </p15:clr>
        </p15:guide>
        <p15:guide id="5" orient="horz" pos="3898" userDrawn="1">
          <p15:clr>
            <a:srgbClr val="F26B43"/>
          </p15:clr>
        </p15:guide>
        <p15:guide id="6" orient="horz" pos="1136" userDrawn="1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3152"/>
          </a:xfrm>
          <a:prstGeom prst="rect">
            <a:avLst/>
          </a:prstGeom>
          <a:solidFill>
            <a:srgbClr val="0085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15938" y="435852"/>
            <a:ext cx="137160" cy="137160"/>
          </a:xfrm>
          <a:prstGeom prst="rect">
            <a:avLst/>
          </a:prstGeom>
          <a:solidFill>
            <a:srgbClr val="CC00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21678" y="435852"/>
            <a:ext cx="10885804" cy="1536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CC0066"/>
                </a:solidFill>
                <a:latin typeface="Inter"/>
              </a:rPr>
              <a:t>OUR APPROACH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5938" y="710172"/>
            <a:ext cx="11160124" cy="4526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>
                <a:solidFill>
                  <a:srgbClr val="000000"/>
                </a:solidFill>
                <a:latin typeface="Space Grotesk"/>
              </a:rPr>
              <a:t>A structured path from assessment to impact</a:t>
            </a:r>
          </a:p>
        </p:txBody>
      </p:sp>
      <p:sp>
        <p:nvSpPr>
          <p:cNvPr id="6" name="Rectangle 5"/>
          <p:cNvSpPr/>
          <p:nvPr/>
        </p:nvSpPr>
        <p:spPr>
          <a:xfrm>
            <a:off x="515938" y="1374289"/>
            <a:ext cx="2687160" cy="5283711"/>
          </a:xfrm>
          <a:prstGeom prst="rect">
            <a:avLst/>
          </a:prstGeom>
          <a:solidFill>
            <a:srgbClr val="FFFFFF"/>
          </a:solidFill>
          <a:ln w="9525">
            <a:solidFill>
              <a:srgbClr val="7175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15938" y="1374289"/>
            <a:ext cx="2687160" cy="914400"/>
          </a:xfrm>
          <a:prstGeom prst="rect">
            <a:avLst/>
          </a:prstGeom>
          <a:solidFill>
            <a:srgbClr val="0085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4538" y="1511449"/>
            <a:ext cx="2229960" cy="548640"/>
          </a:xfrm>
          <a:prstGeom prst="rect">
            <a:avLst/>
          </a:prstGeom>
          <a:solidFill>
            <a:srgbClr val="008567"/>
          </a:solidFill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Space Grotesk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4538" y="2425849"/>
            <a:ext cx="2229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008567"/>
                </a:solidFill>
                <a:latin typeface="Inter"/>
              </a:rPr>
              <a:t>ASSESS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4538" y="2928769"/>
            <a:ext cx="2229960" cy="350063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000000"/>
                </a:solidFill>
                <a:latin typeface="Inter"/>
              </a:rPr>
              <a:t>Evaluate current capabilities against the AI-readiness framework. Identify gaps and opportunities.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340258" y="1374289"/>
            <a:ext cx="2687160" cy="5283711"/>
          </a:xfrm>
          <a:prstGeom prst="rect">
            <a:avLst/>
          </a:prstGeom>
          <a:solidFill>
            <a:srgbClr val="FFFFFF"/>
          </a:solidFill>
          <a:ln w="9525">
            <a:solidFill>
              <a:srgbClr val="7175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340258" y="1374289"/>
            <a:ext cx="2687160" cy="914400"/>
          </a:xfrm>
          <a:prstGeom prst="rect">
            <a:avLst/>
          </a:prstGeom>
          <a:solidFill>
            <a:srgbClr val="0085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568858" y="1511449"/>
            <a:ext cx="2229960" cy="548640"/>
          </a:xfrm>
          <a:prstGeom prst="rect">
            <a:avLst/>
          </a:prstGeom>
          <a:solidFill>
            <a:srgbClr val="008567"/>
          </a:solidFill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Space Grotesk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8858" y="2425849"/>
            <a:ext cx="2229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008567"/>
                </a:solidFill>
                <a:latin typeface="Inter"/>
              </a:rPr>
              <a:t>DESIGN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68858" y="2928769"/>
            <a:ext cx="2229960" cy="350063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000000"/>
                </a:solidFill>
                <a:latin typeface="Inter"/>
              </a:rPr>
              <a:t>Custom program architecture aligned to organizational maturity and strategic priorities.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164579" y="1374289"/>
            <a:ext cx="2687160" cy="5283711"/>
          </a:xfrm>
          <a:prstGeom prst="rect">
            <a:avLst/>
          </a:prstGeom>
          <a:solidFill>
            <a:srgbClr val="FFFFFF"/>
          </a:solidFill>
          <a:ln w="9525">
            <a:solidFill>
              <a:srgbClr val="7175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64579" y="1374289"/>
            <a:ext cx="2687160" cy="914400"/>
          </a:xfrm>
          <a:prstGeom prst="rect">
            <a:avLst/>
          </a:prstGeom>
          <a:solidFill>
            <a:srgbClr val="0085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93179" y="1511449"/>
            <a:ext cx="2229960" cy="548640"/>
          </a:xfrm>
          <a:prstGeom prst="rect">
            <a:avLst/>
          </a:prstGeom>
          <a:solidFill>
            <a:srgbClr val="008567"/>
          </a:solidFill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Space Grotesk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93179" y="2425849"/>
            <a:ext cx="2229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008567"/>
                </a:solidFill>
                <a:latin typeface="Inter"/>
              </a:rPr>
              <a:t>BUILD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93179" y="2928769"/>
            <a:ext cx="2229960" cy="350063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000000"/>
                </a:solidFill>
                <a:latin typeface="Inter"/>
              </a:rPr>
              <a:t>Develop talent pipelines with hands-on projects, mentorship, and progressive challenges.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988899" y="1374289"/>
            <a:ext cx="2687160" cy="5283711"/>
          </a:xfrm>
          <a:prstGeom prst="rect">
            <a:avLst/>
          </a:prstGeom>
          <a:solidFill>
            <a:srgbClr val="FFFFFF"/>
          </a:solidFill>
          <a:ln w="9525">
            <a:solidFill>
              <a:srgbClr val="7175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988899" y="1374289"/>
            <a:ext cx="2687160" cy="914400"/>
          </a:xfrm>
          <a:prstGeom prst="rect">
            <a:avLst/>
          </a:prstGeom>
          <a:solidFill>
            <a:srgbClr val="0085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17499" y="1511449"/>
            <a:ext cx="2229960" cy="548640"/>
          </a:xfrm>
          <a:prstGeom prst="rect">
            <a:avLst/>
          </a:prstGeom>
          <a:solidFill>
            <a:srgbClr val="008567"/>
          </a:solidFill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Space Grotesk"/>
              </a:rPr>
              <a:t>04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17499" y="2425849"/>
            <a:ext cx="2229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008567"/>
                </a:solidFill>
                <a:latin typeface="Inter"/>
              </a:rPr>
              <a:t>SCALE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17499" y="2928769"/>
            <a:ext cx="2229960" cy="350063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000000"/>
                </a:solidFill>
                <a:latin typeface="Inter"/>
              </a:rPr>
              <a:t>Operationalize the model across business units with governance and measurement frameworks.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tandard">
  <a:themeElements>
    <a:clrScheme name="ASCENDION COLOR PALETTE 2022">
      <a:dk1>
        <a:srgbClr val="000000"/>
      </a:dk1>
      <a:lt1>
        <a:srgbClr val="FFFFFF"/>
      </a:lt1>
      <a:dk2>
        <a:srgbClr val="71758A"/>
      </a:dk2>
      <a:lt2>
        <a:srgbClr val="AFAAB9"/>
      </a:lt2>
      <a:accent1>
        <a:srgbClr val="008567"/>
      </a:accent1>
      <a:accent2>
        <a:srgbClr val="CC0066"/>
      </a:accent2>
      <a:accent3>
        <a:srgbClr val="FFCC00"/>
      </a:accent3>
      <a:accent4>
        <a:srgbClr val="6666CC"/>
      </a:accent4>
      <a:accent5>
        <a:srgbClr val="AFAAB9"/>
      </a:accent5>
      <a:accent6>
        <a:srgbClr val="71758A"/>
      </a:accent6>
      <a:hlink>
        <a:srgbClr val="0563C1"/>
      </a:hlink>
      <a:folHlink>
        <a:srgbClr val="954F72"/>
      </a:folHlink>
    </a:clrScheme>
    <a:fontScheme name="Consolas-Verdana">
      <a:majorFont>
        <a:latin typeface="Consolas" panose="020B0609020204030204"/>
        <a:ea typeface=""/>
        <a:cs typeface=""/>
        <a:font script="Jpan" typeface="HG丸ｺﾞｼｯｸM-PRO"/>
        <a:font script="Hang" typeface="HY중고딕"/>
        <a:font script="Hans" typeface="华文楷体"/>
        <a:font script="Hant" typeface="新細明體"/>
        <a:font script="Arab" typeface="Tahoma"/>
        <a:font script="Hebr" typeface="Levenim MT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Verdana" panose="020B0604030504040204"/>
        <a:ea typeface=""/>
        <a:cs typeface=""/>
        <a:font script="Jpan" typeface="ＭＳ ゴシック"/>
        <a:font script="Hang" typeface="굴림"/>
        <a:font script="Hans" typeface="微软雅黑"/>
        <a:font script="Hant" typeface="微軟正黑體"/>
        <a:font script="Arab" typeface="Tahoma"/>
        <a:font script="Hebr" typeface="Tahoma"/>
        <a:font script="Thai" typeface="Frees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resentation1" id="{1E3F4082-7808-4881-B841-DF50AC8472A2}" vid="{AD8F05DF-AF63-4EFF-8DEB-D5CA5C06AB57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webextensions/_rels/taskpanes.xml.rels><?xml version='1.0' encoding='UTF-8' standalone='yes'?>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38C13D2B-F1EC-844E-99A6-74D146E27393}">
  <we:reference id="wa200010001" version="1.0.0.1" store="en-US" storeType="OMEX"/>
  <we:alternateReferences>
    <we:reference id="wa200010001" version="1.0.0.1" store="" storeType="OMEX"/>
  </we:alternateReferences>
  <we:properties>
    <we:property name="Office.AutoShowTaskpaneWithDocument" value="true"/>
  </we:properties>
  <we:bindings/>
  <we:snapshot xmlns:r="http://schemas.openxmlformats.org/officeDocument/2006/relationships"/>
</we:webextension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DA7BCA0DE6048A4C903DDDE99C8A88E6" ma:contentTypeVersion="8" ma:contentTypeDescription="Create a new document." ma:contentTypeScope="" ma:versionID="3bca21b939a75d9e88adf6d80d63258a">
  <xsd:schema xmlns:xsd="http://www.w3.org/2001/XMLSchema" xmlns:xs="http://www.w3.org/2001/XMLSchema" xmlns:p="http://schemas.microsoft.com/office/2006/metadata/properties" xmlns:ns2="36eca204-8201-4f31-aebb-d1926fadfda8" xmlns:ns3="7ab9c3be-024f-4023-af36-b16ce83c127d" xmlns:ns4="df3a2ffa-4a31-4ce9-9b0f-c6fcd9f7dd95" targetNamespace="http://schemas.microsoft.com/office/2006/metadata/properties" ma:root="true" ma:fieldsID="63cbd1a78e3fac3266cd4bb62a1238ab" ns2:_="" ns3:_="" ns4:_="">
    <xsd:import namespace="36eca204-8201-4f31-aebb-d1926fadfda8"/>
    <xsd:import namespace="7ab9c3be-024f-4023-af36-b16ce83c127d"/>
    <xsd:import namespace="df3a2ffa-4a31-4ce9-9b0f-c6fcd9f7dd95"/>
    <xsd:element name="properties">
      <xsd:complexType>
        <xsd:sequence>
          <xsd:element name="documentManagement">
            <xsd:complexType>
              <xsd:all>
                <xsd:element ref="ns2:lcf76f155ced4ddcb4097134ff3c332f" minOccurs="0"/>
                <xsd:element ref="ns3:TaxCatchAll" minOccurs="0"/>
                <xsd:element ref="ns4:MediaServiceMetadata" minOccurs="0"/>
                <xsd:element ref="ns4:MediaServiceFastMetadata" minOccurs="0"/>
                <xsd:element ref="ns4:MediaServiceGenerationTime" minOccurs="0"/>
                <xsd:element ref="ns4:MediaServiceEventHashCode" minOccurs="0"/>
                <xsd:element ref="ns4:MediaServiceOCR" minOccurs="0"/>
                <xsd:element ref="ns2:MediaServiceDateTaken" minOccurs="0"/>
                <xsd:element ref="ns2:MediaLengthInSeconds" minOccurs="0"/>
                <xsd:element ref="ns2:MediaServiceObjectDetectorVersions" minOccurs="0"/>
                <xsd:element ref="ns2:MediaServiceSearchProperties" minOccurs="0"/>
                <xsd:element ref="ns2:MediaServiceBilling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36eca204-8201-4f31-aebb-d1926fadfda8" elementFormDefault="qualified">
    <xsd:import namespace="http://schemas.microsoft.com/office/2006/documentManagement/types"/>
    <xsd:import namespace="http://schemas.microsoft.com/office/infopath/2007/PartnerControls"/>
    <xsd:element name="lcf76f155ced4ddcb4097134ff3c332f" ma:index="8" nillable="true" ma:taxonomy="true" ma:internalName="lcf76f155ced4ddcb4097134ff3c332f" ma:taxonomyFieldName="MediaServiceImageTags" ma:displayName="Image Tags" ma:readOnly="false" ma:fieldId="{5cf76f15-5ced-4ddc-b409-7134ff3c332f}" ma:taxonomyMulti="true" ma:sspId="ed186d10-97f7-4892-a460-100f03a627e3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DateTaken" ma:index="16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LengthInSeconds" ma:index="17" nillable="true" ma:displayName="MediaLengthInSeconds" ma:hidden="true" ma:internalName="MediaLengthInSeconds" ma:readOnly="true">
      <xsd:simpleType>
        <xsd:restriction base="dms:Unknown"/>
      </xsd:simpleType>
    </xsd:element>
    <xsd:element name="MediaServiceObjectDetectorVersions" ma:index="18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19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BillingMetadata" ma:index="20" nillable="true" ma:displayName="MediaServiceBillingMetadata" ma:hidden="true" ma:internalName="MediaServiceBillingMetadata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ab9c3be-024f-4023-af36-b16ce83c127d" elementFormDefault="qualified">
    <xsd:import namespace="http://schemas.microsoft.com/office/2006/documentManagement/types"/>
    <xsd:import namespace="http://schemas.microsoft.com/office/infopath/2007/PartnerControls"/>
    <xsd:element name="TaxCatchAll" ma:index="9" nillable="true" ma:displayName="Taxonomy Catch All Column" ma:hidden="true" ma:list="{ed33cc2b-5f74-40ff-a7a6-0805f592ce51}" ma:internalName="TaxCatchAll" ma:showField="CatchAllData" ma:web="7ab9c3be-024f-4023-af36-b16ce83c127d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df3a2ffa-4a31-4ce9-9b0f-c6fcd9f7dd95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11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2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4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OCR" ma:index="15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36eca204-8201-4f31-aebb-d1926fadfda8">
      <Terms xmlns="http://schemas.microsoft.com/office/infopath/2007/PartnerControls"/>
    </lcf76f155ced4ddcb4097134ff3c332f>
    <TaxCatchAll xmlns="7ab9c3be-024f-4023-af36-b16ce83c127d" xsi:nil="true"/>
  </documentManagement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510F2661-260B-4420-A687-8D79F45D28E2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36eca204-8201-4f31-aebb-d1926fadfda8"/>
    <ds:schemaRef ds:uri="7ab9c3be-024f-4023-af36-b16ce83c127d"/>
    <ds:schemaRef ds:uri="df3a2ffa-4a31-4ce9-9b0f-c6fcd9f7dd95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CE7794F9-0931-48EE-8DE7-AEB1CD229081}">
  <ds:schemaRefs>
    <ds:schemaRef ds:uri="36eca204-8201-4f31-aebb-d1926fadfda8"/>
    <ds:schemaRef ds:uri="7ab9c3be-024f-4023-af36-b16ce83c127d"/>
    <ds:schemaRef ds:uri="df3a2ffa-4a31-4ce9-9b0f-c6fcd9f7dd95"/>
    <ds:schemaRef ds:uri="http://purl.org/dc/dcmitype/"/>
    <ds:schemaRef ds:uri="http://purl.org/dc/elements/1.1/"/>
    <ds:schemaRef ds:uri="http://purl.org/dc/terms/"/>
    <ds:schemaRef ds:uri="http://schemas.microsoft.com/office/2006/documentManagement/types"/>
    <ds:schemaRef ds:uri="http://schemas.microsoft.com/office/2006/metadata/properties"/>
    <ds:schemaRef ds:uri="http://schemas.microsoft.com/office/infopath/2007/PartnerControls"/>
    <ds:schemaRef ds:uri="http://schemas.openxmlformats.org/package/2006/metadata/core-properties"/>
    <ds:schemaRef ds:uri="http://www.w3.org/XML/1998/namespace"/>
  </ds:schemaRefs>
</ds:datastoreItem>
</file>

<file path=customXml/itemProps3.xml><?xml version="1.0" encoding="utf-8"?>
<ds:datastoreItem xmlns:ds="http://schemas.openxmlformats.org/officeDocument/2006/customXml" ds:itemID="{54272DEC-9A36-4E8E-BFDF-2C4C0E31A4EB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Ascendion_Template_Slide Master Full Set</Template>
  <TotalTime>35</TotalTime>
  <Words>2186</Words>
  <Application>Microsoft Macintosh PowerPoint</Application>
  <PresentationFormat>Widescreen</PresentationFormat>
  <Paragraphs>379</Paragraphs>
  <Slides>20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11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32" baseType="lpstr">
      <vt:lpstr>-webkit-standard</vt:lpstr>
      <vt:lpstr>Aptos</vt:lpstr>
      <vt:lpstr>Arial</vt:lpstr>
      <vt:lpstr>Avenir LT 45 Book</vt:lpstr>
      <vt:lpstr>Calibri</vt:lpstr>
      <vt:lpstr>Century Gothic</vt:lpstr>
      <vt:lpstr>PP Neue Machina Inktrap Italic</vt:lpstr>
      <vt:lpstr>PP Neue Machina Plain</vt:lpstr>
      <vt:lpstr>PP Neue Machina Plain Italic</vt:lpstr>
      <vt:lpstr>PP Neue Machina Plain Ultrabold</vt:lpstr>
      <vt:lpstr>Verdana</vt:lpstr>
      <vt:lpstr>Standard</vt:lpstr>
      <vt:lpstr>Design Guidelines And Tips Read Me And Delete Me</vt:lpstr>
      <vt:lpstr>PowerPoint Presentation</vt:lpstr>
      <vt:lpstr>An AI-Powered Software Engineering Disruptor</vt:lpstr>
      <vt:lpstr>Serving Clients Locally Across the Globe</vt:lpstr>
      <vt:lpstr>Global Hubs Are Essential “Anchors” For Delivery</vt:lpstr>
      <vt:lpstr>AI Studios Spark Co-Innovation With Clients</vt:lpstr>
      <vt:lpstr>Solving Global Engineering Problems </vt:lpstr>
      <vt:lpstr>Software Engineering At The Intersection Of Technology And Talent Our Core Services  </vt:lpstr>
      <vt:lpstr>Leaders Are Wrestling With Three Challenges</vt:lpstr>
      <vt:lpstr>Leading With AAVA™ Platform For EngineeringAI</vt:lpstr>
      <vt:lpstr>Industry Analysts Are Validating Our Progress</vt:lpstr>
      <vt:lpstr>Ascendion Takes Gold as 2025 AI Service Provider of the Year!</vt:lpstr>
      <vt:lpstr>Leaders Are Wrestling With Three Challenges</vt:lpstr>
      <vt:lpstr>AI Arbitrage Will Unlock Capital For Innovation GenAI Is “Eating” IT Services</vt:lpstr>
      <vt:lpstr>EngineeringAI Is Shifting The Services Demand Curve And Ascendion Can Be Ahead Of The Wave  </vt:lpstr>
      <vt:lpstr>Software Engineering to the POWER of AI</vt:lpstr>
      <vt:lpstr>… AI-powered solutions don’t work “out of the box” </vt:lpstr>
      <vt:lpstr>A New Kind Of Services Company For A New Era Of Business And Technology</vt:lpstr>
      <vt:lpstr>AI &lt;/Recodes&gt; “Tier One” Disrupting The Service Provider League Table  </vt:lpstr>
      <vt:lpstr>Client Outcomes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subject/>
  <dc:creator>harsha s</dc:creator>
  <cp:keywords/>
  <dc:description/>
  <cp:lastModifiedBy>Srinidhi Ramanujam</cp:lastModifiedBy>
  <cp:revision>12</cp:revision>
  <dcterms:created xsi:type="dcterms:W3CDTF">2023-02-15T13:34:07Z</dcterms:created>
  <dcterms:modified xsi:type="dcterms:W3CDTF">2026-03-18T14:37:19Z</dcterms:modified>
  <cp:category>Ascendion confidential</cp:category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0x010100DA7BCA0DE6048A4C903DDDE99C8A88E6</vt:lpwstr>
  </property>
  <property fmtid="{D5CDD505-2E9C-101B-9397-08002B2CF9AE}" pid="3" name="MediaServiceImageTags">
    <vt:lpwstr/>
  </property>
  <property fmtid="{D5CDD505-2E9C-101B-9397-08002B2CF9AE}" pid="4" name="Order">
    <vt:lpwstr>342700.000000000</vt:lpwstr>
  </property>
  <property fmtid="{D5CDD505-2E9C-101B-9397-08002B2CF9AE}" pid="5" name="xd_ProgID">
    <vt:lpwstr/>
  </property>
  <property fmtid="{D5CDD505-2E9C-101B-9397-08002B2CF9AE}" pid="6" name="ComplianceAssetId">
    <vt:lpwstr/>
  </property>
  <property fmtid="{D5CDD505-2E9C-101B-9397-08002B2CF9AE}" pid="7" name="TemplateUrl">
    <vt:lpwstr/>
  </property>
  <property fmtid="{D5CDD505-2E9C-101B-9397-08002B2CF9AE}" pid="8" name="_ExtendedDescription">
    <vt:lpwstr/>
  </property>
  <property fmtid="{D5CDD505-2E9C-101B-9397-08002B2CF9AE}" pid="9" name="TriggerFlowInfo">
    <vt:lpwstr/>
  </property>
  <property fmtid="{D5CDD505-2E9C-101B-9397-08002B2CF9AE}" pid="10" name="xd_Signature">
    <vt:lpwstr/>
  </property>
</Properties>
</file>