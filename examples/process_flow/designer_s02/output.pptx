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3.svg" ContentType="image/svg+xml"/>
  <Override PartName="/ppt/media/image15.svg" ContentType="image/svg+xml"/>
  <Override PartName="/ppt/media/image2.svg" ContentType="image/svg+xml"/>
  <Override PartName="/ppt/media/image5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25"/>
  </p:notesMasterIdLst>
  <p:handoutMasterIdLst>
    <p:handoutMasterId r:id="rId26"/>
  </p:handoutMasterIdLst>
  <p:sldIdLst>
    <p:sldId id="25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566"/>
    <a:srgbClr val="00FAC2"/>
    <a:srgbClr val="7161E2"/>
    <a:srgbClr val="E3056C"/>
    <a:srgbClr val="FFC000"/>
    <a:srgbClr val="7175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019"/>
    <p:restoredTop sz="94640"/>
  </p:normalViewPr>
  <p:slideViewPr>
    <p:cSldViewPr snapToGrid="0">
      <p:cViewPr varScale="1">
        <p:scale>
          <a:sx n="97" d="100"/>
          <a:sy n="97" d="100"/>
        </p:scale>
        <p:origin x="216" y="6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1.xml"/><Relationship Id="rId25" Type="http://schemas.openxmlformats.org/officeDocument/2006/relationships/notesMaster" Target="notesMasters/notesMaster1.xml"/><Relationship Id="rId26" Type="http://schemas.openxmlformats.org/officeDocument/2006/relationships/handoutMaster" Target="handoutMasters/handout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8B1E7C6-5578-E323-E837-9DDAEFD8D02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83661BF-C6F4-E225-58DD-9999B5D7460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734DC5-EEDE-A04F-AA3F-D286758DCD52}" type="datetimeFigureOut">
              <a:rPr lang="en-US" smtClean="0">
                <a:latin typeface="Aptos" panose="020B0004020202020204" pitchFamily="34" charset="0"/>
              </a:rPr>
              <a:t>3/18/26</a:t>
            </a:fld>
            <a:endParaRPr lang="en-US">
              <a:latin typeface="Aptos" panose="020B00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B00873-FF02-A808-9496-FD4FF0584FD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8D2097-5AEF-C76B-0B5C-3594D932D25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CECA31-F8FE-9746-8883-6AF975086AE4}" type="slidenum">
              <a:rPr lang="en-US" smtClean="0">
                <a:latin typeface="Aptos" panose="020B0004020202020204" pitchFamily="34" charset="0"/>
              </a:rPr>
              <a:t>‹#›</a:t>
            </a:fld>
            <a:endParaRPr lang="en-US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126175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ptos" panose="020B00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ptos" panose="020B0004020202020204" pitchFamily="34" charset="0"/>
              </a:defRPr>
            </a:lvl1pPr>
          </a:lstStyle>
          <a:p>
            <a:fld id="{AFD771B4-472F-9C43-8E1B-6B32F2DCB1DF}" type="datetimeFigureOut">
              <a:rPr lang="en-US" smtClean="0"/>
              <a:pPr/>
              <a:t>3/18/26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ptos" panose="020B00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ptos" panose="020B0004020202020204" pitchFamily="34" charset="0"/>
              </a:defRPr>
            </a:lvl1pPr>
          </a:lstStyle>
          <a:p>
            <a:fld id="{8759DC7E-E758-5842-B145-82C949C0E2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73693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Relationship Id="rId3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<Relationship Id="rId3" Type="http://schemas.openxmlformats.org/officeDocument/2006/relationships/image" Target="../media/image7.png"/><Relationship Id="rId4" Type="http://schemas.openxmlformats.org/officeDocument/2006/relationships/image" Target="../media/image8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8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8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13.sv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13.sv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15.sv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15.sv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13.sv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15.sv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www.instagram.com/ascendionofficial/" TargetMode="External"/><Relationship Id="rId3" Type="http://schemas.openxmlformats.org/officeDocument/2006/relationships/image" Target="../media/image17.emf"/><Relationship Id="rId4" Type="http://schemas.openxmlformats.org/officeDocument/2006/relationships/hyperlink" Target="https://www.youtube.com/@ascendioninc" TargetMode="External"/><Relationship Id="rId5" Type="http://schemas.openxmlformats.org/officeDocument/2006/relationships/image" Target="../media/image18.emf"/><Relationship Id="rId6" Type="http://schemas.openxmlformats.org/officeDocument/2006/relationships/hyperlink" Target="https://www.linkedin.com/company/ascendion/" TargetMode="External"/><Relationship Id="rId7" Type="http://schemas.openxmlformats.org/officeDocument/2006/relationships/image" Target="../media/image19.emf"/><Relationship Id="rId8" Type="http://schemas.openxmlformats.org/officeDocument/2006/relationships/image" Target="../media/image20.pn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www.instagram.com/ascendionofficial/" TargetMode="External"/><Relationship Id="rId3" Type="http://schemas.openxmlformats.org/officeDocument/2006/relationships/image" Target="../media/image17.emf"/><Relationship Id="rId4" Type="http://schemas.openxmlformats.org/officeDocument/2006/relationships/hyperlink" Target="https://www.youtube.com/@ascendioninc" TargetMode="External"/><Relationship Id="rId5" Type="http://schemas.openxmlformats.org/officeDocument/2006/relationships/image" Target="../media/image18.emf"/><Relationship Id="rId6" Type="http://schemas.openxmlformats.org/officeDocument/2006/relationships/hyperlink" Target="https://www.linkedin.com/company/ascendion/" TargetMode="External"/><Relationship Id="rId7" Type="http://schemas.openxmlformats.org/officeDocument/2006/relationships/image" Target="../media/image19.emf"/><Relationship Id="rId8" Type="http://schemas.openxmlformats.org/officeDocument/2006/relationships/image" Target="../media/image20.pn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Imag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 person standing on a mountain with a green light behind it&#10;&#10;Description automatically generated">
            <a:extLst>
              <a:ext uri="{FF2B5EF4-FFF2-40B4-BE49-F238E27FC236}">
                <a16:creationId xmlns:a16="http://schemas.microsoft.com/office/drawing/2014/main" id="{61920412-0D2A-5CF7-3B96-4BEB83DAB69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2" name="Title 1" descr="ph_title">
            <a:extLst>
              <a:ext uri="{FF2B5EF4-FFF2-40B4-BE49-F238E27FC236}">
                <a16:creationId xmlns:a16="http://schemas.microsoft.com/office/drawing/2014/main" id="{F2156418-9B91-0A3B-C2C9-EDC6E679B5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01650" y="1417801"/>
            <a:ext cx="10642830" cy="1919123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4800" b="0" i="0">
                <a:solidFill>
                  <a:schemeClr val="bg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 descr="ph_subtitle">
            <a:extLst>
              <a:ext uri="{FF2B5EF4-FFF2-40B4-BE49-F238E27FC236}">
                <a16:creationId xmlns:a16="http://schemas.microsoft.com/office/drawing/2014/main" id="{16502C2A-CFCA-9D76-87CA-E72B0507C8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1649" y="3429000"/>
            <a:ext cx="10642831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2400"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86102AD-CBA8-BCC0-08F5-A309A1343F6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0996" y="264552"/>
            <a:ext cx="2401377" cy="902226"/>
          </a:xfrm>
          <a:prstGeom prst="rect">
            <a:avLst/>
          </a:prstGeom>
        </p:spPr>
      </p:pic>
      <p:sp>
        <p:nvSpPr>
          <p:cNvPr id="9" name="Text Placeholder 4" descr="ph_body">
            <a:extLst>
              <a:ext uri="{FF2B5EF4-FFF2-40B4-BE49-F238E27FC236}">
                <a16:creationId xmlns:a16="http://schemas.microsoft.com/office/drawing/2014/main" id="{3B1259AF-0A33-8090-B5CE-FA1916084C9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1650" y="5928527"/>
            <a:ext cx="5594350" cy="259548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552223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Image 5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erson standing in a room with clouds in the sky&#10;&#10;Description automatically generated">
            <a:extLst>
              <a:ext uri="{FF2B5EF4-FFF2-40B4-BE49-F238E27FC236}">
                <a16:creationId xmlns:a16="http://schemas.microsoft.com/office/drawing/2014/main" id="{149F3D3C-32AF-0969-43BC-A90F2D14633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5084" b="28665"/>
          <a:stretch/>
        </p:blipFill>
        <p:spPr>
          <a:xfrm>
            <a:off x="0" y="0"/>
            <a:ext cx="12192000" cy="6858001"/>
          </a:xfrm>
          <a:prstGeom prst="rect">
            <a:avLst/>
          </a:prstGeom>
        </p:spPr>
      </p:pic>
      <p:sp>
        <p:nvSpPr>
          <p:cNvPr id="2" name="Title 1" descr="ph_title">
            <a:extLst>
              <a:ext uri="{FF2B5EF4-FFF2-40B4-BE49-F238E27FC236}">
                <a16:creationId xmlns:a16="http://schemas.microsoft.com/office/drawing/2014/main" id="{F2156418-9B91-0A3B-C2C9-EDC6E679B5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01650" y="1417801"/>
            <a:ext cx="8686955" cy="1919124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4800" b="0" i="0">
                <a:solidFill>
                  <a:schemeClr val="tx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3" name="Subtitle 2" descr="ph_subtitle">
            <a:extLst>
              <a:ext uri="{FF2B5EF4-FFF2-40B4-BE49-F238E27FC236}">
                <a16:creationId xmlns:a16="http://schemas.microsoft.com/office/drawing/2014/main" id="{16502C2A-CFCA-9D76-87CA-E72B0507C8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1650" y="3429000"/>
            <a:ext cx="8686956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2400"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9" name="Text Placeholder 4" descr="ph_body">
            <a:extLst>
              <a:ext uri="{FF2B5EF4-FFF2-40B4-BE49-F238E27FC236}">
                <a16:creationId xmlns:a16="http://schemas.microsoft.com/office/drawing/2014/main" id="{3B1259AF-0A33-8090-B5CE-FA1916084C9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1650" y="5928527"/>
            <a:ext cx="5594350" cy="259548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7F6A5CF2-3D3A-5893-6892-72438134385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0990" y="264708"/>
            <a:ext cx="2401383" cy="902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67793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Half Image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raphic 25">
            <a:extLst>
              <a:ext uri="{FF2B5EF4-FFF2-40B4-BE49-F238E27FC236}">
                <a16:creationId xmlns:a16="http://schemas.microsoft.com/office/drawing/2014/main" id="{EC8D6301-82DA-9C18-68FC-4279A75663B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0990" y="264708"/>
            <a:ext cx="2401383" cy="902227"/>
          </a:xfrm>
          <a:prstGeom prst="rect">
            <a:avLst/>
          </a:prstGeom>
        </p:spPr>
      </p:pic>
      <p:sp>
        <p:nvSpPr>
          <p:cNvPr id="4" name="Title 1" descr="ph_title">
            <a:extLst>
              <a:ext uri="{FF2B5EF4-FFF2-40B4-BE49-F238E27FC236}">
                <a16:creationId xmlns:a16="http://schemas.microsoft.com/office/drawing/2014/main" id="{F02C194C-2167-463C-2D56-9EF334BEF11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01650" y="1803400"/>
            <a:ext cx="5358823" cy="2170147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4800" b="0" i="0">
                <a:solidFill>
                  <a:schemeClr val="tx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ubtitle 2" descr="ph_subtitle">
            <a:extLst>
              <a:ext uri="{FF2B5EF4-FFF2-40B4-BE49-F238E27FC236}">
                <a16:creationId xmlns:a16="http://schemas.microsoft.com/office/drawing/2014/main" id="{074F4C90-FB68-4591-7579-3DC050EF86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1650" y="4065623"/>
            <a:ext cx="5358824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400"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Text Placeholder 4" descr="ph_body">
            <a:extLst>
              <a:ext uri="{FF2B5EF4-FFF2-40B4-BE49-F238E27FC236}">
                <a16:creationId xmlns:a16="http://schemas.microsoft.com/office/drawing/2014/main" id="{A2EF5E5F-34DB-85E8-6CEC-189B4E724A2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1650" y="5928527"/>
            <a:ext cx="5594350" cy="259548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1400"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Placeholder 19" descr="ph_image">
            <a:extLst>
              <a:ext uri="{FF2B5EF4-FFF2-40B4-BE49-F238E27FC236}">
                <a16:creationId xmlns:a16="http://schemas.microsoft.com/office/drawing/2014/main" id="{B6261D19-82A3-363D-45DC-0106B0CD781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670888" y="-9832"/>
            <a:ext cx="6530347" cy="6886306"/>
          </a:xfrm>
          <a:custGeom>
            <a:avLst/>
            <a:gdLst>
              <a:gd name="connsiteX0" fmla="*/ 0 w 7684893"/>
              <a:gd name="connsiteY0" fmla="*/ 0 h 6867833"/>
              <a:gd name="connsiteX1" fmla="*/ 7684893 w 7684893"/>
              <a:gd name="connsiteY1" fmla="*/ 0 h 6867833"/>
              <a:gd name="connsiteX2" fmla="*/ 7684893 w 7684893"/>
              <a:gd name="connsiteY2" fmla="*/ 6867833 h 6867833"/>
              <a:gd name="connsiteX3" fmla="*/ 1362937 w 7684893"/>
              <a:gd name="connsiteY3" fmla="*/ 6867833 h 6867833"/>
              <a:gd name="connsiteX4" fmla="*/ 1492418 w 7684893"/>
              <a:gd name="connsiteY4" fmla="*/ 6028059 h 6867833"/>
              <a:gd name="connsiteX5" fmla="*/ 1502988 w 7684893"/>
              <a:gd name="connsiteY5" fmla="*/ 6018315 h 6867833"/>
              <a:gd name="connsiteX6" fmla="*/ 0 w 7684893"/>
              <a:gd name="connsiteY6" fmla="*/ 3 h 6867833"/>
              <a:gd name="connsiteX0" fmla="*/ 0 w 7684893"/>
              <a:gd name="connsiteY0" fmla="*/ 0 h 6867833"/>
              <a:gd name="connsiteX1" fmla="*/ 6788966 w 7684893"/>
              <a:gd name="connsiteY1" fmla="*/ 9236 h 6867833"/>
              <a:gd name="connsiteX2" fmla="*/ 7684893 w 7684893"/>
              <a:gd name="connsiteY2" fmla="*/ 6867833 h 6867833"/>
              <a:gd name="connsiteX3" fmla="*/ 1362937 w 7684893"/>
              <a:gd name="connsiteY3" fmla="*/ 6867833 h 6867833"/>
              <a:gd name="connsiteX4" fmla="*/ 1492418 w 7684893"/>
              <a:gd name="connsiteY4" fmla="*/ 6028059 h 6867833"/>
              <a:gd name="connsiteX5" fmla="*/ 1502988 w 7684893"/>
              <a:gd name="connsiteY5" fmla="*/ 6018315 h 6867833"/>
              <a:gd name="connsiteX6" fmla="*/ 0 w 7684893"/>
              <a:gd name="connsiteY6" fmla="*/ 3 h 6867833"/>
              <a:gd name="connsiteX7" fmla="*/ 0 w 7684893"/>
              <a:gd name="connsiteY7" fmla="*/ 0 h 6867833"/>
              <a:gd name="connsiteX0" fmla="*/ 0 w 6835148"/>
              <a:gd name="connsiteY0" fmla="*/ 0 h 6867833"/>
              <a:gd name="connsiteX1" fmla="*/ 6788966 w 6835148"/>
              <a:gd name="connsiteY1" fmla="*/ 9236 h 6867833"/>
              <a:gd name="connsiteX2" fmla="*/ 6835148 w 6835148"/>
              <a:gd name="connsiteY2" fmla="*/ 6867833 h 6867833"/>
              <a:gd name="connsiteX3" fmla="*/ 1362937 w 6835148"/>
              <a:gd name="connsiteY3" fmla="*/ 6867833 h 6867833"/>
              <a:gd name="connsiteX4" fmla="*/ 1492418 w 6835148"/>
              <a:gd name="connsiteY4" fmla="*/ 6028059 h 6867833"/>
              <a:gd name="connsiteX5" fmla="*/ 1502988 w 6835148"/>
              <a:gd name="connsiteY5" fmla="*/ 6018315 h 6867833"/>
              <a:gd name="connsiteX6" fmla="*/ 0 w 6835148"/>
              <a:gd name="connsiteY6" fmla="*/ 3 h 6867833"/>
              <a:gd name="connsiteX7" fmla="*/ 0 w 6835148"/>
              <a:gd name="connsiteY7" fmla="*/ 0 h 6867833"/>
              <a:gd name="connsiteX0" fmla="*/ 0 w 6835148"/>
              <a:gd name="connsiteY0" fmla="*/ 0 h 6867833"/>
              <a:gd name="connsiteX1" fmla="*/ 5948456 w 6835148"/>
              <a:gd name="connsiteY1" fmla="*/ 267854 h 6867833"/>
              <a:gd name="connsiteX2" fmla="*/ 6835148 w 6835148"/>
              <a:gd name="connsiteY2" fmla="*/ 6867833 h 6867833"/>
              <a:gd name="connsiteX3" fmla="*/ 1362937 w 6835148"/>
              <a:gd name="connsiteY3" fmla="*/ 6867833 h 6867833"/>
              <a:gd name="connsiteX4" fmla="*/ 1492418 w 6835148"/>
              <a:gd name="connsiteY4" fmla="*/ 6028059 h 6867833"/>
              <a:gd name="connsiteX5" fmla="*/ 1502988 w 6835148"/>
              <a:gd name="connsiteY5" fmla="*/ 6018315 h 6867833"/>
              <a:gd name="connsiteX6" fmla="*/ 0 w 6835148"/>
              <a:gd name="connsiteY6" fmla="*/ 3 h 6867833"/>
              <a:gd name="connsiteX7" fmla="*/ 0 w 6835148"/>
              <a:gd name="connsiteY7" fmla="*/ 0 h 6867833"/>
              <a:gd name="connsiteX0" fmla="*/ 0 w 6835148"/>
              <a:gd name="connsiteY0" fmla="*/ 0 h 6867833"/>
              <a:gd name="connsiteX1" fmla="*/ 6530347 w 6835148"/>
              <a:gd name="connsiteY1" fmla="*/ 18472 h 6867833"/>
              <a:gd name="connsiteX2" fmla="*/ 6835148 w 6835148"/>
              <a:gd name="connsiteY2" fmla="*/ 6867833 h 6867833"/>
              <a:gd name="connsiteX3" fmla="*/ 1362937 w 6835148"/>
              <a:gd name="connsiteY3" fmla="*/ 6867833 h 6867833"/>
              <a:gd name="connsiteX4" fmla="*/ 1492418 w 6835148"/>
              <a:gd name="connsiteY4" fmla="*/ 6028059 h 6867833"/>
              <a:gd name="connsiteX5" fmla="*/ 1502988 w 6835148"/>
              <a:gd name="connsiteY5" fmla="*/ 6018315 h 6867833"/>
              <a:gd name="connsiteX6" fmla="*/ 0 w 6835148"/>
              <a:gd name="connsiteY6" fmla="*/ 3 h 6867833"/>
              <a:gd name="connsiteX7" fmla="*/ 0 w 6835148"/>
              <a:gd name="connsiteY7" fmla="*/ 0 h 6867833"/>
              <a:gd name="connsiteX0" fmla="*/ 0 w 6530347"/>
              <a:gd name="connsiteY0" fmla="*/ 0 h 6867833"/>
              <a:gd name="connsiteX1" fmla="*/ 6530347 w 6530347"/>
              <a:gd name="connsiteY1" fmla="*/ 18472 h 6867833"/>
              <a:gd name="connsiteX2" fmla="*/ 6345621 w 6530347"/>
              <a:gd name="connsiteY2" fmla="*/ 6812415 h 6867833"/>
              <a:gd name="connsiteX3" fmla="*/ 1362937 w 6530347"/>
              <a:gd name="connsiteY3" fmla="*/ 6867833 h 6867833"/>
              <a:gd name="connsiteX4" fmla="*/ 1492418 w 6530347"/>
              <a:gd name="connsiteY4" fmla="*/ 6028059 h 6867833"/>
              <a:gd name="connsiteX5" fmla="*/ 1502988 w 6530347"/>
              <a:gd name="connsiteY5" fmla="*/ 6018315 h 6867833"/>
              <a:gd name="connsiteX6" fmla="*/ 0 w 6530347"/>
              <a:gd name="connsiteY6" fmla="*/ 3 h 6867833"/>
              <a:gd name="connsiteX7" fmla="*/ 0 w 6530347"/>
              <a:gd name="connsiteY7" fmla="*/ 0 h 6867833"/>
              <a:gd name="connsiteX0" fmla="*/ 0 w 6530347"/>
              <a:gd name="connsiteY0" fmla="*/ 0 h 6886306"/>
              <a:gd name="connsiteX1" fmla="*/ 6530347 w 6530347"/>
              <a:gd name="connsiteY1" fmla="*/ 18472 h 6886306"/>
              <a:gd name="connsiteX2" fmla="*/ 6521112 w 6530347"/>
              <a:gd name="connsiteY2" fmla="*/ 6886306 h 6886306"/>
              <a:gd name="connsiteX3" fmla="*/ 1362937 w 6530347"/>
              <a:gd name="connsiteY3" fmla="*/ 6867833 h 6886306"/>
              <a:gd name="connsiteX4" fmla="*/ 1492418 w 6530347"/>
              <a:gd name="connsiteY4" fmla="*/ 6028059 h 6886306"/>
              <a:gd name="connsiteX5" fmla="*/ 1502988 w 6530347"/>
              <a:gd name="connsiteY5" fmla="*/ 6018315 h 6886306"/>
              <a:gd name="connsiteX6" fmla="*/ 0 w 6530347"/>
              <a:gd name="connsiteY6" fmla="*/ 3 h 6886306"/>
              <a:gd name="connsiteX7" fmla="*/ 0 w 6530347"/>
              <a:gd name="connsiteY7" fmla="*/ 0 h 6886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530347" h="6886306">
                <a:moveTo>
                  <a:pt x="0" y="0"/>
                </a:moveTo>
                <a:lnTo>
                  <a:pt x="6530347" y="18472"/>
                </a:lnTo>
                <a:cubicBezTo>
                  <a:pt x="6527269" y="2307750"/>
                  <a:pt x="6524190" y="4597028"/>
                  <a:pt x="6521112" y="6886306"/>
                </a:cubicBezTo>
                <a:lnTo>
                  <a:pt x="1362937" y="6867833"/>
                </a:lnTo>
                <a:lnTo>
                  <a:pt x="1492418" y="6028059"/>
                </a:lnTo>
                <a:lnTo>
                  <a:pt x="1502988" y="6018315"/>
                </a:lnTo>
                <a:lnTo>
                  <a:pt x="0" y="3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endParaRPr lang="de-DE"/>
          </a:p>
        </p:txBody>
      </p:sp>
      <p:sp>
        <p:nvSpPr>
          <p:cNvPr id="3" name="Graphic 18">
            <a:extLst>
              <a:ext uri="{FF2B5EF4-FFF2-40B4-BE49-F238E27FC236}">
                <a16:creationId xmlns:a16="http://schemas.microsoft.com/office/drawing/2014/main" id="{4B7FCB76-E73E-C251-CC58-12AA070753EC}"/>
              </a:ext>
            </a:extLst>
          </p:cNvPr>
          <p:cNvSpPr/>
          <p:nvPr userDrawn="1"/>
        </p:nvSpPr>
        <p:spPr>
          <a:xfrm>
            <a:off x="5667207" y="0"/>
            <a:ext cx="1504584" cy="6863061"/>
          </a:xfrm>
          <a:custGeom>
            <a:avLst/>
            <a:gdLst>
              <a:gd name="connsiteX0" fmla="*/ 1347938 w 1504584"/>
              <a:gd name="connsiteY0" fmla="*/ 6863062 h 6863061"/>
              <a:gd name="connsiteX1" fmla="*/ 1400196 w 1504584"/>
              <a:gd name="connsiteY1" fmla="*/ 6016314 h 6863061"/>
              <a:gd name="connsiteX2" fmla="*/ 0 w 1504584"/>
              <a:gd name="connsiteY2" fmla="*/ 0 h 6863061"/>
              <a:gd name="connsiteX3" fmla="*/ 1504584 w 1504584"/>
              <a:gd name="connsiteY3" fmla="*/ 6025044 h 6863061"/>
              <a:gd name="connsiteX4" fmla="*/ 1347938 w 1504584"/>
              <a:gd name="connsiteY4" fmla="*/ 6863062 h 6863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04584" h="6863061">
                <a:moveTo>
                  <a:pt x="1347938" y="6863062"/>
                </a:moveTo>
                <a:cubicBezTo>
                  <a:pt x="1365400" y="6580770"/>
                  <a:pt x="1382735" y="6298605"/>
                  <a:pt x="1400196" y="6016314"/>
                </a:cubicBezTo>
                <a:cubicBezTo>
                  <a:pt x="933422" y="4010918"/>
                  <a:pt x="466774" y="2005396"/>
                  <a:pt x="0" y="0"/>
                </a:cubicBezTo>
                <a:cubicBezTo>
                  <a:pt x="501570" y="2008306"/>
                  <a:pt x="1003014" y="4016738"/>
                  <a:pt x="1504584" y="6025044"/>
                </a:cubicBezTo>
                <a:cubicBezTo>
                  <a:pt x="1452327" y="6304426"/>
                  <a:pt x="1400196" y="6583680"/>
                  <a:pt x="1347938" y="6863062"/>
                </a:cubicBezTo>
                <a:close/>
              </a:path>
            </a:pathLst>
          </a:custGeom>
          <a:gradFill flip="none" rotWithShape="1">
            <a:gsLst>
              <a:gs pos="10000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 w="1264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08829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Half 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raphic 25">
            <a:extLst>
              <a:ext uri="{FF2B5EF4-FFF2-40B4-BE49-F238E27FC236}">
                <a16:creationId xmlns:a16="http://schemas.microsoft.com/office/drawing/2014/main" id="{EC8D6301-82DA-9C18-68FC-4279A75663B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0990" y="264708"/>
            <a:ext cx="2401383" cy="902227"/>
          </a:xfrm>
          <a:prstGeom prst="rect">
            <a:avLst/>
          </a:prstGeom>
        </p:spPr>
      </p:pic>
      <p:sp>
        <p:nvSpPr>
          <p:cNvPr id="4" name="Title 1" descr="ph_title">
            <a:extLst>
              <a:ext uri="{FF2B5EF4-FFF2-40B4-BE49-F238E27FC236}">
                <a16:creationId xmlns:a16="http://schemas.microsoft.com/office/drawing/2014/main" id="{F02C194C-2167-463C-2D56-9EF334BEF11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01650" y="1803400"/>
            <a:ext cx="5358823" cy="2170147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4800" b="0" i="0">
                <a:solidFill>
                  <a:schemeClr val="tx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ubtitle 2" descr="ph_subtitle">
            <a:extLst>
              <a:ext uri="{FF2B5EF4-FFF2-40B4-BE49-F238E27FC236}">
                <a16:creationId xmlns:a16="http://schemas.microsoft.com/office/drawing/2014/main" id="{074F4C90-FB68-4591-7579-3DC050EF86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1650" y="4065623"/>
            <a:ext cx="5358824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400"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Text Placeholder 4" descr="ph_body">
            <a:extLst>
              <a:ext uri="{FF2B5EF4-FFF2-40B4-BE49-F238E27FC236}">
                <a16:creationId xmlns:a16="http://schemas.microsoft.com/office/drawing/2014/main" id="{A2EF5E5F-34DB-85E8-6CEC-189B4E724A2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1650" y="5928527"/>
            <a:ext cx="5594350" cy="259548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1400"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Graphic 18">
            <a:extLst>
              <a:ext uri="{FF2B5EF4-FFF2-40B4-BE49-F238E27FC236}">
                <a16:creationId xmlns:a16="http://schemas.microsoft.com/office/drawing/2014/main" id="{16639386-FE2B-5711-3AAF-8DFBFA0C8D9F}"/>
              </a:ext>
            </a:extLst>
          </p:cNvPr>
          <p:cNvSpPr/>
          <p:nvPr userDrawn="1"/>
        </p:nvSpPr>
        <p:spPr>
          <a:xfrm>
            <a:off x="5665581" y="0"/>
            <a:ext cx="1504584" cy="6863061"/>
          </a:xfrm>
          <a:custGeom>
            <a:avLst/>
            <a:gdLst>
              <a:gd name="connsiteX0" fmla="*/ 1347938 w 1504584"/>
              <a:gd name="connsiteY0" fmla="*/ 6863062 h 6863061"/>
              <a:gd name="connsiteX1" fmla="*/ 1400196 w 1504584"/>
              <a:gd name="connsiteY1" fmla="*/ 6016314 h 6863061"/>
              <a:gd name="connsiteX2" fmla="*/ 0 w 1504584"/>
              <a:gd name="connsiteY2" fmla="*/ 0 h 6863061"/>
              <a:gd name="connsiteX3" fmla="*/ 1504584 w 1504584"/>
              <a:gd name="connsiteY3" fmla="*/ 6025044 h 6863061"/>
              <a:gd name="connsiteX4" fmla="*/ 1347938 w 1504584"/>
              <a:gd name="connsiteY4" fmla="*/ 6863062 h 6863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04584" h="6863061">
                <a:moveTo>
                  <a:pt x="1347938" y="6863062"/>
                </a:moveTo>
                <a:cubicBezTo>
                  <a:pt x="1365400" y="6580770"/>
                  <a:pt x="1382735" y="6298605"/>
                  <a:pt x="1400196" y="6016314"/>
                </a:cubicBezTo>
                <a:cubicBezTo>
                  <a:pt x="933422" y="4010918"/>
                  <a:pt x="466774" y="2005396"/>
                  <a:pt x="0" y="0"/>
                </a:cubicBezTo>
                <a:cubicBezTo>
                  <a:pt x="501570" y="2008306"/>
                  <a:pt x="1003014" y="4016738"/>
                  <a:pt x="1504584" y="6025044"/>
                </a:cubicBezTo>
                <a:cubicBezTo>
                  <a:pt x="1452327" y="6304426"/>
                  <a:pt x="1400196" y="6583680"/>
                  <a:pt x="1347938" y="6863062"/>
                </a:cubicBezTo>
                <a:close/>
              </a:path>
            </a:pathLst>
          </a:custGeom>
          <a:gradFill>
            <a:gsLst>
              <a:gs pos="65000">
                <a:srgbClr val="E3056C"/>
              </a:gs>
              <a:gs pos="0">
                <a:srgbClr val="7161E2"/>
              </a:gs>
            </a:gsLst>
            <a:lin ang="16200000" scaled="1"/>
          </a:gradFill>
          <a:ln w="1264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6" name="Picture Placeholder 19" descr="ph_image">
            <a:extLst>
              <a:ext uri="{FF2B5EF4-FFF2-40B4-BE49-F238E27FC236}">
                <a16:creationId xmlns:a16="http://schemas.microsoft.com/office/drawing/2014/main" id="{817C9BEC-E90D-A7AD-005B-CA38EAEE52A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670888" y="-9832"/>
            <a:ext cx="6530347" cy="6886306"/>
          </a:xfrm>
          <a:custGeom>
            <a:avLst/>
            <a:gdLst>
              <a:gd name="connsiteX0" fmla="*/ 0 w 7684893"/>
              <a:gd name="connsiteY0" fmla="*/ 0 h 6867833"/>
              <a:gd name="connsiteX1" fmla="*/ 7684893 w 7684893"/>
              <a:gd name="connsiteY1" fmla="*/ 0 h 6867833"/>
              <a:gd name="connsiteX2" fmla="*/ 7684893 w 7684893"/>
              <a:gd name="connsiteY2" fmla="*/ 6867833 h 6867833"/>
              <a:gd name="connsiteX3" fmla="*/ 1362937 w 7684893"/>
              <a:gd name="connsiteY3" fmla="*/ 6867833 h 6867833"/>
              <a:gd name="connsiteX4" fmla="*/ 1492418 w 7684893"/>
              <a:gd name="connsiteY4" fmla="*/ 6028059 h 6867833"/>
              <a:gd name="connsiteX5" fmla="*/ 1502988 w 7684893"/>
              <a:gd name="connsiteY5" fmla="*/ 6018315 h 6867833"/>
              <a:gd name="connsiteX6" fmla="*/ 0 w 7684893"/>
              <a:gd name="connsiteY6" fmla="*/ 3 h 6867833"/>
              <a:gd name="connsiteX0" fmla="*/ 0 w 7684893"/>
              <a:gd name="connsiteY0" fmla="*/ 0 h 6867833"/>
              <a:gd name="connsiteX1" fmla="*/ 6788966 w 7684893"/>
              <a:gd name="connsiteY1" fmla="*/ 9236 h 6867833"/>
              <a:gd name="connsiteX2" fmla="*/ 7684893 w 7684893"/>
              <a:gd name="connsiteY2" fmla="*/ 6867833 h 6867833"/>
              <a:gd name="connsiteX3" fmla="*/ 1362937 w 7684893"/>
              <a:gd name="connsiteY3" fmla="*/ 6867833 h 6867833"/>
              <a:gd name="connsiteX4" fmla="*/ 1492418 w 7684893"/>
              <a:gd name="connsiteY4" fmla="*/ 6028059 h 6867833"/>
              <a:gd name="connsiteX5" fmla="*/ 1502988 w 7684893"/>
              <a:gd name="connsiteY5" fmla="*/ 6018315 h 6867833"/>
              <a:gd name="connsiteX6" fmla="*/ 0 w 7684893"/>
              <a:gd name="connsiteY6" fmla="*/ 3 h 6867833"/>
              <a:gd name="connsiteX7" fmla="*/ 0 w 7684893"/>
              <a:gd name="connsiteY7" fmla="*/ 0 h 6867833"/>
              <a:gd name="connsiteX0" fmla="*/ 0 w 6835148"/>
              <a:gd name="connsiteY0" fmla="*/ 0 h 6867833"/>
              <a:gd name="connsiteX1" fmla="*/ 6788966 w 6835148"/>
              <a:gd name="connsiteY1" fmla="*/ 9236 h 6867833"/>
              <a:gd name="connsiteX2" fmla="*/ 6835148 w 6835148"/>
              <a:gd name="connsiteY2" fmla="*/ 6867833 h 6867833"/>
              <a:gd name="connsiteX3" fmla="*/ 1362937 w 6835148"/>
              <a:gd name="connsiteY3" fmla="*/ 6867833 h 6867833"/>
              <a:gd name="connsiteX4" fmla="*/ 1492418 w 6835148"/>
              <a:gd name="connsiteY4" fmla="*/ 6028059 h 6867833"/>
              <a:gd name="connsiteX5" fmla="*/ 1502988 w 6835148"/>
              <a:gd name="connsiteY5" fmla="*/ 6018315 h 6867833"/>
              <a:gd name="connsiteX6" fmla="*/ 0 w 6835148"/>
              <a:gd name="connsiteY6" fmla="*/ 3 h 6867833"/>
              <a:gd name="connsiteX7" fmla="*/ 0 w 6835148"/>
              <a:gd name="connsiteY7" fmla="*/ 0 h 6867833"/>
              <a:gd name="connsiteX0" fmla="*/ 0 w 6835148"/>
              <a:gd name="connsiteY0" fmla="*/ 0 h 6867833"/>
              <a:gd name="connsiteX1" fmla="*/ 5948456 w 6835148"/>
              <a:gd name="connsiteY1" fmla="*/ 267854 h 6867833"/>
              <a:gd name="connsiteX2" fmla="*/ 6835148 w 6835148"/>
              <a:gd name="connsiteY2" fmla="*/ 6867833 h 6867833"/>
              <a:gd name="connsiteX3" fmla="*/ 1362937 w 6835148"/>
              <a:gd name="connsiteY3" fmla="*/ 6867833 h 6867833"/>
              <a:gd name="connsiteX4" fmla="*/ 1492418 w 6835148"/>
              <a:gd name="connsiteY4" fmla="*/ 6028059 h 6867833"/>
              <a:gd name="connsiteX5" fmla="*/ 1502988 w 6835148"/>
              <a:gd name="connsiteY5" fmla="*/ 6018315 h 6867833"/>
              <a:gd name="connsiteX6" fmla="*/ 0 w 6835148"/>
              <a:gd name="connsiteY6" fmla="*/ 3 h 6867833"/>
              <a:gd name="connsiteX7" fmla="*/ 0 w 6835148"/>
              <a:gd name="connsiteY7" fmla="*/ 0 h 6867833"/>
              <a:gd name="connsiteX0" fmla="*/ 0 w 6835148"/>
              <a:gd name="connsiteY0" fmla="*/ 0 h 6867833"/>
              <a:gd name="connsiteX1" fmla="*/ 6530347 w 6835148"/>
              <a:gd name="connsiteY1" fmla="*/ 18472 h 6867833"/>
              <a:gd name="connsiteX2" fmla="*/ 6835148 w 6835148"/>
              <a:gd name="connsiteY2" fmla="*/ 6867833 h 6867833"/>
              <a:gd name="connsiteX3" fmla="*/ 1362937 w 6835148"/>
              <a:gd name="connsiteY3" fmla="*/ 6867833 h 6867833"/>
              <a:gd name="connsiteX4" fmla="*/ 1492418 w 6835148"/>
              <a:gd name="connsiteY4" fmla="*/ 6028059 h 6867833"/>
              <a:gd name="connsiteX5" fmla="*/ 1502988 w 6835148"/>
              <a:gd name="connsiteY5" fmla="*/ 6018315 h 6867833"/>
              <a:gd name="connsiteX6" fmla="*/ 0 w 6835148"/>
              <a:gd name="connsiteY6" fmla="*/ 3 h 6867833"/>
              <a:gd name="connsiteX7" fmla="*/ 0 w 6835148"/>
              <a:gd name="connsiteY7" fmla="*/ 0 h 6867833"/>
              <a:gd name="connsiteX0" fmla="*/ 0 w 6530347"/>
              <a:gd name="connsiteY0" fmla="*/ 0 h 6867833"/>
              <a:gd name="connsiteX1" fmla="*/ 6530347 w 6530347"/>
              <a:gd name="connsiteY1" fmla="*/ 18472 h 6867833"/>
              <a:gd name="connsiteX2" fmla="*/ 6345621 w 6530347"/>
              <a:gd name="connsiteY2" fmla="*/ 6812415 h 6867833"/>
              <a:gd name="connsiteX3" fmla="*/ 1362937 w 6530347"/>
              <a:gd name="connsiteY3" fmla="*/ 6867833 h 6867833"/>
              <a:gd name="connsiteX4" fmla="*/ 1492418 w 6530347"/>
              <a:gd name="connsiteY4" fmla="*/ 6028059 h 6867833"/>
              <a:gd name="connsiteX5" fmla="*/ 1502988 w 6530347"/>
              <a:gd name="connsiteY5" fmla="*/ 6018315 h 6867833"/>
              <a:gd name="connsiteX6" fmla="*/ 0 w 6530347"/>
              <a:gd name="connsiteY6" fmla="*/ 3 h 6867833"/>
              <a:gd name="connsiteX7" fmla="*/ 0 w 6530347"/>
              <a:gd name="connsiteY7" fmla="*/ 0 h 6867833"/>
              <a:gd name="connsiteX0" fmla="*/ 0 w 6530347"/>
              <a:gd name="connsiteY0" fmla="*/ 0 h 6886306"/>
              <a:gd name="connsiteX1" fmla="*/ 6530347 w 6530347"/>
              <a:gd name="connsiteY1" fmla="*/ 18472 h 6886306"/>
              <a:gd name="connsiteX2" fmla="*/ 6521112 w 6530347"/>
              <a:gd name="connsiteY2" fmla="*/ 6886306 h 6886306"/>
              <a:gd name="connsiteX3" fmla="*/ 1362937 w 6530347"/>
              <a:gd name="connsiteY3" fmla="*/ 6867833 h 6886306"/>
              <a:gd name="connsiteX4" fmla="*/ 1492418 w 6530347"/>
              <a:gd name="connsiteY4" fmla="*/ 6028059 h 6886306"/>
              <a:gd name="connsiteX5" fmla="*/ 1502988 w 6530347"/>
              <a:gd name="connsiteY5" fmla="*/ 6018315 h 6886306"/>
              <a:gd name="connsiteX6" fmla="*/ 0 w 6530347"/>
              <a:gd name="connsiteY6" fmla="*/ 3 h 6886306"/>
              <a:gd name="connsiteX7" fmla="*/ 0 w 6530347"/>
              <a:gd name="connsiteY7" fmla="*/ 0 h 6886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530347" h="6886306">
                <a:moveTo>
                  <a:pt x="0" y="0"/>
                </a:moveTo>
                <a:lnTo>
                  <a:pt x="6530347" y="18472"/>
                </a:lnTo>
                <a:cubicBezTo>
                  <a:pt x="6527269" y="2307750"/>
                  <a:pt x="6524190" y="4597028"/>
                  <a:pt x="6521112" y="6886306"/>
                </a:cubicBezTo>
                <a:lnTo>
                  <a:pt x="1362937" y="6867833"/>
                </a:lnTo>
                <a:lnTo>
                  <a:pt x="1492418" y="6028059"/>
                </a:lnTo>
                <a:lnTo>
                  <a:pt x="1502988" y="6018315"/>
                </a:lnTo>
                <a:lnTo>
                  <a:pt x="0" y="3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278115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Half Image -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ph_title">
            <a:extLst>
              <a:ext uri="{FF2B5EF4-FFF2-40B4-BE49-F238E27FC236}">
                <a16:creationId xmlns:a16="http://schemas.microsoft.com/office/drawing/2014/main" id="{F2156418-9B91-0A3B-C2C9-EDC6E679B5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01650" y="1803400"/>
            <a:ext cx="5358823" cy="2170147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4800" b="0" i="0">
                <a:solidFill>
                  <a:schemeClr val="bg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 descr="ph_subtitle">
            <a:extLst>
              <a:ext uri="{FF2B5EF4-FFF2-40B4-BE49-F238E27FC236}">
                <a16:creationId xmlns:a16="http://schemas.microsoft.com/office/drawing/2014/main" id="{16502C2A-CFCA-9D76-87CA-E72B0507C8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1650" y="4065623"/>
            <a:ext cx="5358824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400"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86102AD-CBA8-BCC0-08F5-A309A1343F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0996" y="264552"/>
            <a:ext cx="2401377" cy="902226"/>
          </a:xfrm>
          <a:prstGeom prst="rect">
            <a:avLst/>
          </a:prstGeom>
        </p:spPr>
      </p:pic>
      <p:sp>
        <p:nvSpPr>
          <p:cNvPr id="9" name="Text Placeholder 4" descr="ph_body">
            <a:extLst>
              <a:ext uri="{FF2B5EF4-FFF2-40B4-BE49-F238E27FC236}">
                <a16:creationId xmlns:a16="http://schemas.microsoft.com/office/drawing/2014/main" id="{333D92DE-0F3F-2D03-DDF8-4C4EB0E49B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1650" y="5928527"/>
            <a:ext cx="5594350" cy="259548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Picture Placeholder 19" descr="ph_image">
            <a:extLst>
              <a:ext uri="{FF2B5EF4-FFF2-40B4-BE49-F238E27FC236}">
                <a16:creationId xmlns:a16="http://schemas.microsoft.com/office/drawing/2014/main" id="{83BB4CDB-20E8-A359-A644-D16718FBF41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670888" y="-9832"/>
            <a:ext cx="6530347" cy="6886306"/>
          </a:xfrm>
          <a:custGeom>
            <a:avLst/>
            <a:gdLst>
              <a:gd name="connsiteX0" fmla="*/ 0 w 7684893"/>
              <a:gd name="connsiteY0" fmla="*/ 0 h 6867833"/>
              <a:gd name="connsiteX1" fmla="*/ 7684893 w 7684893"/>
              <a:gd name="connsiteY1" fmla="*/ 0 h 6867833"/>
              <a:gd name="connsiteX2" fmla="*/ 7684893 w 7684893"/>
              <a:gd name="connsiteY2" fmla="*/ 6867833 h 6867833"/>
              <a:gd name="connsiteX3" fmla="*/ 1362937 w 7684893"/>
              <a:gd name="connsiteY3" fmla="*/ 6867833 h 6867833"/>
              <a:gd name="connsiteX4" fmla="*/ 1492418 w 7684893"/>
              <a:gd name="connsiteY4" fmla="*/ 6028059 h 6867833"/>
              <a:gd name="connsiteX5" fmla="*/ 1502988 w 7684893"/>
              <a:gd name="connsiteY5" fmla="*/ 6018315 h 6867833"/>
              <a:gd name="connsiteX6" fmla="*/ 0 w 7684893"/>
              <a:gd name="connsiteY6" fmla="*/ 3 h 6867833"/>
              <a:gd name="connsiteX0" fmla="*/ 0 w 7684893"/>
              <a:gd name="connsiteY0" fmla="*/ 0 h 6867833"/>
              <a:gd name="connsiteX1" fmla="*/ 6788966 w 7684893"/>
              <a:gd name="connsiteY1" fmla="*/ 9236 h 6867833"/>
              <a:gd name="connsiteX2" fmla="*/ 7684893 w 7684893"/>
              <a:gd name="connsiteY2" fmla="*/ 6867833 h 6867833"/>
              <a:gd name="connsiteX3" fmla="*/ 1362937 w 7684893"/>
              <a:gd name="connsiteY3" fmla="*/ 6867833 h 6867833"/>
              <a:gd name="connsiteX4" fmla="*/ 1492418 w 7684893"/>
              <a:gd name="connsiteY4" fmla="*/ 6028059 h 6867833"/>
              <a:gd name="connsiteX5" fmla="*/ 1502988 w 7684893"/>
              <a:gd name="connsiteY5" fmla="*/ 6018315 h 6867833"/>
              <a:gd name="connsiteX6" fmla="*/ 0 w 7684893"/>
              <a:gd name="connsiteY6" fmla="*/ 3 h 6867833"/>
              <a:gd name="connsiteX7" fmla="*/ 0 w 7684893"/>
              <a:gd name="connsiteY7" fmla="*/ 0 h 6867833"/>
              <a:gd name="connsiteX0" fmla="*/ 0 w 6835148"/>
              <a:gd name="connsiteY0" fmla="*/ 0 h 6867833"/>
              <a:gd name="connsiteX1" fmla="*/ 6788966 w 6835148"/>
              <a:gd name="connsiteY1" fmla="*/ 9236 h 6867833"/>
              <a:gd name="connsiteX2" fmla="*/ 6835148 w 6835148"/>
              <a:gd name="connsiteY2" fmla="*/ 6867833 h 6867833"/>
              <a:gd name="connsiteX3" fmla="*/ 1362937 w 6835148"/>
              <a:gd name="connsiteY3" fmla="*/ 6867833 h 6867833"/>
              <a:gd name="connsiteX4" fmla="*/ 1492418 w 6835148"/>
              <a:gd name="connsiteY4" fmla="*/ 6028059 h 6867833"/>
              <a:gd name="connsiteX5" fmla="*/ 1502988 w 6835148"/>
              <a:gd name="connsiteY5" fmla="*/ 6018315 h 6867833"/>
              <a:gd name="connsiteX6" fmla="*/ 0 w 6835148"/>
              <a:gd name="connsiteY6" fmla="*/ 3 h 6867833"/>
              <a:gd name="connsiteX7" fmla="*/ 0 w 6835148"/>
              <a:gd name="connsiteY7" fmla="*/ 0 h 6867833"/>
              <a:gd name="connsiteX0" fmla="*/ 0 w 6835148"/>
              <a:gd name="connsiteY0" fmla="*/ 0 h 6867833"/>
              <a:gd name="connsiteX1" fmla="*/ 5948456 w 6835148"/>
              <a:gd name="connsiteY1" fmla="*/ 267854 h 6867833"/>
              <a:gd name="connsiteX2" fmla="*/ 6835148 w 6835148"/>
              <a:gd name="connsiteY2" fmla="*/ 6867833 h 6867833"/>
              <a:gd name="connsiteX3" fmla="*/ 1362937 w 6835148"/>
              <a:gd name="connsiteY3" fmla="*/ 6867833 h 6867833"/>
              <a:gd name="connsiteX4" fmla="*/ 1492418 w 6835148"/>
              <a:gd name="connsiteY4" fmla="*/ 6028059 h 6867833"/>
              <a:gd name="connsiteX5" fmla="*/ 1502988 w 6835148"/>
              <a:gd name="connsiteY5" fmla="*/ 6018315 h 6867833"/>
              <a:gd name="connsiteX6" fmla="*/ 0 w 6835148"/>
              <a:gd name="connsiteY6" fmla="*/ 3 h 6867833"/>
              <a:gd name="connsiteX7" fmla="*/ 0 w 6835148"/>
              <a:gd name="connsiteY7" fmla="*/ 0 h 6867833"/>
              <a:gd name="connsiteX0" fmla="*/ 0 w 6835148"/>
              <a:gd name="connsiteY0" fmla="*/ 0 h 6867833"/>
              <a:gd name="connsiteX1" fmla="*/ 6530347 w 6835148"/>
              <a:gd name="connsiteY1" fmla="*/ 18472 h 6867833"/>
              <a:gd name="connsiteX2" fmla="*/ 6835148 w 6835148"/>
              <a:gd name="connsiteY2" fmla="*/ 6867833 h 6867833"/>
              <a:gd name="connsiteX3" fmla="*/ 1362937 w 6835148"/>
              <a:gd name="connsiteY3" fmla="*/ 6867833 h 6867833"/>
              <a:gd name="connsiteX4" fmla="*/ 1492418 w 6835148"/>
              <a:gd name="connsiteY4" fmla="*/ 6028059 h 6867833"/>
              <a:gd name="connsiteX5" fmla="*/ 1502988 w 6835148"/>
              <a:gd name="connsiteY5" fmla="*/ 6018315 h 6867833"/>
              <a:gd name="connsiteX6" fmla="*/ 0 w 6835148"/>
              <a:gd name="connsiteY6" fmla="*/ 3 h 6867833"/>
              <a:gd name="connsiteX7" fmla="*/ 0 w 6835148"/>
              <a:gd name="connsiteY7" fmla="*/ 0 h 6867833"/>
              <a:gd name="connsiteX0" fmla="*/ 0 w 6530347"/>
              <a:gd name="connsiteY0" fmla="*/ 0 h 6867833"/>
              <a:gd name="connsiteX1" fmla="*/ 6530347 w 6530347"/>
              <a:gd name="connsiteY1" fmla="*/ 18472 h 6867833"/>
              <a:gd name="connsiteX2" fmla="*/ 6345621 w 6530347"/>
              <a:gd name="connsiteY2" fmla="*/ 6812415 h 6867833"/>
              <a:gd name="connsiteX3" fmla="*/ 1362937 w 6530347"/>
              <a:gd name="connsiteY3" fmla="*/ 6867833 h 6867833"/>
              <a:gd name="connsiteX4" fmla="*/ 1492418 w 6530347"/>
              <a:gd name="connsiteY4" fmla="*/ 6028059 h 6867833"/>
              <a:gd name="connsiteX5" fmla="*/ 1502988 w 6530347"/>
              <a:gd name="connsiteY5" fmla="*/ 6018315 h 6867833"/>
              <a:gd name="connsiteX6" fmla="*/ 0 w 6530347"/>
              <a:gd name="connsiteY6" fmla="*/ 3 h 6867833"/>
              <a:gd name="connsiteX7" fmla="*/ 0 w 6530347"/>
              <a:gd name="connsiteY7" fmla="*/ 0 h 6867833"/>
              <a:gd name="connsiteX0" fmla="*/ 0 w 6530347"/>
              <a:gd name="connsiteY0" fmla="*/ 0 h 6886306"/>
              <a:gd name="connsiteX1" fmla="*/ 6530347 w 6530347"/>
              <a:gd name="connsiteY1" fmla="*/ 18472 h 6886306"/>
              <a:gd name="connsiteX2" fmla="*/ 6521112 w 6530347"/>
              <a:gd name="connsiteY2" fmla="*/ 6886306 h 6886306"/>
              <a:gd name="connsiteX3" fmla="*/ 1362937 w 6530347"/>
              <a:gd name="connsiteY3" fmla="*/ 6867833 h 6886306"/>
              <a:gd name="connsiteX4" fmla="*/ 1492418 w 6530347"/>
              <a:gd name="connsiteY4" fmla="*/ 6028059 h 6886306"/>
              <a:gd name="connsiteX5" fmla="*/ 1502988 w 6530347"/>
              <a:gd name="connsiteY5" fmla="*/ 6018315 h 6886306"/>
              <a:gd name="connsiteX6" fmla="*/ 0 w 6530347"/>
              <a:gd name="connsiteY6" fmla="*/ 3 h 6886306"/>
              <a:gd name="connsiteX7" fmla="*/ 0 w 6530347"/>
              <a:gd name="connsiteY7" fmla="*/ 0 h 6886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530347" h="6886306">
                <a:moveTo>
                  <a:pt x="0" y="0"/>
                </a:moveTo>
                <a:lnTo>
                  <a:pt x="6530347" y="18472"/>
                </a:lnTo>
                <a:cubicBezTo>
                  <a:pt x="6527269" y="2307750"/>
                  <a:pt x="6524190" y="4597028"/>
                  <a:pt x="6521112" y="6886306"/>
                </a:cubicBezTo>
                <a:lnTo>
                  <a:pt x="1362937" y="6867833"/>
                </a:lnTo>
                <a:lnTo>
                  <a:pt x="1492418" y="6028059"/>
                </a:lnTo>
                <a:lnTo>
                  <a:pt x="1502988" y="6018315"/>
                </a:lnTo>
                <a:lnTo>
                  <a:pt x="0" y="3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endParaRPr lang="de-DE"/>
          </a:p>
        </p:txBody>
      </p:sp>
      <p:sp>
        <p:nvSpPr>
          <p:cNvPr id="17" name="Graphic 18">
            <a:extLst>
              <a:ext uri="{FF2B5EF4-FFF2-40B4-BE49-F238E27FC236}">
                <a16:creationId xmlns:a16="http://schemas.microsoft.com/office/drawing/2014/main" id="{2D4F2CC3-7D44-B2CF-216D-9DEBE0760D76}"/>
              </a:ext>
            </a:extLst>
          </p:cNvPr>
          <p:cNvSpPr/>
          <p:nvPr userDrawn="1"/>
        </p:nvSpPr>
        <p:spPr>
          <a:xfrm>
            <a:off x="5687883" y="0"/>
            <a:ext cx="1504584" cy="6863061"/>
          </a:xfrm>
          <a:custGeom>
            <a:avLst/>
            <a:gdLst>
              <a:gd name="connsiteX0" fmla="*/ 1347938 w 1504584"/>
              <a:gd name="connsiteY0" fmla="*/ 6863062 h 6863061"/>
              <a:gd name="connsiteX1" fmla="*/ 1400196 w 1504584"/>
              <a:gd name="connsiteY1" fmla="*/ 6016314 h 6863061"/>
              <a:gd name="connsiteX2" fmla="*/ 0 w 1504584"/>
              <a:gd name="connsiteY2" fmla="*/ 0 h 6863061"/>
              <a:gd name="connsiteX3" fmla="*/ 1504584 w 1504584"/>
              <a:gd name="connsiteY3" fmla="*/ 6025044 h 6863061"/>
              <a:gd name="connsiteX4" fmla="*/ 1347938 w 1504584"/>
              <a:gd name="connsiteY4" fmla="*/ 6863062 h 6863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04584" h="6863061">
                <a:moveTo>
                  <a:pt x="1347938" y="6863062"/>
                </a:moveTo>
                <a:cubicBezTo>
                  <a:pt x="1365400" y="6580770"/>
                  <a:pt x="1382735" y="6298605"/>
                  <a:pt x="1400196" y="6016314"/>
                </a:cubicBezTo>
                <a:cubicBezTo>
                  <a:pt x="933422" y="4010918"/>
                  <a:pt x="466774" y="2005396"/>
                  <a:pt x="0" y="0"/>
                </a:cubicBezTo>
                <a:cubicBezTo>
                  <a:pt x="501570" y="2008306"/>
                  <a:pt x="1003014" y="4016738"/>
                  <a:pt x="1504584" y="6025044"/>
                </a:cubicBezTo>
                <a:cubicBezTo>
                  <a:pt x="1452327" y="6304426"/>
                  <a:pt x="1400196" y="6583680"/>
                  <a:pt x="1347938" y="6863062"/>
                </a:cubicBezTo>
                <a:close/>
              </a:path>
            </a:pathLst>
          </a:custGeom>
          <a:gradFill flip="none" rotWithShape="1">
            <a:gsLst>
              <a:gs pos="100000">
                <a:schemeClr val="accent1">
                  <a:lumMod val="67000"/>
                </a:schemeClr>
              </a:gs>
              <a:gs pos="35000">
                <a:schemeClr val="accent1">
                  <a:lumMod val="97000"/>
                  <a:lumOff val="3000"/>
                </a:schemeClr>
              </a:gs>
              <a:gs pos="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 w="1264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63840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Half Image 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ph_title">
            <a:extLst>
              <a:ext uri="{FF2B5EF4-FFF2-40B4-BE49-F238E27FC236}">
                <a16:creationId xmlns:a16="http://schemas.microsoft.com/office/drawing/2014/main" id="{F2156418-9B91-0A3B-C2C9-EDC6E679B5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01650" y="1803400"/>
            <a:ext cx="5358823" cy="2170147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4800" b="0" i="0">
                <a:solidFill>
                  <a:schemeClr val="bg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 descr="ph_subtitle">
            <a:extLst>
              <a:ext uri="{FF2B5EF4-FFF2-40B4-BE49-F238E27FC236}">
                <a16:creationId xmlns:a16="http://schemas.microsoft.com/office/drawing/2014/main" id="{16502C2A-CFCA-9D76-87CA-E72B0507C8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1650" y="4065623"/>
            <a:ext cx="5358824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400"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86102AD-CBA8-BCC0-08F5-A309A1343F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0996" y="264552"/>
            <a:ext cx="2401377" cy="902226"/>
          </a:xfrm>
          <a:prstGeom prst="rect">
            <a:avLst/>
          </a:prstGeom>
        </p:spPr>
      </p:pic>
      <p:sp>
        <p:nvSpPr>
          <p:cNvPr id="9" name="Text Placeholder 4" descr="ph_body">
            <a:extLst>
              <a:ext uri="{FF2B5EF4-FFF2-40B4-BE49-F238E27FC236}">
                <a16:creationId xmlns:a16="http://schemas.microsoft.com/office/drawing/2014/main" id="{333D92DE-0F3F-2D03-DDF8-4C4EB0E49B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1650" y="5928527"/>
            <a:ext cx="5594350" cy="259548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Graphic 18">
            <a:extLst>
              <a:ext uri="{FF2B5EF4-FFF2-40B4-BE49-F238E27FC236}">
                <a16:creationId xmlns:a16="http://schemas.microsoft.com/office/drawing/2014/main" id="{C74E8B8D-A279-23F3-EDF6-D144EECDB124}"/>
              </a:ext>
            </a:extLst>
          </p:cNvPr>
          <p:cNvSpPr/>
          <p:nvPr userDrawn="1"/>
        </p:nvSpPr>
        <p:spPr>
          <a:xfrm>
            <a:off x="5687883" y="0"/>
            <a:ext cx="1504584" cy="6863061"/>
          </a:xfrm>
          <a:custGeom>
            <a:avLst/>
            <a:gdLst>
              <a:gd name="connsiteX0" fmla="*/ 1347938 w 1504584"/>
              <a:gd name="connsiteY0" fmla="*/ 6863062 h 6863061"/>
              <a:gd name="connsiteX1" fmla="*/ 1400196 w 1504584"/>
              <a:gd name="connsiteY1" fmla="*/ 6016314 h 6863061"/>
              <a:gd name="connsiteX2" fmla="*/ 0 w 1504584"/>
              <a:gd name="connsiteY2" fmla="*/ 0 h 6863061"/>
              <a:gd name="connsiteX3" fmla="*/ 1504584 w 1504584"/>
              <a:gd name="connsiteY3" fmla="*/ 6025044 h 6863061"/>
              <a:gd name="connsiteX4" fmla="*/ 1347938 w 1504584"/>
              <a:gd name="connsiteY4" fmla="*/ 6863062 h 6863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04584" h="6863061">
                <a:moveTo>
                  <a:pt x="1347938" y="6863062"/>
                </a:moveTo>
                <a:cubicBezTo>
                  <a:pt x="1365400" y="6580770"/>
                  <a:pt x="1382735" y="6298605"/>
                  <a:pt x="1400196" y="6016314"/>
                </a:cubicBezTo>
                <a:cubicBezTo>
                  <a:pt x="933422" y="4010918"/>
                  <a:pt x="466774" y="2005396"/>
                  <a:pt x="0" y="0"/>
                </a:cubicBezTo>
                <a:cubicBezTo>
                  <a:pt x="501570" y="2008306"/>
                  <a:pt x="1003014" y="4016738"/>
                  <a:pt x="1504584" y="6025044"/>
                </a:cubicBezTo>
                <a:cubicBezTo>
                  <a:pt x="1452327" y="6304426"/>
                  <a:pt x="1400196" y="6583680"/>
                  <a:pt x="1347938" y="6863062"/>
                </a:cubicBezTo>
                <a:close/>
              </a:path>
            </a:pathLst>
          </a:custGeom>
          <a:gradFill>
            <a:gsLst>
              <a:gs pos="0">
                <a:srgbClr val="7161E2"/>
              </a:gs>
              <a:gs pos="0">
                <a:srgbClr val="FFC000"/>
              </a:gs>
              <a:gs pos="100000">
                <a:srgbClr val="E3056C"/>
              </a:gs>
            </a:gsLst>
            <a:lin ang="16200000" scaled="1"/>
          </a:gradFill>
          <a:ln w="1264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6" name="Picture Placeholder 19" descr="ph_image">
            <a:extLst>
              <a:ext uri="{FF2B5EF4-FFF2-40B4-BE49-F238E27FC236}">
                <a16:creationId xmlns:a16="http://schemas.microsoft.com/office/drawing/2014/main" id="{DBA15F6C-07E6-7740-D821-F4877DED83F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670888" y="-9832"/>
            <a:ext cx="6530347" cy="6886306"/>
          </a:xfrm>
          <a:custGeom>
            <a:avLst/>
            <a:gdLst>
              <a:gd name="connsiteX0" fmla="*/ 0 w 7684893"/>
              <a:gd name="connsiteY0" fmla="*/ 0 h 6867833"/>
              <a:gd name="connsiteX1" fmla="*/ 7684893 w 7684893"/>
              <a:gd name="connsiteY1" fmla="*/ 0 h 6867833"/>
              <a:gd name="connsiteX2" fmla="*/ 7684893 w 7684893"/>
              <a:gd name="connsiteY2" fmla="*/ 6867833 h 6867833"/>
              <a:gd name="connsiteX3" fmla="*/ 1362937 w 7684893"/>
              <a:gd name="connsiteY3" fmla="*/ 6867833 h 6867833"/>
              <a:gd name="connsiteX4" fmla="*/ 1492418 w 7684893"/>
              <a:gd name="connsiteY4" fmla="*/ 6028059 h 6867833"/>
              <a:gd name="connsiteX5" fmla="*/ 1502988 w 7684893"/>
              <a:gd name="connsiteY5" fmla="*/ 6018315 h 6867833"/>
              <a:gd name="connsiteX6" fmla="*/ 0 w 7684893"/>
              <a:gd name="connsiteY6" fmla="*/ 3 h 6867833"/>
              <a:gd name="connsiteX0" fmla="*/ 0 w 7684893"/>
              <a:gd name="connsiteY0" fmla="*/ 0 h 6867833"/>
              <a:gd name="connsiteX1" fmla="*/ 6788966 w 7684893"/>
              <a:gd name="connsiteY1" fmla="*/ 9236 h 6867833"/>
              <a:gd name="connsiteX2" fmla="*/ 7684893 w 7684893"/>
              <a:gd name="connsiteY2" fmla="*/ 6867833 h 6867833"/>
              <a:gd name="connsiteX3" fmla="*/ 1362937 w 7684893"/>
              <a:gd name="connsiteY3" fmla="*/ 6867833 h 6867833"/>
              <a:gd name="connsiteX4" fmla="*/ 1492418 w 7684893"/>
              <a:gd name="connsiteY4" fmla="*/ 6028059 h 6867833"/>
              <a:gd name="connsiteX5" fmla="*/ 1502988 w 7684893"/>
              <a:gd name="connsiteY5" fmla="*/ 6018315 h 6867833"/>
              <a:gd name="connsiteX6" fmla="*/ 0 w 7684893"/>
              <a:gd name="connsiteY6" fmla="*/ 3 h 6867833"/>
              <a:gd name="connsiteX7" fmla="*/ 0 w 7684893"/>
              <a:gd name="connsiteY7" fmla="*/ 0 h 6867833"/>
              <a:gd name="connsiteX0" fmla="*/ 0 w 6835148"/>
              <a:gd name="connsiteY0" fmla="*/ 0 h 6867833"/>
              <a:gd name="connsiteX1" fmla="*/ 6788966 w 6835148"/>
              <a:gd name="connsiteY1" fmla="*/ 9236 h 6867833"/>
              <a:gd name="connsiteX2" fmla="*/ 6835148 w 6835148"/>
              <a:gd name="connsiteY2" fmla="*/ 6867833 h 6867833"/>
              <a:gd name="connsiteX3" fmla="*/ 1362937 w 6835148"/>
              <a:gd name="connsiteY3" fmla="*/ 6867833 h 6867833"/>
              <a:gd name="connsiteX4" fmla="*/ 1492418 w 6835148"/>
              <a:gd name="connsiteY4" fmla="*/ 6028059 h 6867833"/>
              <a:gd name="connsiteX5" fmla="*/ 1502988 w 6835148"/>
              <a:gd name="connsiteY5" fmla="*/ 6018315 h 6867833"/>
              <a:gd name="connsiteX6" fmla="*/ 0 w 6835148"/>
              <a:gd name="connsiteY6" fmla="*/ 3 h 6867833"/>
              <a:gd name="connsiteX7" fmla="*/ 0 w 6835148"/>
              <a:gd name="connsiteY7" fmla="*/ 0 h 6867833"/>
              <a:gd name="connsiteX0" fmla="*/ 0 w 6835148"/>
              <a:gd name="connsiteY0" fmla="*/ 0 h 6867833"/>
              <a:gd name="connsiteX1" fmla="*/ 5948456 w 6835148"/>
              <a:gd name="connsiteY1" fmla="*/ 267854 h 6867833"/>
              <a:gd name="connsiteX2" fmla="*/ 6835148 w 6835148"/>
              <a:gd name="connsiteY2" fmla="*/ 6867833 h 6867833"/>
              <a:gd name="connsiteX3" fmla="*/ 1362937 w 6835148"/>
              <a:gd name="connsiteY3" fmla="*/ 6867833 h 6867833"/>
              <a:gd name="connsiteX4" fmla="*/ 1492418 w 6835148"/>
              <a:gd name="connsiteY4" fmla="*/ 6028059 h 6867833"/>
              <a:gd name="connsiteX5" fmla="*/ 1502988 w 6835148"/>
              <a:gd name="connsiteY5" fmla="*/ 6018315 h 6867833"/>
              <a:gd name="connsiteX6" fmla="*/ 0 w 6835148"/>
              <a:gd name="connsiteY6" fmla="*/ 3 h 6867833"/>
              <a:gd name="connsiteX7" fmla="*/ 0 w 6835148"/>
              <a:gd name="connsiteY7" fmla="*/ 0 h 6867833"/>
              <a:gd name="connsiteX0" fmla="*/ 0 w 6835148"/>
              <a:gd name="connsiteY0" fmla="*/ 0 h 6867833"/>
              <a:gd name="connsiteX1" fmla="*/ 6530347 w 6835148"/>
              <a:gd name="connsiteY1" fmla="*/ 18472 h 6867833"/>
              <a:gd name="connsiteX2" fmla="*/ 6835148 w 6835148"/>
              <a:gd name="connsiteY2" fmla="*/ 6867833 h 6867833"/>
              <a:gd name="connsiteX3" fmla="*/ 1362937 w 6835148"/>
              <a:gd name="connsiteY3" fmla="*/ 6867833 h 6867833"/>
              <a:gd name="connsiteX4" fmla="*/ 1492418 w 6835148"/>
              <a:gd name="connsiteY4" fmla="*/ 6028059 h 6867833"/>
              <a:gd name="connsiteX5" fmla="*/ 1502988 w 6835148"/>
              <a:gd name="connsiteY5" fmla="*/ 6018315 h 6867833"/>
              <a:gd name="connsiteX6" fmla="*/ 0 w 6835148"/>
              <a:gd name="connsiteY6" fmla="*/ 3 h 6867833"/>
              <a:gd name="connsiteX7" fmla="*/ 0 w 6835148"/>
              <a:gd name="connsiteY7" fmla="*/ 0 h 6867833"/>
              <a:gd name="connsiteX0" fmla="*/ 0 w 6530347"/>
              <a:gd name="connsiteY0" fmla="*/ 0 h 6867833"/>
              <a:gd name="connsiteX1" fmla="*/ 6530347 w 6530347"/>
              <a:gd name="connsiteY1" fmla="*/ 18472 h 6867833"/>
              <a:gd name="connsiteX2" fmla="*/ 6345621 w 6530347"/>
              <a:gd name="connsiteY2" fmla="*/ 6812415 h 6867833"/>
              <a:gd name="connsiteX3" fmla="*/ 1362937 w 6530347"/>
              <a:gd name="connsiteY3" fmla="*/ 6867833 h 6867833"/>
              <a:gd name="connsiteX4" fmla="*/ 1492418 w 6530347"/>
              <a:gd name="connsiteY4" fmla="*/ 6028059 h 6867833"/>
              <a:gd name="connsiteX5" fmla="*/ 1502988 w 6530347"/>
              <a:gd name="connsiteY5" fmla="*/ 6018315 h 6867833"/>
              <a:gd name="connsiteX6" fmla="*/ 0 w 6530347"/>
              <a:gd name="connsiteY6" fmla="*/ 3 h 6867833"/>
              <a:gd name="connsiteX7" fmla="*/ 0 w 6530347"/>
              <a:gd name="connsiteY7" fmla="*/ 0 h 6867833"/>
              <a:gd name="connsiteX0" fmla="*/ 0 w 6530347"/>
              <a:gd name="connsiteY0" fmla="*/ 0 h 6886306"/>
              <a:gd name="connsiteX1" fmla="*/ 6530347 w 6530347"/>
              <a:gd name="connsiteY1" fmla="*/ 18472 h 6886306"/>
              <a:gd name="connsiteX2" fmla="*/ 6521112 w 6530347"/>
              <a:gd name="connsiteY2" fmla="*/ 6886306 h 6886306"/>
              <a:gd name="connsiteX3" fmla="*/ 1362937 w 6530347"/>
              <a:gd name="connsiteY3" fmla="*/ 6867833 h 6886306"/>
              <a:gd name="connsiteX4" fmla="*/ 1492418 w 6530347"/>
              <a:gd name="connsiteY4" fmla="*/ 6028059 h 6886306"/>
              <a:gd name="connsiteX5" fmla="*/ 1502988 w 6530347"/>
              <a:gd name="connsiteY5" fmla="*/ 6018315 h 6886306"/>
              <a:gd name="connsiteX6" fmla="*/ 0 w 6530347"/>
              <a:gd name="connsiteY6" fmla="*/ 3 h 6886306"/>
              <a:gd name="connsiteX7" fmla="*/ 0 w 6530347"/>
              <a:gd name="connsiteY7" fmla="*/ 0 h 6886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530347" h="6886306">
                <a:moveTo>
                  <a:pt x="0" y="0"/>
                </a:moveTo>
                <a:lnTo>
                  <a:pt x="6530347" y="18472"/>
                </a:lnTo>
                <a:cubicBezTo>
                  <a:pt x="6527269" y="2307750"/>
                  <a:pt x="6524190" y="4597028"/>
                  <a:pt x="6521112" y="6886306"/>
                </a:cubicBezTo>
                <a:lnTo>
                  <a:pt x="1362937" y="6867833"/>
                </a:lnTo>
                <a:lnTo>
                  <a:pt x="1492418" y="6028059"/>
                </a:lnTo>
                <a:lnTo>
                  <a:pt x="1502988" y="6018315"/>
                </a:lnTo>
                <a:lnTo>
                  <a:pt x="0" y="3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434215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 descr="ph_title">
            <a:extLst>
              <a:ext uri="{FF2B5EF4-FFF2-40B4-BE49-F238E27FC236}">
                <a16:creationId xmlns:a16="http://schemas.microsoft.com/office/drawing/2014/main" id="{13AE9919-8BE1-9B8D-8546-E7527B31B5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298693"/>
            <a:ext cx="10401444" cy="1001190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2" descr="ph_body">
            <a:extLst>
              <a:ext uri="{FF2B5EF4-FFF2-40B4-BE49-F238E27FC236}">
                <a16:creationId xmlns:a16="http://schemas.microsoft.com/office/drawing/2014/main" id="{F4448EE4-2573-E7C2-4A68-4368352B1F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937" y="1488141"/>
            <a:ext cx="5368669" cy="507116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>
                <a:solidFill>
                  <a:schemeClr val="tx1"/>
                </a:solidFill>
              </a:defRPr>
            </a:lvl4pPr>
            <a:lvl5pPr marL="18288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Graphic 24">
            <a:extLst>
              <a:ext uri="{FF2B5EF4-FFF2-40B4-BE49-F238E27FC236}">
                <a16:creationId xmlns:a16="http://schemas.microsoft.com/office/drawing/2014/main" id="{E392B72E-8D58-C335-D150-E580FFE46F0B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>
            <a:gsLst>
              <a:gs pos="100000">
                <a:srgbClr val="7161E2"/>
              </a:gs>
              <a:gs pos="100000">
                <a:srgbClr val="7161E2"/>
              </a:gs>
              <a:gs pos="0">
                <a:srgbClr val="E3056C"/>
              </a:gs>
            </a:gsLst>
            <a:lin ang="162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4" name="Graphic 26">
            <a:extLst>
              <a:ext uri="{FF2B5EF4-FFF2-40B4-BE49-F238E27FC236}">
                <a16:creationId xmlns:a16="http://schemas.microsoft.com/office/drawing/2014/main" id="{C42BFD39-B3DF-6DA7-8890-ABEA1009988D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>
            <a:gsLst>
              <a:gs pos="0">
                <a:srgbClr val="7161E2"/>
              </a:gs>
              <a:gs pos="0">
                <a:srgbClr val="7161E2"/>
              </a:gs>
              <a:gs pos="100000">
                <a:srgbClr val="E3056C"/>
              </a:gs>
            </a:gsLst>
            <a:lin ang="162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54908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-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 descr="ph_title">
            <a:extLst>
              <a:ext uri="{FF2B5EF4-FFF2-40B4-BE49-F238E27FC236}">
                <a16:creationId xmlns:a16="http://schemas.microsoft.com/office/drawing/2014/main" id="{13AE9919-8BE1-9B8D-8546-E7527B31B5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395775"/>
            <a:ext cx="11160122" cy="922038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solidFill>
                  <a:schemeClr val="tx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Text Placeholder 2" descr="ph_body">
            <a:extLst>
              <a:ext uri="{FF2B5EF4-FFF2-40B4-BE49-F238E27FC236}">
                <a16:creationId xmlns:a16="http://schemas.microsoft.com/office/drawing/2014/main" id="{A0EED260-7019-6FC1-01E9-9EE54D59D4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937" y="1506071"/>
            <a:ext cx="5368669" cy="48768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Graphic 24">
            <a:extLst>
              <a:ext uri="{FF2B5EF4-FFF2-40B4-BE49-F238E27FC236}">
                <a16:creationId xmlns:a16="http://schemas.microsoft.com/office/drawing/2014/main" id="{A16E386D-4835-4F4A-26AF-C5859D9EAA28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4" name="Graphic 26">
            <a:extLst>
              <a:ext uri="{FF2B5EF4-FFF2-40B4-BE49-F238E27FC236}">
                <a16:creationId xmlns:a16="http://schemas.microsoft.com/office/drawing/2014/main" id="{AA3953B6-756F-1907-7E27-B7318A10D91B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24887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Only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ph_title">
            <a:extLst>
              <a:ext uri="{FF2B5EF4-FFF2-40B4-BE49-F238E27FC236}">
                <a16:creationId xmlns:a16="http://schemas.microsoft.com/office/drawing/2014/main" id="{1E6D5C5E-A17F-962C-C2C4-ED4C1F5903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298692"/>
            <a:ext cx="11160122" cy="938437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Graphic 24">
            <a:extLst>
              <a:ext uri="{FF2B5EF4-FFF2-40B4-BE49-F238E27FC236}">
                <a16:creationId xmlns:a16="http://schemas.microsoft.com/office/drawing/2014/main" id="{88EEA6FB-AB82-F055-EA96-3F095BDB087B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67000"/>
                </a:schemeClr>
              </a:gs>
              <a:gs pos="0">
                <a:srgbClr val="E3056C"/>
              </a:gs>
              <a:gs pos="100000">
                <a:srgbClr val="7161E2"/>
              </a:gs>
            </a:gsLst>
            <a:lin ang="54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5" name="Graphic 26">
            <a:extLst>
              <a:ext uri="{FF2B5EF4-FFF2-40B4-BE49-F238E27FC236}">
                <a16:creationId xmlns:a16="http://schemas.microsoft.com/office/drawing/2014/main" id="{9208EC45-4713-1306-B132-E393E9CD6EC1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0">
                <a:srgbClr val="E3056C"/>
              </a:gs>
              <a:gs pos="100000">
                <a:srgbClr val="7161E2"/>
              </a:gs>
            </a:gsLst>
            <a:lin ang="162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12450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Only -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ph_title">
            <a:extLst>
              <a:ext uri="{FF2B5EF4-FFF2-40B4-BE49-F238E27FC236}">
                <a16:creationId xmlns:a16="http://schemas.microsoft.com/office/drawing/2014/main" id="{1E6D5C5E-A17F-962C-C2C4-ED4C1F5903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298692"/>
            <a:ext cx="11160122" cy="938437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Graphic 24">
            <a:extLst>
              <a:ext uri="{FF2B5EF4-FFF2-40B4-BE49-F238E27FC236}">
                <a16:creationId xmlns:a16="http://schemas.microsoft.com/office/drawing/2014/main" id="{0B3F400E-4375-700E-8DA3-EA3F9D6E5FE6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5" name="Graphic 26">
            <a:extLst>
              <a:ext uri="{FF2B5EF4-FFF2-40B4-BE49-F238E27FC236}">
                <a16:creationId xmlns:a16="http://schemas.microsoft.com/office/drawing/2014/main" id="{DCE876C8-FDB2-EEE5-7909-93C66A499FC5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25189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 descr="ph_title">
            <a:extLst>
              <a:ext uri="{FF2B5EF4-FFF2-40B4-BE49-F238E27FC236}">
                <a16:creationId xmlns:a16="http://schemas.microsoft.com/office/drawing/2014/main" id="{13AE9919-8BE1-9B8D-8546-E7527B31B5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5625" y="225659"/>
            <a:ext cx="11120438" cy="923456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 descr="ph_body">
            <a:extLst>
              <a:ext uri="{FF2B5EF4-FFF2-40B4-BE49-F238E27FC236}">
                <a16:creationId xmlns:a16="http://schemas.microsoft.com/office/drawing/2014/main" id="{27962594-0612-4734-B801-D3A8ACEC8AD4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55625" y="1362635"/>
            <a:ext cx="11120438" cy="480797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Graphic 24">
            <a:extLst>
              <a:ext uri="{FF2B5EF4-FFF2-40B4-BE49-F238E27FC236}">
                <a16:creationId xmlns:a16="http://schemas.microsoft.com/office/drawing/2014/main" id="{6E1E8192-4301-9E2C-0BEC-A3F968017D70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>
            <a:gsLst>
              <a:gs pos="10000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0">
                <a:schemeClr val="accent1">
                  <a:lumMod val="60000"/>
                  <a:lumOff val="40000"/>
                </a:schemeClr>
              </a:gs>
            </a:gsLst>
            <a:lin ang="162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6" name="Graphic 26">
            <a:extLst>
              <a:ext uri="{FF2B5EF4-FFF2-40B4-BE49-F238E27FC236}">
                <a16:creationId xmlns:a16="http://schemas.microsoft.com/office/drawing/2014/main" id="{C7044421-654C-898B-E43A-07F00E643171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19305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 -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 descr="ph_title">
            <a:extLst>
              <a:ext uri="{FF2B5EF4-FFF2-40B4-BE49-F238E27FC236}">
                <a16:creationId xmlns:a16="http://schemas.microsoft.com/office/drawing/2014/main" id="{13AE9919-8BE1-9B8D-8546-E7527B31B5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5624" y="313765"/>
            <a:ext cx="11120437" cy="1165411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solidFill>
                  <a:schemeClr val="tx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 descr="ph_body">
            <a:extLst>
              <a:ext uri="{FF2B5EF4-FFF2-40B4-BE49-F238E27FC236}">
                <a16:creationId xmlns:a16="http://schemas.microsoft.com/office/drawing/2014/main" id="{FE12609B-87A5-4A8C-8929-D2EF2587289E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55625" y="1712259"/>
            <a:ext cx="11120438" cy="44583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Graphic 24">
            <a:extLst>
              <a:ext uri="{FF2B5EF4-FFF2-40B4-BE49-F238E27FC236}">
                <a16:creationId xmlns:a16="http://schemas.microsoft.com/office/drawing/2014/main" id="{A4ED52AC-786A-9EB4-ACA6-3DAB9760DDC3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 flip="none" rotWithShape="1">
            <a:gsLst>
              <a:gs pos="0">
                <a:srgbClr val="FFC000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3" name="Graphic 26">
            <a:extLst>
              <a:ext uri="{FF2B5EF4-FFF2-40B4-BE49-F238E27FC236}">
                <a16:creationId xmlns:a16="http://schemas.microsoft.com/office/drawing/2014/main" id="{DBEBBB57-01BB-8102-CF44-A499124F7BD8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 flip="none" rotWithShape="1">
            <a:gsLst>
              <a:gs pos="0">
                <a:srgbClr val="FFC000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35224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 descr="ph_body_left">
            <a:extLst>
              <a:ext uri="{FF2B5EF4-FFF2-40B4-BE49-F238E27FC236}">
                <a16:creationId xmlns:a16="http://schemas.microsoft.com/office/drawing/2014/main" id="{1DBCF6B3-0BEB-579D-C3AB-AD2DCA6AF9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7" y="1825625"/>
            <a:ext cx="5333717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Title Placeholder 1" descr="ph_title">
            <a:extLst>
              <a:ext uri="{FF2B5EF4-FFF2-40B4-BE49-F238E27FC236}">
                <a16:creationId xmlns:a16="http://schemas.microsoft.com/office/drawing/2014/main" id="{1D241DD7-699E-CE2D-3902-E0A9DDC26E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382971" cy="11678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2" descr="ph_body_right">
            <a:extLst>
              <a:ext uri="{FF2B5EF4-FFF2-40B4-BE49-F238E27FC236}">
                <a16:creationId xmlns:a16="http://schemas.microsoft.com/office/drawing/2014/main" id="{0DABA801-F541-6080-6E85-E1A06126D6A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53066" y="1825625"/>
            <a:ext cx="5333717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Graphic 24">
            <a:extLst>
              <a:ext uri="{FF2B5EF4-FFF2-40B4-BE49-F238E27FC236}">
                <a16:creationId xmlns:a16="http://schemas.microsoft.com/office/drawing/2014/main" id="{E4FE5361-3098-054A-438D-8AB161D58D31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>
            <a:gsLst>
              <a:gs pos="0">
                <a:srgbClr val="FFC000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5" name="Graphic 26">
            <a:extLst>
              <a:ext uri="{FF2B5EF4-FFF2-40B4-BE49-F238E27FC236}">
                <a16:creationId xmlns:a16="http://schemas.microsoft.com/office/drawing/2014/main" id="{95C7F047-7E30-8739-0750-842D1F0F3753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>
            <a:gsLst>
              <a:gs pos="0">
                <a:srgbClr val="FFC000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23758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 - Ligh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 descr="ph_body_left">
            <a:extLst>
              <a:ext uri="{FF2B5EF4-FFF2-40B4-BE49-F238E27FC236}">
                <a16:creationId xmlns:a16="http://schemas.microsoft.com/office/drawing/2014/main" id="{1DBCF6B3-0BEB-579D-C3AB-AD2DCA6AF9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7" y="1825625"/>
            <a:ext cx="5333717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latin typeface="Aptos" panose="020B000402020202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latin typeface="Aptos" panose="020B000402020202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latin typeface="Aptos" panose="020B0004020202020204" pitchFamily="34" charset="0"/>
              </a:defRPr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Title Placeholder 1" descr="ph_title">
            <a:extLst>
              <a:ext uri="{FF2B5EF4-FFF2-40B4-BE49-F238E27FC236}">
                <a16:creationId xmlns:a16="http://schemas.microsoft.com/office/drawing/2014/main" id="{1D241DD7-699E-CE2D-3902-E0A9DDC26E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382971" cy="11678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2" descr="ph_body_right">
            <a:extLst>
              <a:ext uri="{FF2B5EF4-FFF2-40B4-BE49-F238E27FC236}">
                <a16:creationId xmlns:a16="http://schemas.microsoft.com/office/drawing/2014/main" id="{0DABA801-F541-6080-6E85-E1A06126D6A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53066" y="1825625"/>
            <a:ext cx="5333717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latin typeface="Aptos" panose="020B000402020202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latin typeface="Aptos" panose="020B000402020202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latin typeface="Aptos" panose="020B0004020202020204" pitchFamily="34" charset="0"/>
              </a:defRPr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Graphic 24">
            <a:extLst>
              <a:ext uri="{FF2B5EF4-FFF2-40B4-BE49-F238E27FC236}">
                <a16:creationId xmlns:a16="http://schemas.microsoft.com/office/drawing/2014/main" id="{E4FE5361-3098-054A-438D-8AB161D58D31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>
            <a:gsLst>
              <a:gs pos="0">
                <a:srgbClr val="FFC000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5" name="Graphic 26">
            <a:extLst>
              <a:ext uri="{FF2B5EF4-FFF2-40B4-BE49-F238E27FC236}">
                <a16:creationId xmlns:a16="http://schemas.microsoft.com/office/drawing/2014/main" id="{95C7F047-7E30-8739-0750-842D1F0F3753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>
            <a:gsLst>
              <a:gs pos="0">
                <a:srgbClr val="FFC000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06380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-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 descr="ph_body_left">
            <a:extLst>
              <a:ext uri="{FF2B5EF4-FFF2-40B4-BE49-F238E27FC236}">
                <a16:creationId xmlns:a16="http://schemas.microsoft.com/office/drawing/2014/main" id="{1DBCF6B3-0BEB-579D-C3AB-AD2DCA6AF9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7" y="1825625"/>
            <a:ext cx="5333717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Title Placeholder 1" descr="ph_title">
            <a:extLst>
              <a:ext uri="{FF2B5EF4-FFF2-40B4-BE49-F238E27FC236}">
                <a16:creationId xmlns:a16="http://schemas.microsoft.com/office/drawing/2014/main" id="{1D241DD7-699E-CE2D-3902-E0A9DDC26E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401444" cy="11678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solidFill>
                  <a:schemeClr val="bg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2" descr="ph_body_right">
            <a:extLst>
              <a:ext uri="{FF2B5EF4-FFF2-40B4-BE49-F238E27FC236}">
                <a16:creationId xmlns:a16="http://schemas.microsoft.com/office/drawing/2014/main" id="{0DABA801-F541-6080-6E85-E1A06126D6A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53066" y="1825625"/>
            <a:ext cx="5333717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Graphic 24">
            <a:extLst>
              <a:ext uri="{FF2B5EF4-FFF2-40B4-BE49-F238E27FC236}">
                <a16:creationId xmlns:a16="http://schemas.microsoft.com/office/drawing/2014/main" id="{C73EEC33-96D8-CAB2-73DA-5F1C1CCFBFE3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4" name="Graphic 26">
            <a:extLst>
              <a:ext uri="{FF2B5EF4-FFF2-40B4-BE49-F238E27FC236}">
                <a16:creationId xmlns:a16="http://schemas.microsoft.com/office/drawing/2014/main" id="{546AD323-7E8F-681B-8C52-86DA37DAB2F7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84432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 With Image - 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4D64E704-FE42-FBB6-20FD-535A52E58B2C}"/>
              </a:ext>
            </a:extLst>
          </p:cNvPr>
          <p:cNvSpPr/>
          <p:nvPr userDrawn="1"/>
        </p:nvSpPr>
        <p:spPr>
          <a:xfrm>
            <a:off x="5467350" y="6467475"/>
            <a:ext cx="2124075" cy="20326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11" name="Picture Placeholder 10" descr="ph_image">
            <a:extLst>
              <a:ext uri="{FF2B5EF4-FFF2-40B4-BE49-F238E27FC236}">
                <a16:creationId xmlns:a16="http://schemas.microsoft.com/office/drawing/2014/main" id="{00C3E987-87AD-8816-C3B4-CA4D2055644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auto">
          <a:xfrm>
            <a:off x="7048982" y="943986"/>
            <a:ext cx="5143019" cy="5666044"/>
          </a:xfrm>
          <a:custGeom>
            <a:avLst/>
            <a:gdLst>
              <a:gd name="connsiteX0" fmla="*/ 4075726 w 4998721"/>
              <a:gd name="connsiteY0" fmla="*/ 0 h 5507071"/>
              <a:gd name="connsiteX1" fmla="*/ 4998721 w 4998721"/>
              <a:gd name="connsiteY1" fmla="*/ 242517 h 5507071"/>
              <a:gd name="connsiteX2" fmla="*/ 4998721 w 4998721"/>
              <a:gd name="connsiteY2" fmla="*/ 5102636 h 5507071"/>
              <a:gd name="connsiteX3" fmla="*/ 4158468 w 4998721"/>
              <a:gd name="connsiteY3" fmla="*/ 4872244 h 5507071"/>
              <a:gd name="connsiteX4" fmla="*/ 0 w 4998721"/>
              <a:gd name="connsiteY4" fmla="*/ 5507071 h 5507071"/>
              <a:gd name="connsiteX5" fmla="*/ 0 w 4998721"/>
              <a:gd name="connsiteY5" fmla="*/ 568489 h 55070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8721" h="5507071">
                <a:moveTo>
                  <a:pt x="4075726" y="0"/>
                </a:moveTo>
                <a:lnTo>
                  <a:pt x="4998721" y="242517"/>
                </a:lnTo>
                <a:lnTo>
                  <a:pt x="4998721" y="5102636"/>
                </a:lnTo>
                <a:lnTo>
                  <a:pt x="4158468" y="4872244"/>
                </a:lnTo>
                <a:lnTo>
                  <a:pt x="0" y="5507071"/>
                </a:lnTo>
                <a:lnTo>
                  <a:pt x="0" y="568489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endParaRPr lang="de-DE"/>
          </a:p>
        </p:txBody>
      </p:sp>
      <p:sp>
        <p:nvSpPr>
          <p:cNvPr id="5" name="Content Placeholder 2" descr="ph_body">
            <a:extLst>
              <a:ext uri="{FF2B5EF4-FFF2-40B4-BE49-F238E27FC236}">
                <a16:creationId xmlns:a16="http://schemas.microsoft.com/office/drawing/2014/main" id="{36614F09-9644-BCB7-F720-84DA3B82AB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7" y="1825625"/>
            <a:ext cx="5333717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itle Placeholder 1" descr="ph_title">
            <a:extLst>
              <a:ext uri="{FF2B5EF4-FFF2-40B4-BE49-F238E27FC236}">
                <a16:creationId xmlns:a16="http://schemas.microsoft.com/office/drawing/2014/main" id="{7F119ECE-B6BF-5A49-1013-E5C80F5037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401444" cy="11678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Graphic 15">
            <a:extLst>
              <a:ext uri="{FF2B5EF4-FFF2-40B4-BE49-F238E27FC236}">
                <a16:creationId xmlns:a16="http://schemas.microsoft.com/office/drawing/2014/main" id="{DC9AE4F7-E3C1-6E0B-E3AD-C8AEC8AA83BB}"/>
              </a:ext>
            </a:extLst>
          </p:cNvPr>
          <p:cNvSpPr/>
          <p:nvPr userDrawn="1"/>
        </p:nvSpPr>
        <p:spPr>
          <a:xfrm>
            <a:off x="7045813" y="5953440"/>
            <a:ext cx="5148060" cy="654046"/>
          </a:xfrm>
          <a:custGeom>
            <a:avLst/>
            <a:gdLst>
              <a:gd name="connsiteX0" fmla="*/ 4307570 w 5148060"/>
              <a:gd name="connsiteY0" fmla="*/ 93035 h 654046"/>
              <a:gd name="connsiteX1" fmla="*/ 2 w 5148060"/>
              <a:gd name="connsiteY1" fmla="*/ 653151 h 654046"/>
              <a:gd name="connsiteX2" fmla="*/ 4294224 w 5148060"/>
              <a:gd name="connsiteY2" fmla="*/ 0 h 654046"/>
              <a:gd name="connsiteX3" fmla="*/ 5148061 w 5148060"/>
              <a:gd name="connsiteY3" fmla="*/ 236781 h 654046"/>
              <a:gd name="connsiteX4" fmla="*/ 4307570 w 5148060"/>
              <a:gd name="connsiteY4" fmla="*/ 93035 h 654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48060" h="654046">
                <a:moveTo>
                  <a:pt x="4307570" y="93035"/>
                </a:moveTo>
                <a:cubicBezTo>
                  <a:pt x="1430986" y="482968"/>
                  <a:pt x="2163" y="668657"/>
                  <a:pt x="2" y="653151"/>
                </a:cubicBezTo>
                <a:cubicBezTo>
                  <a:pt x="-2158" y="637645"/>
                  <a:pt x="1422216" y="420945"/>
                  <a:pt x="4294224" y="0"/>
                </a:cubicBezTo>
                <a:cubicBezTo>
                  <a:pt x="4578794" y="78927"/>
                  <a:pt x="4863491" y="157854"/>
                  <a:pt x="5148061" y="236781"/>
                </a:cubicBezTo>
                <a:cubicBezTo>
                  <a:pt x="4867940" y="188866"/>
                  <a:pt x="4587691" y="140950"/>
                  <a:pt x="4307570" y="93035"/>
                </a:cubicBezTo>
                <a:close/>
              </a:path>
            </a:pathLst>
          </a:custGeom>
          <a:gradFill>
            <a:gsLst>
              <a:gs pos="0">
                <a:srgbClr val="FFC000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345300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 With Imag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85C10512-F623-9BF0-F18A-5DB178C96555}"/>
              </a:ext>
            </a:extLst>
          </p:cNvPr>
          <p:cNvSpPr/>
          <p:nvPr userDrawn="1"/>
        </p:nvSpPr>
        <p:spPr>
          <a:xfrm>
            <a:off x="5467350" y="6467475"/>
            <a:ext cx="2124075" cy="20326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5" name="Content Placeholder 2" descr="ph_body">
            <a:extLst>
              <a:ext uri="{FF2B5EF4-FFF2-40B4-BE49-F238E27FC236}">
                <a16:creationId xmlns:a16="http://schemas.microsoft.com/office/drawing/2014/main" id="{36614F09-9644-BCB7-F720-84DA3B82AB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7" y="1825625"/>
            <a:ext cx="5333717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itle Placeholder 1" descr="ph_title">
            <a:extLst>
              <a:ext uri="{FF2B5EF4-FFF2-40B4-BE49-F238E27FC236}">
                <a16:creationId xmlns:a16="http://schemas.microsoft.com/office/drawing/2014/main" id="{7F119ECE-B6BF-5A49-1013-E5C80F5037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401444" cy="11678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Graphic 15">
            <a:extLst>
              <a:ext uri="{FF2B5EF4-FFF2-40B4-BE49-F238E27FC236}">
                <a16:creationId xmlns:a16="http://schemas.microsoft.com/office/drawing/2014/main" id="{1E8DBC3C-505B-6EF3-7D64-798A287793B0}"/>
              </a:ext>
            </a:extLst>
          </p:cNvPr>
          <p:cNvSpPr/>
          <p:nvPr/>
        </p:nvSpPr>
        <p:spPr>
          <a:xfrm>
            <a:off x="7045813" y="5953440"/>
            <a:ext cx="5148060" cy="654046"/>
          </a:xfrm>
          <a:custGeom>
            <a:avLst/>
            <a:gdLst>
              <a:gd name="connsiteX0" fmla="*/ 4307570 w 5148060"/>
              <a:gd name="connsiteY0" fmla="*/ 93035 h 654046"/>
              <a:gd name="connsiteX1" fmla="*/ 2 w 5148060"/>
              <a:gd name="connsiteY1" fmla="*/ 653151 h 654046"/>
              <a:gd name="connsiteX2" fmla="*/ 4294224 w 5148060"/>
              <a:gd name="connsiteY2" fmla="*/ 0 h 654046"/>
              <a:gd name="connsiteX3" fmla="*/ 5148061 w 5148060"/>
              <a:gd name="connsiteY3" fmla="*/ 236781 h 654046"/>
              <a:gd name="connsiteX4" fmla="*/ 4307570 w 5148060"/>
              <a:gd name="connsiteY4" fmla="*/ 93035 h 654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48060" h="654046">
                <a:moveTo>
                  <a:pt x="4307570" y="93035"/>
                </a:moveTo>
                <a:cubicBezTo>
                  <a:pt x="1430986" y="482968"/>
                  <a:pt x="2163" y="668657"/>
                  <a:pt x="2" y="653151"/>
                </a:cubicBezTo>
                <a:cubicBezTo>
                  <a:pt x="-2158" y="637645"/>
                  <a:pt x="1422216" y="420945"/>
                  <a:pt x="4294224" y="0"/>
                </a:cubicBezTo>
                <a:cubicBezTo>
                  <a:pt x="4578794" y="78927"/>
                  <a:pt x="4863491" y="157854"/>
                  <a:pt x="5148061" y="236781"/>
                </a:cubicBezTo>
                <a:cubicBezTo>
                  <a:pt x="4867940" y="188866"/>
                  <a:pt x="4587691" y="140950"/>
                  <a:pt x="4307570" y="93035"/>
                </a:cubicBezTo>
                <a:close/>
              </a:path>
            </a:pathLst>
          </a:custGeom>
          <a:gradFill flip="none" rotWithShape="1"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  <a:tileRect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2" name="Picture Placeholder 10" descr="ph_image">
            <a:extLst>
              <a:ext uri="{FF2B5EF4-FFF2-40B4-BE49-F238E27FC236}">
                <a16:creationId xmlns:a16="http://schemas.microsoft.com/office/drawing/2014/main" id="{DEAAEB0A-E73D-CD84-4557-5A2E3548C9E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auto">
          <a:xfrm>
            <a:off x="7048982" y="943986"/>
            <a:ext cx="5143019" cy="5666044"/>
          </a:xfrm>
          <a:custGeom>
            <a:avLst/>
            <a:gdLst>
              <a:gd name="connsiteX0" fmla="*/ 4075726 w 4998721"/>
              <a:gd name="connsiteY0" fmla="*/ 0 h 5507071"/>
              <a:gd name="connsiteX1" fmla="*/ 4998721 w 4998721"/>
              <a:gd name="connsiteY1" fmla="*/ 242517 h 5507071"/>
              <a:gd name="connsiteX2" fmla="*/ 4998721 w 4998721"/>
              <a:gd name="connsiteY2" fmla="*/ 5102636 h 5507071"/>
              <a:gd name="connsiteX3" fmla="*/ 4158468 w 4998721"/>
              <a:gd name="connsiteY3" fmla="*/ 4872244 h 5507071"/>
              <a:gd name="connsiteX4" fmla="*/ 0 w 4998721"/>
              <a:gd name="connsiteY4" fmla="*/ 5507071 h 5507071"/>
              <a:gd name="connsiteX5" fmla="*/ 0 w 4998721"/>
              <a:gd name="connsiteY5" fmla="*/ 568489 h 55070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8721" h="5507071">
                <a:moveTo>
                  <a:pt x="4075726" y="0"/>
                </a:moveTo>
                <a:lnTo>
                  <a:pt x="4998721" y="242517"/>
                </a:lnTo>
                <a:lnTo>
                  <a:pt x="4998721" y="5102636"/>
                </a:lnTo>
                <a:lnTo>
                  <a:pt x="4158468" y="4872244"/>
                </a:lnTo>
                <a:lnTo>
                  <a:pt x="0" y="5507071"/>
                </a:lnTo>
                <a:lnTo>
                  <a:pt x="0" y="568489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4142047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 with Image -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A2FE17D7-8501-F287-8F7B-C0B6EF822519}"/>
              </a:ext>
            </a:extLst>
          </p:cNvPr>
          <p:cNvSpPr/>
          <p:nvPr userDrawn="1"/>
        </p:nvSpPr>
        <p:spPr>
          <a:xfrm>
            <a:off x="5467350" y="6467475"/>
            <a:ext cx="2124075" cy="20326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11" name="Picture Placeholder 10" descr="ph_image">
            <a:extLst>
              <a:ext uri="{FF2B5EF4-FFF2-40B4-BE49-F238E27FC236}">
                <a16:creationId xmlns:a16="http://schemas.microsoft.com/office/drawing/2014/main" id="{00C3E987-87AD-8816-C3B4-CA4D2055644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auto">
          <a:xfrm>
            <a:off x="7048982" y="943986"/>
            <a:ext cx="5143019" cy="5666044"/>
          </a:xfrm>
          <a:custGeom>
            <a:avLst/>
            <a:gdLst>
              <a:gd name="connsiteX0" fmla="*/ 4075726 w 4998721"/>
              <a:gd name="connsiteY0" fmla="*/ 0 h 5507071"/>
              <a:gd name="connsiteX1" fmla="*/ 4998721 w 4998721"/>
              <a:gd name="connsiteY1" fmla="*/ 242517 h 5507071"/>
              <a:gd name="connsiteX2" fmla="*/ 4998721 w 4998721"/>
              <a:gd name="connsiteY2" fmla="*/ 5102636 h 5507071"/>
              <a:gd name="connsiteX3" fmla="*/ 4158468 w 4998721"/>
              <a:gd name="connsiteY3" fmla="*/ 4872244 h 5507071"/>
              <a:gd name="connsiteX4" fmla="*/ 0 w 4998721"/>
              <a:gd name="connsiteY4" fmla="*/ 5507071 h 5507071"/>
              <a:gd name="connsiteX5" fmla="*/ 0 w 4998721"/>
              <a:gd name="connsiteY5" fmla="*/ 568489 h 55070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8721" h="5507071">
                <a:moveTo>
                  <a:pt x="4075726" y="0"/>
                </a:moveTo>
                <a:lnTo>
                  <a:pt x="4998721" y="242517"/>
                </a:lnTo>
                <a:lnTo>
                  <a:pt x="4998721" y="5102636"/>
                </a:lnTo>
                <a:lnTo>
                  <a:pt x="4158468" y="4872244"/>
                </a:lnTo>
                <a:lnTo>
                  <a:pt x="0" y="5507071"/>
                </a:lnTo>
                <a:lnTo>
                  <a:pt x="0" y="568489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endParaRPr lang="de-DE"/>
          </a:p>
        </p:txBody>
      </p:sp>
      <p:sp>
        <p:nvSpPr>
          <p:cNvPr id="5" name="Content Placeholder 2" descr="ph_body">
            <a:extLst>
              <a:ext uri="{FF2B5EF4-FFF2-40B4-BE49-F238E27FC236}">
                <a16:creationId xmlns:a16="http://schemas.microsoft.com/office/drawing/2014/main" id="{36614F09-9644-BCB7-F720-84DA3B82AB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7" y="1825625"/>
            <a:ext cx="5333717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itle Placeholder 1" descr="ph_title">
            <a:extLst>
              <a:ext uri="{FF2B5EF4-FFF2-40B4-BE49-F238E27FC236}">
                <a16:creationId xmlns:a16="http://schemas.microsoft.com/office/drawing/2014/main" id="{7F119ECE-B6BF-5A49-1013-E5C80F5037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401444" cy="11678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Graphic 15">
            <a:extLst>
              <a:ext uri="{FF2B5EF4-FFF2-40B4-BE49-F238E27FC236}">
                <a16:creationId xmlns:a16="http://schemas.microsoft.com/office/drawing/2014/main" id="{11131441-18C8-3B36-DBAA-443991C6E8D2}"/>
              </a:ext>
            </a:extLst>
          </p:cNvPr>
          <p:cNvSpPr/>
          <p:nvPr userDrawn="1"/>
        </p:nvSpPr>
        <p:spPr>
          <a:xfrm>
            <a:off x="7045813" y="5953440"/>
            <a:ext cx="5148060" cy="654046"/>
          </a:xfrm>
          <a:custGeom>
            <a:avLst/>
            <a:gdLst>
              <a:gd name="connsiteX0" fmla="*/ 4307570 w 5148060"/>
              <a:gd name="connsiteY0" fmla="*/ 93035 h 654046"/>
              <a:gd name="connsiteX1" fmla="*/ 2 w 5148060"/>
              <a:gd name="connsiteY1" fmla="*/ 653151 h 654046"/>
              <a:gd name="connsiteX2" fmla="*/ 4294224 w 5148060"/>
              <a:gd name="connsiteY2" fmla="*/ 0 h 654046"/>
              <a:gd name="connsiteX3" fmla="*/ 5148061 w 5148060"/>
              <a:gd name="connsiteY3" fmla="*/ 236781 h 654046"/>
              <a:gd name="connsiteX4" fmla="*/ 4307570 w 5148060"/>
              <a:gd name="connsiteY4" fmla="*/ 93035 h 654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48060" h="654046">
                <a:moveTo>
                  <a:pt x="4307570" y="93035"/>
                </a:moveTo>
                <a:cubicBezTo>
                  <a:pt x="1430986" y="482968"/>
                  <a:pt x="2163" y="668657"/>
                  <a:pt x="2" y="653151"/>
                </a:cubicBezTo>
                <a:cubicBezTo>
                  <a:pt x="-2158" y="637645"/>
                  <a:pt x="1422216" y="420945"/>
                  <a:pt x="4294224" y="0"/>
                </a:cubicBezTo>
                <a:cubicBezTo>
                  <a:pt x="4578794" y="78927"/>
                  <a:pt x="4863491" y="157854"/>
                  <a:pt x="5148061" y="236781"/>
                </a:cubicBezTo>
                <a:cubicBezTo>
                  <a:pt x="4867940" y="188866"/>
                  <a:pt x="4587691" y="140950"/>
                  <a:pt x="4307570" y="93035"/>
                </a:cubicBezTo>
                <a:close/>
              </a:path>
            </a:pathLst>
          </a:custGeom>
          <a:gradFill>
            <a:gsLst>
              <a:gs pos="0">
                <a:srgbClr val="FFC000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70729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 with Imag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59FBB0BF-ED6D-3DCE-A633-4829DDDDFFD0}"/>
              </a:ext>
            </a:extLst>
          </p:cNvPr>
          <p:cNvSpPr/>
          <p:nvPr userDrawn="1"/>
        </p:nvSpPr>
        <p:spPr>
          <a:xfrm>
            <a:off x="5467350" y="6467475"/>
            <a:ext cx="2124075" cy="20326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5" name="Content Placeholder 2" descr="ph_body">
            <a:extLst>
              <a:ext uri="{FF2B5EF4-FFF2-40B4-BE49-F238E27FC236}">
                <a16:creationId xmlns:a16="http://schemas.microsoft.com/office/drawing/2014/main" id="{36614F09-9644-BCB7-F720-84DA3B82AB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7" y="1825625"/>
            <a:ext cx="5333717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itle Placeholder 1" descr="ph_title">
            <a:extLst>
              <a:ext uri="{FF2B5EF4-FFF2-40B4-BE49-F238E27FC236}">
                <a16:creationId xmlns:a16="http://schemas.microsoft.com/office/drawing/2014/main" id="{7F119ECE-B6BF-5A49-1013-E5C80F5037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401444" cy="11678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Graphic 15">
            <a:extLst>
              <a:ext uri="{FF2B5EF4-FFF2-40B4-BE49-F238E27FC236}">
                <a16:creationId xmlns:a16="http://schemas.microsoft.com/office/drawing/2014/main" id="{48113BB6-D385-FA38-845D-825C6C6E95C5}"/>
              </a:ext>
            </a:extLst>
          </p:cNvPr>
          <p:cNvSpPr/>
          <p:nvPr userDrawn="1"/>
        </p:nvSpPr>
        <p:spPr>
          <a:xfrm>
            <a:off x="7045813" y="5953440"/>
            <a:ext cx="5148060" cy="654046"/>
          </a:xfrm>
          <a:custGeom>
            <a:avLst/>
            <a:gdLst>
              <a:gd name="connsiteX0" fmla="*/ 4307570 w 5148060"/>
              <a:gd name="connsiteY0" fmla="*/ 93035 h 654046"/>
              <a:gd name="connsiteX1" fmla="*/ 2 w 5148060"/>
              <a:gd name="connsiteY1" fmla="*/ 653151 h 654046"/>
              <a:gd name="connsiteX2" fmla="*/ 4294224 w 5148060"/>
              <a:gd name="connsiteY2" fmla="*/ 0 h 654046"/>
              <a:gd name="connsiteX3" fmla="*/ 5148061 w 5148060"/>
              <a:gd name="connsiteY3" fmla="*/ 236781 h 654046"/>
              <a:gd name="connsiteX4" fmla="*/ 4307570 w 5148060"/>
              <a:gd name="connsiteY4" fmla="*/ 93035 h 654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48060" h="654046">
                <a:moveTo>
                  <a:pt x="4307570" y="93035"/>
                </a:moveTo>
                <a:cubicBezTo>
                  <a:pt x="1430986" y="482968"/>
                  <a:pt x="2163" y="668657"/>
                  <a:pt x="2" y="653151"/>
                </a:cubicBezTo>
                <a:cubicBezTo>
                  <a:pt x="-2158" y="637645"/>
                  <a:pt x="1422216" y="420945"/>
                  <a:pt x="4294224" y="0"/>
                </a:cubicBezTo>
                <a:cubicBezTo>
                  <a:pt x="4578794" y="78927"/>
                  <a:pt x="4863491" y="157854"/>
                  <a:pt x="5148061" y="236781"/>
                </a:cubicBezTo>
                <a:cubicBezTo>
                  <a:pt x="4867940" y="188866"/>
                  <a:pt x="4587691" y="140950"/>
                  <a:pt x="4307570" y="9303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2" name="Picture Placeholder 10" descr="ph_image">
            <a:extLst>
              <a:ext uri="{FF2B5EF4-FFF2-40B4-BE49-F238E27FC236}">
                <a16:creationId xmlns:a16="http://schemas.microsoft.com/office/drawing/2014/main" id="{60172A92-006C-AD0B-8E2C-28F188AF49C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auto">
          <a:xfrm>
            <a:off x="7048982" y="943986"/>
            <a:ext cx="5143019" cy="5666044"/>
          </a:xfrm>
          <a:custGeom>
            <a:avLst/>
            <a:gdLst>
              <a:gd name="connsiteX0" fmla="*/ 4075726 w 4998721"/>
              <a:gd name="connsiteY0" fmla="*/ 0 h 5507071"/>
              <a:gd name="connsiteX1" fmla="*/ 4998721 w 4998721"/>
              <a:gd name="connsiteY1" fmla="*/ 242517 h 5507071"/>
              <a:gd name="connsiteX2" fmla="*/ 4998721 w 4998721"/>
              <a:gd name="connsiteY2" fmla="*/ 5102636 h 5507071"/>
              <a:gd name="connsiteX3" fmla="*/ 4158468 w 4998721"/>
              <a:gd name="connsiteY3" fmla="*/ 4872244 h 5507071"/>
              <a:gd name="connsiteX4" fmla="*/ 0 w 4998721"/>
              <a:gd name="connsiteY4" fmla="*/ 5507071 h 5507071"/>
              <a:gd name="connsiteX5" fmla="*/ 0 w 4998721"/>
              <a:gd name="connsiteY5" fmla="*/ 568489 h 55070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8721" h="5507071">
                <a:moveTo>
                  <a:pt x="4075726" y="0"/>
                </a:moveTo>
                <a:lnTo>
                  <a:pt x="4998721" y="242517"/>
                </a:lnTo>
                <a:lnTo>
                  <a:pt x="4998721" y="5102636"/>
                </a:lnTo>
                <a:lnTo>
                  <a:pt x="4158468" y="4872244"/>
                </a:lnTo>
                <a:lnTo>
                  <a:pt x="0" y="5507071"/>
                </a:lnTo>
                <a:lnTo>
                  <a:pt x="0" y="568489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010731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Image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1" descr="ph_title">
            <a:extLst>
              <a:ext uri="{FF2B5EF4-FFF2-40B4-BE49-F238E27FC236}">
                <a16:creationId xmlns:a16="http://schemas.microsoft.com/office/drawing/2014/main" id="{52062F48-588B-85E3-F8AE-E91C5864BA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373735" cy="11678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2" descr="ph_body_left">
            <a:extLst>
              <a:ext uri="{FF2B5EF4-FFF2-40B4-BE49-F238E27FC236}">
                <a16:creationId xmlns:a16="http://schemas.microsoft.com/office/drawing/2014/main" id="{A611BBA6-9D53-141F-E542-580F8ED80D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7" y="4163350"/>
            <a:ext cx="5394960" cy="202472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 descr="ph_body_right">
            <a:extLst>
              <a:ext uri="{FF2B5EF4-FFF2-40B4-BE49-F238E27FC236}">
                <a16:creationId xmlns:a16="http://schemas.microsoft.com/office/drawing/2014/main" id="{DD4CC844-CCB4-F589-7428-48010A1EC4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81102" y="4163350"/>
            <a:ext cx="5394960" cy="202472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Picture Placeholder 6" descr="ph_image">
            <a:extLst>
              <a:ext uri="{FF2B5EF4-FFF2-40B4-BE49-F238E27FC236}">
                <a16:creationId xmlns:a16="http://schemas.microsoft.com/office/drawing/2014/main" id="{C4D61149-7027-7DA2-D194-EC6543F0B62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15938" y="1820312"/>
            <a:ext cx="11160125" cy="223032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r>
              <a:rPr lang="en-US"/>
              <a:t>Click icon to add image</a:t>
            </a:r>
          </a:p>
        </p:txBody>
      </p:sp>
      <p:sp>
        <p:nvSpPr>
          <p:cNvPr id="3" name="Graphic 24">
            <a:extLst>
              <a:ext uri="{FF2B5EF4-FFF2-40B4-BE49-F238E27FC236}">
                <a16:creationId xmlns:a16="http://schemas.microsoft.com/office/drawing/2014/main" id="{46E1E31B-5FB5-93C1-D0C1-DC9E61A21BDE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6" name="Graphic 26">
            <a:extLst>
              <a:ext uri="{FF2B5EF4-FFF2-40B4-BE49-F238E27FC236}">
                <a16:creationId xmlns:a16="http://schemas.microsoft.com/office/drawing/2014/main" id="{36CAC580-65B3-BFBF-5453-A0D854BCD046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6F75BB8-E513-DD9E-678E-6130839F0BA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H="1">
            <a:off x="5996303" y="4163350"/>
            <a:ext cx="121146" cy="2024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683473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Image -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1" descr="ph_title">
            <a:extLst>
              <a:ext uri="{FF2B5EF4-FFF2-40B4-BE49-F238E27FC236}">
                <a16:creationId xmlns:a16="http://schemas.microsoft.com/office/drawing/2014/main" id="{52062F48-588B-85E3-F8AE-E91C5864BA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392207" cy="11678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solidFill>
                  <a:schemeClr val="tx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2" descr="ph_body_left">
            <a:extLst>
              <a:ext uri="{FF2B5EF4-FFF2-40B4-BE49-F238E27FC236}">
                <a16:creationId xmlns:a16="http://schemas.microsoft.com/office/drawing/2014/main" id="{A611BBA6-9D53-141F-E542-580F8ED80D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7" y="4163350"/>
            <a:ext cx="5394960" cy="202472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 descr="ph_body_right">
            <a:extLst>
              <a:ext uri="{FF2B5EF4-FFF2-40B4-BE49-F238E27FC236}">
                <a16:creationId xmlns:a16="http://schemas.microsoft.com/office/drawing/2014/main" id="{DD4CC844-CCB4-F589-7428-48010A1EC4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81102" y="4163350"/>
            <a:ext cx="5394960" cy="202472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Picture Placeholder 6" descr="ph_image">
            <a:extLst>
              <a:ext uri="{FF2B5EF4-FFF2-40B4-BE49-F238E27FC236}">
                <a16:creationId xmlns:a16="http://schemas.microsoft.com/office/drawing/2014/main" id="{C4D61149-7027-7DA2-D194-EC6543F0B62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15938" y="1820312"/>
            <a:ext cx="11160125" cy="2230326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solidFill>
                  <a:schemeClr val="tx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icon to add image</a:t>
            </a:r>
          </a:p>
        </p:txBody>
      </p:sp>
      <p:sp>
        <p:nvSpPr>
          <p:cNvPr id="3" name="Graphic 24">
            <a:extLst>
              <a:ext uri="{FF2B5EF4-FFF2-40B4-BE49-F238E27FC236}">
                <a16:creationId xmlns:a16="http://schemas.microsoft.com/office/drawing/2014/main" id="{9F582BBC-5537-4567-6D9E-6683385B4AD6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5" name="Graphic 26">
            <a:extLst>
              <a:ext uri="{FF2B5EF4-FFF2-40B4-BE49-F238E27FC236}">
                <a16:creationId xmlns:a16="http://schemas.microsoft.com/office/drawing/2014/main" id="{EF58AC75-2292-3AAD-D48D-6BA2BC52000C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 flip="none" rotWithShape="1"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71076BC-F9B8-6A94-40BC-03AAEEF340A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997754" y="4163349"/>
            <a:ext cx="132868" cy="2024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12028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1" descr="ph_title">
            <a:extLst>
              <a:ext uri="{FF2B5EF4-FFF2-40B4-BE49-F238E27FC236}">
                <a16:creationId xmlns:a16="http://schemas.microsoft.com/office/drawing/2014/main" id="{1D241DD7-699E-CE2D-3902-E0A9DDC26E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392207" cy="11678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2" descr="ph_col1">
            <a:extLst>
              <a:ext uri="{FF2B5EF4-FFF2-40B4-BE49-F238E27FC236}">
                <a16:creationId xmlns:a16="http://schemas.microsoft.com/office/drawing/2014/main" id="{FDD3FDA0-BC1E-5BAD-0BC2-6A0786A219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9" y="1803401"/>
            <a:ext cx="3503586" cy="4384674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 descr="ph_col2">
            <a:extLst>
              <a:ext uri="{FF2B5EF4-FFF2-40B4-BE49-F238E27FC236}">
                <a16:creationId xmlns:a16="http://schemas.microsoft.com/office/drawing/2014/main" id="{883EF872-CADA-4305-48D8-E5D0AE68A6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44718" y="1803401"/>
            <a:ext cx="3502563" cy="4384674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Content Placeholder 3" descr="ph_col3">
            <a:extLst>
              <a:ext uri="{FF2B5EF4-FFF2-40B4-BE49-F238E27FC236}">
                <a16:creationId xmlns:a16="http://schemas.microsoft.com/office/drawing/2014/main" id="{76FACBDB-927C-FD70-4B48-AA8F12DF1F52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8172473" y="1803401"/>
            <a:ext cx="3502563" cy="4384674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Graphic 24">
            <a:extLst>
              <a:ext uri="{FF2B5EF4-FFF2-40B4-BE49-F238E27FC236}">
                <a16:creationId xmlns:a16="http://schemas.microsoft.com/office/drawing/2014/main" id="{425F875F-6D01-5287-8F67-1343E42648C7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 flip="none" rotWithShape="1"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7" name="Graphic 26">
            <a:extLst>
              <a:ext uri="{FF2B5EF4-FFF2-40B4-BE49-F238E27FC236}">
                <a16:creationId xmlns:a16="http://schemas.microsoft.com/office/drawing/2014/main" id="{7CD27549-E145-D03B-1AFB-558F51134A39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915719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with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5647041-080A-5891-BC5C-1E84522472FB}"/>
              </a:ext>
            </a:extLst>
          </p:cNvPr>
          <p:cNvSpPr/>
          <p:nvPr userDrawn="1"/>
        </p:nvSpPr>
        <p:spPr>
          <a:xfrm>
            <a:off x="0" y="2752726"/>
            <a:ext cx="12192000" cy="3548060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8" name="Title Placeholder 1" descr="ph_title">
            <a:extLst>
              <a:ext uri="{FF2B5EF4-FFF2-40B4-BE49-F238E27FC236}">
                <a16:creationId xmlns:a16="http://schemas.microsoft.com/office/drawing/2014/main" id="{1D241DD7-699E-CE2D-3902-E0A9DDC26E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392207" cy="94834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2" descr="ph_col1">
            <a:extLst>
              <a:ext uri="{FF2B5EF4-FFF2-40B4-BE49-F238E27FC236}">
                <a16:creationId xmlns:a16="http://schemas.microsoft.com/office/drawing/2014/main" id="{FDD3FDA0-BC1E-5BAD-0BC2-6A0786A219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36305" y="3560130"/>
            <a:ext cx="3503586" cy="2644775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Content Placeholder 3" descr="ph_col2">
            <a:extLst>
              <a:ext uri="{FF2B5EF4-FFF2-40B4-BE49-F238E27FC236}">
                <a16:creationId xmlns:a16="http://schemas.microsoft.com/office/drawing/2014/main" id="{883EF872-CADA-4305-48D8-E5D0AE68A6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44718" y="3543299"/>
            <a:ext cx="3502563" cy="2644776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" name="Content Placeholder 3" descr="ph_col3">
            <a:extLst>
              <a:ext uri="{FF2B5EF4-FFF2-40B4-BE49-F238E27FC236}">
                <a16:creationId xmlns:a16="http://schemas.microsoft.com/office/drawing/2014/main" id="{76FACBDB-927C-FD70-4B48-AA8F12DF1F52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8353132" y="3560129"/>
            <a:ext cx="3502563" cy="2644776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" name="Graphic 24">
            <a:extLst>
              <a:ext uri="{FF2B5EF4-FFF2-40B4-BE49-F238E27FC236}">
                <a16:creationId xmlns:a16="http://schemas.microsoft.com/office/drawing/2014/main" id="{425F875F-6D01-5287-8F67-1343E42648C7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 flip="none" rotWithShape="1"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7" name="Graphic 26">
            <a:extLst>
              <a:ext uri="{FF2B5EF4-FFF2-40B4-BE49-F238E27FC236}">
                <a16:creationId xmlns:a16="http://schemas.microsoft.com/office/drawing/2014/main" id="{7CD27549-E145-D03B-1AFB-558F51134A39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14" name="Flowchart: Connector 13">
            <a:extLst>
              <a:ext uri="{FF2B5EF4-FFF2-40B4-BE49-F238E27FC236}">
                <a16:creationId xmlns:a16="http://schemas.microsoft.com/office/drawing/2014/main" id="{480D7A99-5A1A-2B5C-7EF1-262D389D23C6}"/>
              </a:ext>
            </a:extLst>
          </p:cNvPr>
          <p:cNvSpPr/>
          <p:nvPr userDrawn="1"/>
        </p:nvSpPr>
        <p:spPr>
          <a:xfrm>
            <a:off x="5263001" y="1535929"/>
            <a:ext cx="1959429" cy="1959429"/>
          </a:xfrm>
          <a:prstGeom prst="flowChartConnecto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11" name="Picture Placeholder 10" descr="ph_image_center">
            <a:extLst>
              <a:ext uri="{FF2B5EF4-FFF2-40B4-BE49-F238E27FC236}">
                <a16:creationId xmlns:a16="http://schemas.microsoft.com/office/drawing/2014/main" id="{6122B51D-677F-57F3-3408-594B581F286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290216" y="1631810"/>
            <a:ext cx="1905000" cy="1863548"/>
          </a:xfrm>
          <a:prstGeom prst="flowChartConnector">
            <a:avLst/>
          </a:prstGeom>
        </p:spPr>
        <p:txBody>
          <a:bodyPr/>
          <a:lstStyle>
            <a:lvl1pPr>
              <a:defRPr b="0" i="0">
                <a:latin typeface="Aptos" panose="020B00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5" name="Flowchart: Connector 14">
            <a:extLst>
              <a:ext uri="{FF2B5EF4-FFF2-40B4-BE49-F238E27FC236}">
                <a16:creationId xmlns:a16="http://schemas.microsoft.com/office/drawing/2014/main" id="{B3FEFA6A-0657-A66A-6534-E378526E6CB8}"/>
              </a:ext>
            </a:extLst>
          </p:cNvPr>
          <p:cNvSpPr/>
          <p:nvPr userDrawn="1"/>
        </p:nvSpPr>
        <p:spPr>
          <a:xfrm>
            <a:off x="9168251" y="1535929"/>
            <a:ext cx="1959429" cy="1959429"/>
          </a:xfrm>
          <a:prstGeom prst="flowChartConnecto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16" name="Picture Placeholder 10" descr="ph_image_right">
            <a:extLst>
              <a:ext uri="{FF2B5EF4-FFF2-40B4-BE49-F238E27FC236}">
                <a16:creationId xmlns:a16="http://schemas.microsoft.com/office/drawing/2014/main" id="{4A883661-25FC-D431-6FB1-5B3B533BD05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195466" y="1631810"/>
            <a:ext cx="1905000" cy="1863548"/>
          </a:xfrm>
          <a:prstGeom prst="flowChartConnector">
            <a:avLst/>
          </a:prstGeom>
        </p:spPr>
        <p:txBody>
          <a:bodyPr/>
          <a:lstStyle>
            <a:lvl1pPr>
              <a:defRPr b="0" i="0">
                <a:latin typeface="Aptos" panose="020B00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7" name="Flowchart: Connector 16">
            <a:extLst>
              <a:ext uri="{FF2B5EF4-FFF2-40B4-BE49-F238E27FC236}">
                <a16:creationId xmlns:a16="http://schemas.microsoft.com/office/drawing/2014/main" id="{971108D2-1E64-FE15-22CB-E7D9892EEB4D}"/>
              </a:ext>
            </a:extLst>
          </p:cNvPr>
          <p:cNvSpPr/>
          <p:nvPr userDrawn="1"/>
        </p:nvSpPr>
        <p:spPr>
          <a:xfrm>
            <a:off x="1061039" y="1469571"/>
            <a:ext cx="1959429" cy="1959429"/>
          </a:xfrm>
          <a:prstGeom prst="flowChartConnecto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18" name="Picture Placeholder 10" descr="ph_image_left">
            <a:extLst>
              <a:ext uri="{FF2B5EF4-FFF2-40B4-BE49-F238E27FC236}">
                <a16:creationId xmlns:a16="http://schemas.microsoft.com/office/drawing/2014/main" id="{6C5FB1CA-7436-BAE4-06DC-E110760AED3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088254" y="1565452"/>
            <a:ext cx="1905000" cy="1863548"/>
          </a:xfrm>
          <a:prstGeom prst="flowChartConnector">
            <a:avLst/>
          </a:prstGeom>
        </p:spPr>
        <p:txBody>
          <a:bodyPr/>
          <a:lstStyle>
            <a:lvl1pPr>
              <a:defRPr b="0" i="0">
                <a:latin typeface="Aptos" panose="020B0004020202020204" pitchFamily="34" charset="0"/>
              </a:defRPr>
            </a:lvl1pPr>
          </a:lstStyle>
          <a:p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1443D1A4-05C4-BD03-71A2-5618DA9E7F5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027026" y="2752726"/>
            <a:ext cx="104101" cy="343534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70CF010A-B803-4225-C413-6CA687384BD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26738" y="2752726"/>
            <a:ext cx="104101" cy="3435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820838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with Image -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1" descr="ph_title">
            <a:extLst>
              <a:ext uri="{FF2B5EF4-FFF2-40B4-BE49-F238E27FC236}">
                <a16:creationId xmlns:a16="http://schemas.microsoft.com/office/drawing/2014/main" id="{1D241DD7-699E-CE2D-3902-E0A9DDC26E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392207" cy="11678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solidFill>
                  <a:schemeClr val="tx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 descr="ph_body_left">
            <a:extLst>
              <a:ext uri="{FF2B5EF4-FFF2-40B4-BE49-F238E27FC236}">
                <a16:creationId xmlns:a16="http://schemas.microsoft.com/office/drawing/2014/main" id="{883EF872-CADA-4305-48D8-E5D0AE68A6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44718" y="1803401"/>
            <a:ext cx="3502563" cy="4384674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Content Placeholder 3" descr="ph_body_right">
            <a:extLst>
              <a:ext uri="{FF2B5EF4-FFF2-40B4-BE49-F238E27FC236}">
                <a16:creationId xmlns:a16="http://schemas.microsoft.com/office/drawing/2014/main" id="{76FACBDB-927C-FD70-4B48-AA8F12DF1F52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8172473" y="1803401"/>
            <a:ext cx="3502563" cy="4384674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Graphic 24">
            <a:extLst>
              <a:ext uri="{FF2B5EF4-FFF2-40B4-BE49-F238E27FC236}">
                <a16:creationId xmlns:a16="http://schemas.microsoft.com/office/drawing/2014/main" id="{AA68F38D-B6C4-3B88-95C1-59C1B27B39BF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3" name="Graphic 26">
            <a:extLst>
              <a:ext uri="{FF2B5EF4-FFF2-40B4-BE49-F238E27FC236}">
                <a16:creationId xmlns:a16="http://schemas.microsoft.com/office/drawing/2014/main" id="{F4EBA784-E00B-BECF-7084-AC311AA95E06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pic>
        <p:nvPicPr>
          <p:cNvPr id="17" name="Picture 16" descr="A picture containing text&#10;&#10;Description automatically generated">
            <a:extLst>
              <a:ext uri="{FF2B5EF4-FFF2-40B4-BE49-F238E27FC236}">
                <a16:creationId xmlns:a16="http://schemas.microsoft.com/office/drawing/2014/main" id="{2AD0442D-AC24-1DC7-3FBC-7DBD2E53DEC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9641371">
            <a:off x="-130081" y="2710167"/>
            <a:ext cx="4053565" cy="2748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44207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 descr="ph_title">
            <a:extLst>
              <a:ext uri="{FF2B5EF4-FFF2-40B4-BE49-F238E27FC236}">
                <a16:creationId xmlns:a16="http://schemas.microsoft.com/office/drawing/2014/main" id="{BD9FDC4E-A3B1-C0CA-5098-1EEE398DD0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382971" cy="11678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2" descr="ph_col1">
            <a:extLst>
              <a:ext uri="{FF2B5EF4-FFF2-40B4-BE49-F238E27FC236}">
                <a16:creationId xmlns:a16="http://schemas.microsoft.com/office/drawing/2014/main" id="{8FA82F68-95E9-FC7A-BF04-AFB8D54C33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9" y="1803400"/>
            <a:ext cx="2560320" cy="43846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3" descr="ph_col2">
            <a:extLst>
              <a:ext uri="{FF2B5EF4-FFF2-40B4-BE49-F238E27FC236}">
                <a16:creationId xmlns:a16="http://schemas.microsoft.com/office/drawing/2014/main" id="{E2B5120F-8E28-E3E6-6F05-96B9B0FA33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382540" y="1803400"/>
            <a:ext cx="2560320" cy="43846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="0" i="0">
                <a:solidFill>
                  <a:schemeClr val="tx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>
              <a:defRPr b="0" i="0">
                <a:solidFill>
                  <a:schemeClr val="tx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Content Placeholder 3" descr="ph_col3">
            <a:extLst>
              <a:ext uri="{FF2B5EF4-FFF2-40B4-BE49-F238E27FC236}">
                <a16:creationId xmlns:a16="http://schemas.microsoft.com/office/drawing/2014/main" id="{108C64B6-9750-E862-F817-C637084E22C8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6249141" y="1803400"/>
            <a:ext cx="2560320" cy="43846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="0" i="0">
                <a:solidFill>
                  <a:schemeClr val="tx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>
              <a:defRPr b="0" i="0">
                <a:solidFill>
                  <a:schemeClr val="tx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Content Placeholder 3" descr="ph_col4">
            <a:extLst>
              <a:ext uri="{FF2B5EF4-FFF2-40B4-BE49-F238E27FC236}">
                <a16:creationId xmlns:a16="http://schemas.microsoft.com/office/drawing/2014/main" id="{82BFF784-792A-5CE7-B9DD-E865F8438610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9115742" y="1803400"/>
            <a:ext cx="2560320" cy="43846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="0" i="0">
                <a:solidFill>
                  <a:schemeClr val="tx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>
              <a:defRPr b="0" i="0">
                <a:solidFill>
                  <a:schemeClr val="tx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Graphic 24">
            <a:extLst>
              <a:ext uri="{FF2B5EF4-FFF2-40B4-BE49-F238E27FC236}">
                <a16:creationId xmlns:a16="http://schemas.microsoft.com/office/drawing/2014/main" id="{D22FFD3E-3C16-3012-B01D-95198755C35F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 flip="none" rotWithShape="1">
            <a:gsLst>
              <a:gs pos="0">
                <a:srgbClr val="FFC000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4" name="Graphic 26">
            <a:extLst>
              <a:ext uri="{FF2B5EF4-FFF2-40B4-BE49-F238E27FC236}">
                <a16:creationId xmlns:a16="http://schemas.microsoft.com/office/drawing/2014/main" id="{2128F145-CB52-E987-E3F9-A88A656E6E99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>
            <a:gsLst>
              <a:gs pos="0">
                <a:srgbClr val="FFC000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628276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 -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 descr="ph_title">
            <a:extLst>
              <a:ext uri="{FF2B5EF4-FFF2-40B4-BE49-F238E27FC236}">
                <a16:creationId xmlns:a16="http://schemas.microsoft.com/office/drawing/2014/main" id="{BD9FDC4E-A3B1-C0CA-5098-1EEE398DD0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1160124" cy="11678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solidFill>
                  <a:schemeClr val="tx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2" descr="ph_col1">
            <a:extLst>
              <a:ext uri="{FF2B5EF4-FFF2-40B4-BE49-F238E27FC236}">
                <a16:creationId xmlns:a16="http://schemas.microsoft.com/office/drawing/2014/main" id="{8FA82F68-95E9-FC7A-BF04-AFB8D54C33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9" y="1803400"/>
            <a:ext cx="2560320" cy="43846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3" descr="ph_col2">
            <a:extLst>
              <a:ext uri="{FF2B5EF4-FFF2-40B4-BE49-F238E27FC236}">
                <a16:creationId xmlns:a16="http://schemas.microsoft.com/office/drawing/2014/main" id="{E2B5120F-8E28-E3E6-6F05-96B9B0FA33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382540" y="1803400"/>
            <a:ext cx="2560320" cy="43846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Content Placeholder 3" descr="ph_col3">
            <a:extLst>
              <a:ext uri="{FF2B5EF4-FFF2-40B4-BE49-F238E27FC236}">
                <a16:creationId xmlns:a16="http://schemas.microsoft.com/office/drawing/2014/main" id="{108C64B6-9750-E862-F817-C637084E22C8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6249141" y="1803400"/>
            <a:ext cx="2560320" cy="43846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Content Placeholder 3" descr="ph_col4">
            <a:extLst>
              <a:ext uri="{FF2B5EF4-FFF2-40B4-BE49-F238E27FC236}">
                <a16:creationId xmlns:a16="http://schemas.microsoft.com/office/drawing/2014/main" id="{82BFF784-792A-5CE7-B9DD-E865F8438610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9115742" y="1803400"/>
            <a:ext cx="2560320" cy="43846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Graphic 24">
            <a:extLst>
              <a:ext uri="{FF2B5EF4-FFF2-40B4-BE49-F238E27FC236}">
                <a16:creationId xmlns:a16="http://schemas.microsoft.com/office/drawing/2014/main" id="{11F3FDF4-7DAF-07C7-73FA-5174C9F836E3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3" name="Graphic 26">
            <a:extLst>
              <a:ext uri="{FF2B5EF4-FFF2-40B4-BE49-F238E27FC236}">
                <a16:creationId xmlns:a16="http://schemas.microsoft.com/office/drawing/2014/main" id="{149869D2-A8D0-1E69-1F78-9F4FAF8671E4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22856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- Ligh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B61E9142-038F-0204-9D10-F4ACBFE52843}"/>
              </a:ext>
            </a:extLst>
          </p:cNvPr>
          <p:cNvSpPr/>
          <p:nvPr userDrawn="1"/>
        </p:nvSpPr>
        <p:spPr>
          <a:xfrm>
            <a:off x="495300" y="6381750"/>
            <a:ext cx="6696075" cy="27175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FFC4131A-632F-871A-3C83-D5D597A5CA1E}"/>
              </a:ext>
            </a:extLst>
          </p:cNvPr>
          <p:cNvSpPr/>
          <p:nvPr userDrawn="1"/>
        </p:nvSpPr>
        <p:spPr>
          <a:xfrm rot="5400000">
            <a:off x="5266269" y="-58207"/>
            <a:ext cx="6038549" cy="7812915"/>
          </a:xfrm>
          <a:custGeom>
            <a:avLst/>
            <a:gdLst>
              <a:gd name="connsiteX0" fmla="*/ 0 w 6055313"/>
              <a:gd name="connsiteY0" fmla="*/ 7812915 h 7812915"/>
              <a:gd name="connsiteX1" fmla="*/ 2243431 w 6055313"/>
              <a:gd name="connsiteY1" fmla="*/ 0 h 7812915"/>
              <a:gd name="connsiteX2" fmla="*/ 6055313 w 6055313"/>
              <a:gd name="connsiteY2" fmla="*/ 0 h 7812915"/>
              <a:gd name="connsiteX3" fmla="*/ 6055313 w 6055313"/>
              <a:gd name="connsiteY3" fmla="*/ 4859044 h 7812915"/>
              <a:gd name="connsiteX4" fmla="*/ 5207127 w 6055313"/>
              <a:gd name="connsiteY4" fmla="*/ 7812915 h 7812915"/>
              <a:gd name="connsiteX0" fmla="*/ 0 w 6055313"/>
              <a:gd name="connsiteY0" fmla="*/ 7812915 h 7812915"/>
              <a:gd name="connsiteX1" fmla="*/ 2243431 w 6055313"/>
              <a:gd name="connsiteY1" fmla="*/ 0 h 7812915"/>
              <a:gd name="connsiteX2" fmla="*/ 6055313 w 6055313"/>
              <a:gd name="connsiteY2" fmla="*/ 0 h 7812915"/>
              <a:gd name="connsiteX3" fmla="*/ 6055313 w 6055313"/>
              <a:gd name="connsiteY3" fmla="*/ 4859044 h 7812915"/>
              <a:gd name="connsiteX4" fmla="*/ 5236624 w 6055313"/>
              <a:gd name="connsiteY4" fmla="*/ 7812915 h 7812915"/>
              <a:gd name="connsiteX5" fmla="*/ 0 w 6055313"/>
              <a:gd name="connsiteY5" fmla="*/ 7812915 h 7812915"/>
              <a:gd name="connsiteX0" fmla="*/ 0 w 6062933"/>
              <a:gd name="connsiteY0" fmla="*/ 7851015 h 7851015"/>
              <a:gd name="connsiteX1" fmla="*/ 2251051 w 6062933"/>
              <a:gd name="connsiteY1" fmla="*/ 0 h 7851015"/>
              <a:gd name="connsiteX2" fmla="*/ 6062933 w 6062933"/>
              <a:gd name="connsiteY2" fmla="*/ 0 h 7851015"/>
              <a:gd name="connsiteX3" fmla="*/ 6062933 w 6062933"/>
              <a:gd name="connsiteY3" fmla="*/ 4859044 h 7851015"/>
              <a:gd name="connsiteX4" fmla="*/ 5244244 w 6062933"/>
              <a:gd name="connsiteY4" fmla="*/ 7812915 h 7851015"/>
              <a:gd name="connsiteX5" fmla="*/ 0 w 6062933"/>
              <a:gd name="connsiteY5" fmla="*/ 7851015 h 7851015"/>
              <a:gd name="connsiteX0" fmla="*/ 0 w 6038549"/>
              <a:gd name="connsiteY0" fmla="*/ 7808343 h 7812915"/>
              <a:gd name="connsiteX1" fmla="*/ 2226667 w 6038549"/>
              <a:gd name="connsiteY1" fmla="*/ 0 h 7812915"/>
              <a:gd name="connsiteX2" fmla="*/ 6038549 w 6038549"/>
              <a:gd name="connsiteY2" fmla="*/ 0 h 7812915"/>
              <a:gd name="connsiteX3" fmla="*/ 6038549 w 6038549"/>
              <a:gd name="connsiteY3" fmla="*/ 4859044 h 7812915"/>
              <a:gd name="connsiteX4" fmla="*/ 5219860 w 6038549"/>
              <a:gd name="connsiteY4" fmla="*/ 7812915 h 7812915"/>
              <a:gd name="connsiteX5" fmla="*/ 0 w 6038549"/>
              <a:gd name="connsiteY5" fmla="*/ 7808343 h 78129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38549" h="7812915">
                <a:moveTo>
                  <a:pt x="0" y="7808343"/>
                </a:moveTo>
                <a:lnTo>
                  <a:pt x="2226667" y="0"/>
                </a:lnTo>
                <a:lnTo>
                  <a:pt x="6038549" y="0"/>
                </a:lnTo>
                <a:lnTo>
                  <a:pt x="6038549" y="4859044"/>
                </a:lnTo>
                <a:lnTo>
                  <a:pt x="5219860" y="7812915"/>
                </a:lnTo>
                <a:lnTo>
                  <a:pt x="0" y="780834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b="0" i="0">
              <a:latin typeface="Aptos" panose="020B0004020202020204" pitchFamily="34" charset="0"/>
            </a:endParaRPr>
          </a:p>
        </p:txBody>
      </p:sp>
      <p:sp>
        <p:nvSpPr>
          <p:cNvPr id="8" name="Picture Placeholder 47" descr="ph_image">
            <a:extLst>
              <a:ext uri="{FF2B5EF4-FFF2-40B4-BE49-F238E27FC236}">
                <a16:creationId xmlns:a16="http://schemas.microsoft.com/office/drawing/2014/main" id="{78004D37-C7E0-B198-98DF-1D5CB04C780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777238"/>
            <a:ext cx="5196840" cy="5824527"/>
          </a:xfrm>
          <a:custGeom>
            <a:avLst/>
            <a:gdLst>
              <a:gd name="connsiteX0" fmla="*/ 4221481 w 5196840"/>
              <a:gd name="connsiteY0" fmla="*/ 0 h 5780545"/>
              <a:gd name="connsiteX1" fmla="*/ 5196840 w 5196840"/>
              <a:gd name="connsiteY1" fmla="*/ 264689 h 5780545"/>
              <a:gd name="connsiteX2" fmla="*/ 5196840 w 5196840"/>
              <a:gd name="connsiteY2" fmla="*/ 1110836 h 5780545"/>
              <a:gd name="connsiteX3" fmla="*/ 5196839 w 5196840"/>
              <a:gd name="connsiteY3" fmla="*/ 1110836 h 5780545"/>
              <a:gd name="connsiteX4" fmla="*/ 5196839 w 5196840"/>
              <a:gd name="connsiteY4" fmla="*/ 5456481 h 5780545"/>
              <a:gd name="connsiteX5" fmla="*/ 4221480 w 5196840"/>
              <a:gd name="connsiteY5" fmla="*/ 5191792 h 5780545"/>
              <a:gd name="connsiteX6" fmla="*/ 0 w 5196840"/>
              <a:gd name="connsiteY6" fmla="*/ 5780545 h 5780545"/>
              <a:gd name="connsiteX7" fmla="*/ 0 w 5196840"/>
              <a:gd name="connsiteY7" fmla="*/ 1138188 h 5780545"/>
              <a:gd name="connsiteX8" fmla="*/ 0 w 5196840"/>
              <a:gd name="connsiteY8" fmla="*/ 695992 h 5780545"/>
              <a:gd name="connsiteX9" fmla="*/ 0 w 5196840"/>
              <a:gd name="connsiteY9" fmla="*/ 588753 h 5780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196840" h="5780545">
                <a:moveTo>
                  <a:pt x="4221481" y="0"/>
                </a:moveTo>
                <a:lnTo>
                  <a:pt x="5196840" y="264689"/>
                </a:lnTo>
                <a:lnTo>
                  <a:pt x="5196840" y="1110836"/>
                </a:lnTo>
                <a:lnTo>
                  <a:pt x="5196839" y="1110836"/>
                </a:lnTo>
                <a:lnTo>
                  <a:pt x="5196839" y="5456481"/>
                </a:lnTo>
                <a:lnTo>
                  <a:pt x="4221480" y="5191792"/>
                </a:lnTo>
                <a:lnTo>
                  <a:pt x="0" y="5780545"/>
                </a:lnTo>
                <a:lnTo>
                  <a:pt x="0" y="1138188"/>
                </a:lnTo>
                <a:lnTo>
                  <a:pt x="0" y="695992"/>
                </a:lnTo>
                <a:lnTo>
                  <a:pt x="0" y="588753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endParaRPr lang="de-DE"/>
          </a:p>
        </p:txBody>
      </p:sp>
      <p:sp>
        <p:nvSpPr>
          <p:cNvPr id="2" name="Title 1" descr="ph_title">
            <a:extLst>
              <a:ext uri="{FF2B5EF4-FFF2-40B4-BE49-F238E27FC236}">
                <a16:creationId xmlns:a16="http://schemas.microsoft.com/office/drawing/2014/main" id="{14FE8E74-3542-5797-B638-1E57B2F0CC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flipH="1">
            <a:off x="5791198" y="2955636"/>
            <a:ext cx="5547887" cy="285511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bg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4738A07D-9B34-2C40-341E-67CC5A926FC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39088" y="102191"/>
            <a:ext cx="673947" cy="871200"/>
          </a:xfrm>
          <a:prstGeom prst="rect">
            <a:avLst/>
          </a:prstGeom>
        </p:spPr>
      </p:pic>
      <p:sp>
        <p:nvSpPr>
          <p:cNvPr id="11" name="Graphic 3">
            <a:extLst>
              <a:ext uri="{FF2B5EF4-FFF2-40B4-BE49-F238E27FC236}">
                <a16:creationId xmlns:a16="http://schemas.microsoft.com/office/drawing/2014/main" id="{FDC3924D-83B1-52C2-8E70-DE944E438931}"/>
              </a:ext>
            </a:extLst>
          </p:cNvPr>
          <p:cNvSpPr/>
          <p:nvPr userDrawn="1"/>
        </p:nvSpPr>
        <p:spPr>
          <a:xfrm>
            <a:off x="18663" y="6007347"/>
            <a:ext cx="7304486" cy="856684"/>
          </a:xfrm>
          <a:custGeom>
            <a:avLst/>
            <a:gdLst>
              <a:gd name="connsiteX0" fmla="*/ 4207334 w 7304486"/>
              <a:gd name="connsiteY0" fmla="*/ 109193 h 856684"/>
              <a:gd name="connsiteX1" fmla="*/ 0 w 7304486"/>
              <a:gd name="connsiteY1" fmla="*/ 591436 h 856684"/>
              <a:gd name="connsiteX2" fmla="*/ 4214758 w 7304486"/>
              <a:gd name="connsiteY2" fmla="*/ 0 h 856684"/>
              <a:gd name="connsiteX3" fmla="*/ 7304487 w 7304486"/>
              <a:gd name="connsiteY3" fmla="*/ 856685 h 856684"/>
              <a:gd name="connsiteX4" fmla="*/ 4207334 w 7304486"/>
              <a:gd name="connsiteY4" fmla="*/ 109038 h 856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04486" h="856684">
                <a:moveTo>
                  <a:pt x="4207334" y="109193"/>
                </a:moveTo>
                <a:cubicBezTo>
                  <a:pt x="2804838" y="269889"/>
                  <a:pt x="1402496" y="430740"/>
                  <a:pt x="0" y="591436"/>
                </a:cubicBezTo>
                <a:cubicBezTo>
                  <a:pt x="1404971" y="394239"/>
                  <a:pt x="2809941" y="197197"/>
                  <a:pt x="4214758" y="0"/>
                </a:cubicBezTo>
                <a:cubicBezTo>
                  <a:pt x="5244668" y="285510"/>
                  <a:pt x="6274577" y="571175"/>
                  <a:pt x="7304487" y="856685"/>
                </a:cubicBezTo>
                <a:cubicBezTo>
                  <a:pt x="6272102" y="607521"/>
                  <a:pt x="5239718" y="358357"/>
                  <a:pt x="4207334" y="109038"/>
                </a:cubicBezTo>
                <a:close/>
              </a:path>
            </a:pathLst>
          </a:custGeom>
          <a:gradFill>
            <a:gsLst>
              <a:gs pos="0">
                <a:srgbClr val="00FAC2"/>
              </a:gs>
              <a:gs pos="100000">
                <a:srgbClr val="008566"/>
              </a:gs>
              <a:gs pos="74000">
                <a:srgbClr val="008566"/>
              </a:gs>
            </a:gsLst>
            <a:lin ang="5400000" scaled="1"/>
          </a:gradFill>
          <a:ln w="1545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693487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- Ligh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1AB3C52C-C603-7A07-FC49-E40DB25ED0EA}"/>
              </a:ext>
            </a:extLst>
          </p:cNvPr>
          <p:cNvSpPr/>
          <p:nvPr userDrawn="1"/>
        </p:nvSpPr>
        <p:spPr>
          <a:xfrm>
            <a:off x="495300" y="6381750"/>
            <a:ext cx="6696075" cy="27175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FFC4131A-632F-871A-3C83-D5D597A5CA1E}"/>
              </a:ext>
            </a:extLst>
          </p:cNvPr>
          <p:cNvSpPr/>
          <p:nvPr userDrawn="1"/>
        </p:nvSpPr>
        <p:spPr>
          <a:xfrm rot="5400000">
            <a:off x="5266268" y="-67732"/>
            <a:ext cx="6038549" cy="7812915"/>
          </a:xfrm>
          <a:custGeom>
            <a:avLst/>
            <a:gdLst>
              <a:gd name="connsiteX0" fmla="*/ 0 w 6055313"/>
              <a:gd name="connsiteY0" fmla="*/ 7812915 h 7812915"/>
              <a:gd name="connsiteX1" fmla="*/ 2243431 w 6055313"/>
              <a:gd name="connsiteY1" fmla="*/ 0 h 7812915"/>
              <a:gd name="connsiteX2" fmla="*/ 6055313 w 6055313"/>
              <a:gd name="connsiteY2" fmla="*/ 0 h 7812915"/>
              <a:gd name="connsiteX3" fmla="*/ 6055313 w 6055313"/>
              <a:gd name="connsiteY3" fmla="*/ 4859044 h 7812915"/>
              <a:gd name="connsiteX4" fmla="*/ 5207127 w 6055313"/>
              <a:gd name="connsiteY4" fmla="*/ 7812915 h 7812915"/>
              <a:gd name="connsiteX0" fmla="*/ 0 w 6055313"/>
              <a:gd name="connsiteY0" fmla="*/ 7812915 h 7812915"/>
              <a:gd name="connsiteX1" fmla="*/ 2243431 w 6055313"/>
              <a:gd name="connsiteY1" fmla="*/ 0 h 7812915"/>
              <a:gd name="connsiteX2" fmla="*/ 6055313 w 6055313"/>
              <a:gd name="connsiteY2" fmla="*/ 0 h 7812915"/>
              <a:gd name="connsiteX3" fmla="*/ 6055313 w 6055313"/>
              <a:gd name="connsiteY3" fmla="*/ 4859044 h 7812915"/>
              <a:gd name="connsiteX4" fmla="*/ 5236624 w 6055313"/>
              <a:gd name="connsiteY4" fmla="*/ 7812915 h 7812915"/>
              <a:gd name="connsiteX5" fmla="*/ 0 w 6055313"/>
              <a:gd name="connsiteY5" fmla="*/ 7812915 h 7812915"/>
              <a:gd name="connsiteX0" fmla="*/ 0 w 6062933"/>
              <a:gd name="connsiteY0" fmla="*/ 7851015 h 7851015"/>
              <a:gd name="connsiteX1" fmla="*/ 2251051 w 6062933"/>
              <a:gd name="connsiteY1" fmla="*/ 0 h 7851015"/>
              <a:gd name="connsiteX2" fmla="*/ 6062933 w 6062933"/>
              <a:gd name="connsiteY2" fmla="*/ 0 h 7851015"/>
              <a:gd name="connsiteX3" fmla="*/ 6062933 w 6062933"/>
              <a:gd name="connsiteY3" fmla="*/ 4859044 h 7851015"/>
              <a:gd name="connsiteX4" fmla="*/ 5244244 w 6062933"/>
              <a:gd name="connsiteY4" fmla="*/ 7812915 h 7851015"/>
              <a:gd name="connsiteX5" fmla="*/ 0 w 6062933"/>
              <a:gd name="connsiteY5" fmla="*/ 7851015 h 7851015"/>
              <a:gd name="connsiteX0" fmla="*/ 0 w 6038549"/>
              <a:gd name="connsiteY0" fmla="*/ 7808343 h 7812915"/>
              <a:gd name="connsiteX1" fmla="*/ 2226667 w 6038549"/>
              <a:gd name="connsiteY1" fmla="*/ 0 h 7812915"/>
              <a:gd name="connsiteX2" fmla="*/ 6038549 w 6038549"/>
              <a:gd name="connsiteY2" fmla="*/ 0 h 7812915"/>
              <a:gd name="connsiteX3" fmla="*/ 6038549 w 6038549"/>
              <a:gd name="connsiteY3" fmla="*/ 4859044 h 7812915"/>
              <a:gd name="connsiteX4" fmla="*/ 5219860 w 6038549"/>
              <a:gd name="connsiteY4" fmla="*/ 7812915 h 7812915"/>
              <a:gd name="connsiteX5" fmla="*/ 0 w 6038549"/>
              <a:gd name="connsiteY5" fmla="*/ 7808343 h 78129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38549" h="7812915">
                <a:moveTo>
                  <a:pt x="0" y="7808343"/>
                </a:moveTo>
                <a:lnTo>
                  <a:pt x="2226667" y="0"/>
                </a:lnTo>
                <a:lnTo>
                  <a:pt x="6038549" y="0"/>
                </a:lnTo>
                <a:lnTo>
                  <a:pt x="6038549" y="4859044"/>
                </a:lnTo>
                <a:lnTo>
                  <a:pt x="5219860" y="7812915"/>
                </a:lnTo>
                <a:lnTo>
                  <a:pt x="0" y="780834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b="0" i="0">
              <a:latin typeface="Aptos" panose="020B0004020202020204" pitchFamily="34" charset="0"/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4738A07D-9B34-2C40-341E-67CC5A926FC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39088" y="102191"/>
            <a:ext cx="673947" cy="871200"/>
          </a:xfrm>
          <a:prstGeom prst="rect">
            <a:avLst/>
          </a:prstGeom>
        </p:spPr>
      </p:pic>
      <p:sp>
        <p:nvSpPr>
          <p:cNvPr id="11" name="Title 1" descr="ph_title">
            <a:extLst>
              <a:ext uri="{FF2B5EF4-FFF2-40B4-BE49-F238E27FC236}">
                <a16:creationId xmlns:a16="http://schemas.microsoft.com/office/drawing/2014/main" id="{DA185B72-7A52-6AF9-9A73-CC5DC5AEBD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flipH="1">
            <a:off x="5791198" y="2955636"/>
            <a:ext cx="5547887" cy="285511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bg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Graphic 3">
            <a:extLst>
              <a:ext uri="{FF2B5EF4-FFF2-40B4-BE49-F238E27FC236}">
                <a16:creationId xmlns:a16="http://schemas.microsoft.com/office/drawing/2014/main" id="{649E4E82-57C7-CB55-EC7A-DD23B41DC402}"/>
              </a:ext>
            </a:extLst>
          </p:cNvPr>
          <p:cNvSpPr/>
          <p:nvPr userDrawn="1"/>
        </p:nvSpPr>
        <p:spPr>
          <a:xfrm>
            <a:off x="18663" y="5997822"/>
            <a:ext cx="7304486" cy="856684"/>
          </a:xfrm>
          <a:custGeom>
            <a:avLst/>
            <a:gdLst>
              <a:gd name="connsiteX0" fmla="*/ 4207334 w 7304486"/>
              <a:gd name="connsiteY0" fmla="*/ 109193 h 856684"/>
              <a:gd name="connsiteX1" fmla="*/ 0 w 7304486"/>
              <a:gd name="connsiteY1" fmla="*/ 591436 h 856684"/>
              <a:gd name="connsiteX2" fmla="*/ 4214758 w 7304486"/>
              <a:gd name="connsiteY2" fmla="*/ 0 h 856684"/>
              <a:gd name="connsiteX3" fmla="*/ 7304487 w 7304486"/>
              <a:gd name="connsiteY3" fmla="*/ 856685 h 856684"/>
              <a:gd name="connsiteX4" fmla="*/ 4207334 w 7304486"/>
              <a:gd name="connsiteY4" fmla="*/ 109038 h 856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04486" h="856684">
                <a:moveTo>
                  <a:pt x="4207334" y="109193"/>
                </a:moveTo>
                <a:cubicBezTo>
                  <a:pt x="2804838" y="269889"/>
                  <a:pt x="1402496" y="430740"/>
                  <a:pt x="0" y="591436"/>
                </a:cubicBezTo>
                <a:cubicBezTo>
                  <a:pt x="1404971" y="394239"/>
                  <a:pt x="2809941" y="197197"/>
                  <a:pt x="4214758" y="0"/>
                </a:cubicBezTo>
                <a:cubicBezTo>
                  <a:pt x="5244668" y="285510"/>
                  <a:pt x="6274577" y="571175"/>
                  <a:pt x="7304487" y="856685"/>
                </a:cubicBezTo>
                <a:cubicBezTo>
                  <a:pt x="6272102" y="607521"/>
                  <a:pt x="5239718" y="358357"/>
                  <a:pt x="4207334" y="109038"/>
                </a:cubicBezTo>
                <a:close/>
              </a:path>
            </a:pathLst>
          </a:custGeom>
          <a:gradFill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</a:gradFill>
          <a:ln w="1545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2" name="Picture Placeholder 47" descr="ph_image">
            <a:extLst>
              <a:ext uri="{FF2B5EF4-FFF2-40B4-BE49-F238E27FC236}">
                <a16:creationId xmlns:a16="http://schemas.microsoft.com/office/drawing/2014/main" id="{D249FEF5-CCCD-7390-3EDD-6F7D3A11276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777238"/>
            <a:ext cx="5196840" cy="5824527"/>
          </a:xfrm>
          <a:custGeom>
            <a:avLst/>
            <a:gdLst>
              <a:gd name="connsiteX0" fmla="*/ 4221481 w 5196840"/>
              <a:gd name="connsiteY0" fmla="*/ 0 h 5780545"/>
              <a:gd name="connsiteX1" fmla="*/ 5196840 w 5196840"/>
              <a:gd name="connsiteY1" fmla="*/ 264689 h 5780545"/>
              <a:gd name="connsiteX2" fmla="*/ 5196840 w 5196840"/>
              <a:gd name="connsiteY2" fmla="*/ 1110836 h 5780545"/>
              <a:gd name="connsiteX3" fmla="*/ 5196839 w 5196840"/>
              <a:gd name="connsiteY3" fmla="*/ 1110836 h 5780545"/>
              <a:gd name="connsiteX4" fmla="*/ 5196839 w 5196840"/>
              <a:gd name="connsiteY4" fmla="*/ 5456481 h 5780545"/>
              <a:gd name="connsiteX5" fmla="*/ 4221480 w 5196840"/>
              <a:gd name="connsiteY5" fmla="*/ 5191792 h 5780545"/>
              <a:gd name="connsiteX6" fmla="*/ 0 w 5196840"/>
              <a:gd name="connsiteY6" fmla="*/ 5780545 h 5780545"/>
              <a:gd name="connsiteX7" fmla="*/ 0 w 5196840"/>
              <a:gd name="connsiteY7" fmla="*/ 1138188 h 5780545"/>
              <a:gd name="connsiteX8" fmla="*/ 0 w 5196840"/>
              <a:gd name="connsiteY8" fmla="*/ 695992 h 5780545"/>
              <a:gd name="connsiteX9" fmla="*/ 0 w 5196840"/>
              <a:gd name="connsiteY9" fmla="*/ 588753 h 5780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196840" h="5780545">
                <a:moveTo>
                  <a:pt x="4221481" y="0"/>
                </a:moveTo>
                <a:lnTo>
                  <a:pt x="5196840" y="264689"/>
                </a:lnTo>
                <a:lnTo>
                  <a:pt x="5196840" y="1110836"/>
                </a:lnTo>
                <a:lnTo>
                  <a:pt x="5196839" y="1110836"/>
                </a:lnTo>
                <a:lnTo>
                  <a:pt x="5196839" y="5456481"/>
                </a:lnTo>
                <a:lnTo>
                  <a:pt x="4221480" y="5191792"/>
                </a:lnTo>
                <a:lnTo>
                  <a:pt x="0" y="5780545"/>
                </a:lnTo>
                <a:lnTo>
                  <a:pt x="0" y="1138188"/>
                </a:lnTo>
                <a:lnTo>
                  <a:pt x="0" y="695992"/>
                </a:lnTo>
                <a:lnTo>
                  <a:pt x="0" y="588753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3259693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- Dark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44F3162B-6E5E-F160-A29C-6DFEF501AE7D}"/>
              </a:ext>
            </a:extLst>
          </p:cNvPr>
          <p:cNvSpPr/>
          <p:nvPr userDrawn="1"/>
        </p:nvSpPr>
        <p:spPr>
          <a:xfrm>
            <a:off x="495300" y="6381750"/>
            <a:ext cx="6696075" cy="27175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FFC4131A-632F-871A-3C83-D5D597A5CA1E}"/>
              </a:ext>
            </a:extLst>
          </p:cNvPr>
          <p:cNvSpPr/>
          <p:nvPr userDrawn="1"/>
        </p:nvSpPr>
        <p:spPr>
          <a:xfrm rot="5400000">
            <a:off x="5266269" y="-67732"/>
            <a:ext cx="6038549" cy="7812915"/>
          </a:xfrm>
          <a:custGeom>
            <a:avLst/>
            <a:gdLst>
              <a:gd name="connsiteX0" fmla="*/ 0 w 6055313"/>
              <a:gd name="connsiteY0" fmla="*/ 7812915 h 7812915"/>
              <a:gd name="connsiteX1" fmla="*/ 2243431 w 6055313"/>
              <a:gd name="connsiteY1" fmla="*/ 0 h 7812915"/>
              <a:gd name="connsiteX2" fmla="*/ 6055313 w 6055313"/>
              <a:gd name="connsiteY2" fmla="*/ 0 h 7812915"/>
              <a:gd name="connsiteX3" fmla="*/ 6055313 w 6055313"/>
              <a:gd name="connsiteY3" fmla="*/ 4859044 h 7812915"/>
              <a:gd name="connsiteX4" fmla="*/ 5207127 w 6055313"/>
              <a:gd name="connsiteY4" fmla="*/ 7812915 h 7812915"/>
              <a:gd name="connsiteX0" fmla="*/ 0 w 6055313"/>
              <a:gd name="connsiteY0" fmla="*/ 7812915 h 7812915"/>
              <a:gd name="connsiteX1" fmla="*/ 2243431 w 6055313"/>
              <a:gd name="connsiteY1" fmla="*/ 0 h 7812915"/>
              <a:gd name="connsiteX2" fmla="*/ 6055313 w 6055313"/>
              <a:gd name="connsiteY2" fmla="*/ 0 h 7812915"/>
              <a:gd name="connsiteX3" fmla="*/ 6055313 w 6055313"/>
              <a:gd name="connsiteY3" fmla="*/ 4859044 h 7812915"/>
              <a:gd name="connsiteX4" fmla="*/ 5236624 w 6055313"/>
              <a:gd name="connsiteY4" fmla="*/ 7812915 h 7812915"/>
              <a:gd name="connsiteX5" fmla="*/ 0 w 6055313"/>
              <a:gd name="connsiteY5" fmla="*/ 7812915 h 7812915"/>
              <a:gd name="connsiteX0" fmla="*/ 0 w 6062933"/>
              <a:gd name="connsiteY0" fmla="*/ 7851015 h 7851015"/>
              <a:gd name="connsiteX1" fmla="*/ 2251051 w 6062933"/>
              <a:gd name="connsiteY1" fmla="*/ 0 h 7851015"/>
              <a:gd name="connsiteX2" fmla="*/ 6062933 w 6062933"/>
              <a:gd name="connsiteY2" fmla="*/ 0 h 7851015"/>
              <a:gd name="connsiteX3" fmla="*/ 6062933 w 6062933"/>
              <a:gd name="connsiteY3" fmla="*/ 4859044 h 7851015"/>
              <a:gd name="connsiteX4" fmla="*/ 5244244 w 6062933"/>
              <a:gd name="connsiteY4" fmla="*/ 7812915 h 7851015"/>
              <a:gd name="connsiteX5" fmla="*/ 0 w 6062933"/>
              <a:gd name="connsiteY5" fmla="*/ 7851015 h 7851015"/>
              <a:gd name="connsiteX0" fmla="*/ 0 w 6038549"/>
              <a:gd name="connsiteY0" fmla="*/ 7808343 h 7812915"/>
              <a:gd name="connsiteX1" fmla="*/ 2226667 w 6038549"/>
              <a:gd name="connsiteY1" fmla="*/ 0 h 7812915"/>
              <a:gd name="connsiteX2" fmla="*/ 6038549 w 6038549"/>
              <a:gd name="connsiteY2" fmla="*/ 0 h 7812915"/>
              <a:gd name="connsiteX3" fmla="*/ 6038549 w 6038549"/>
              <a:gd name="connsiteY3" fmla="*/ 4859044 h 7812915"/>
              <a:gd name="connsiteX4" fmla="*/ 5219860 w 6038549"/>
              <a:gd name="connsiteY4" fmla="*/ 7812915 h 7812915"/>
              <a:gd name="connsiteX5" fmla="*/ 0 w 6038549"/>
              <a:gd name="connsiteY5" fmla="*/ 7808343 h 78129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38549" h="7812915">
                <a:moveTo>
                  <a:pt x="0" y="7808343"/>
                </a:moveTo>
                <a:lnTo>
                  <a:pt x="2226667" y="0"/>
                </a:lnTo>
                <a:lnTo>
                  <a:pt x="6038549" y="0"/>
                </a:lnTo>
                <a:lnTo>
                  <a:pt x="6038549" y="4859044"/>
                </a:lnTo>
                <a:lnTo>
                  <a:pt x="5219860" y="7812915"/>
                </a:lnTo>
                <a:lnTo>
                  <a:pt x="0" y="780834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b="0" i="0">
              <a:latin typeface="Aptos" panose="020B0004020202020204" pitchFamily="34" charset="0"/>
            </a:endParaRPr>
          </a:p>
        </p:txBody>
      </p:sp>
      <p:sp>
        <p:nvSpPr>
          <p:cNvPr id="8" name="Picture Placeholder 47" descr="ph_image">
            <a:extLst>
              <a:ext uri="{FF2B5EF4-FFF2-40B4-BE49-F238E27FC236}">
                <a16:creationId xmlns:a16="http://schemas.microsoft.com/office/drawing/2014/main" id="{78004D37-C7E0-B198-98DF-1D5CB04C780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777238"/>
            <a:ext cx="5196840" cy="5824527"/>
          </a:xfrm>
          <a:custGeom>
            <a:avLst/>
            <a:gdLst>
              <a:gd name="connsiteX0" fmla="*/ 4221481 w 5196840"/>
              <a:gd name="connsiteY0" fmla="*/ 0 h 5780545"/>
              <a:gd name="connsiteX1" fmla="*/ 5196840 w 5196840"/>
              <a:gd name="connsiteY1" fmla="*/ 264689 h 5780545"/>
              <a:gd name="connsiteX2" fmla="*/ 5196840 w 5196840"/>
              <a:gd name="connsiteY2" fmla="*/ 1110836 h 5780545"/>
              <a:gd name="connsiteX3" fmla="*/ 5196839 w 5196840"/>
              <a:gd name="connsiteY3" fmla="*/ 1110836 h 5780545"/>
              <a:gd name="connsiteX4" fmla="*/ 5196839 w 5196840"/>
              <a:gd name="connsiteY4" fmla="*/ 5456481 h 5780545"/>
              <a:gd name="connsiteX5" fmla="*/ 4221480 w 5196840"/>
              <a:gd name="connsiteY5" fmla="*/ 5191792 h 5780545"/>
              <a:gd name="connsiteX6" fmla="*/ 0 w 5196840"/>
              <a:gd name="connsiteY6" fmla="*/ 5780545 h 5780545"/>
              <a:gd name="connsiteX7" fmla="*/ 0 w 5196840"/>
              <a:gd name="connsiteY7" fmla="*/ 1138188 h 5780545"/>
              <a:gd name="connsiteX8" fmla="*/ 0 w 5196840"/>
              <a:gd name="connsiteY8" fmla="*/ 695992 h 5780545"/>
              <a:gd name="connsiteX9" fmla="*/ 0 w 5196840"/>
              <a:gd name="connsiteY9" fmla="*/ 588753 h 5780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196840" h="5780545">
                <a:moveTo>
                  <a:pt x="4221481" y="0"/>
                </a:moveTo>
                <a:lnTo>
                  <a:pt x="5196840" y="264689"/>
                </a:lnTo>
                <a:lnTo>
                  <a:pt x="5196840" y="1110836"/>
                </a:lnTo>
                <a:lnTo>
                  <a:pt x="5196839" y="1110836"/>
                </a:lnTo>
                <a:lnTo>
                  <a:pt x="5196839" y="5456481"/>
                </a:lnTo>
                <a:lnTo>
                  <a:pt x="4221480" y="5191792"/>
                </a:lnTo>
                <a:lnTo>
                  <a:pt x="0" y="5780545"/>
                </a:lnTo>
                <a:lnTo>
                  <a:pt x="0" y="1138188"/>
                </a:lnTo>
                <a:lnTo>
                  <a:pt x="0" y="695992"/>
                </a:lnTo>
                <a:lnTo>
                  <a:pt x="0" y="588753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endParaRPr lang="de-DE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CFFD73-2036-4462-99DA-D1C0238963E7}"/>
              </a:ext>
            </a:extLst>
          </p:cNvPr>
          <p:cNvSpPr txBox="1"/>
          <p:nvPr userDrawn="1"/>
        </p:nvSpPr>
        <p:spPr>
          <a:xfrm>
            <a:off x="515937" y="6439098"/>
            <a:ext cx="21640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>
                <a:solidFill>
                  <a:schemeClr val="bg1"/>
                </a:solidFill>
                <a:latin typeface="PP Neue Machina Plain Italic" pitchFamily="2" charset="77"/>
              </a:rPr>
              <a:t>Ascendion© 2023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A206527E-77AF-4B8C-4036-56F45434A1B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39087" y="102191"/>
            <a:ext cx="673947" cy="871200"/>
          </a:xfrm>
          <a:prstGeom prst="rect">
            <a:avLst/>
          </a:prstGeom>
        </p:spPr>
      </p:pic>
      <p:sp>
        <p:nvSpPr>
          <p:cNvPr id="11" name="Title 1" descr="ph_title">
            <a:extLst>
              <a:ext uri="{FF2B5EF4-FFF2-40B4-BE49-F238E27FC236}">
                <a16:creationId xmlns:a16="http://schemas.microsoft.com/office/drawing/2014/main" id="{75C75878-87AF-E90C-0A95-F2723AE9A3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flipH="1">
            <a:off x="5791198" y="2955636"/>
            <a:ext cx="5547887" cy="285511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bg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Graphic 3">
            <a:extLst>
              <a:ext uri="{FF2B5EF4-FFF2-40B4-BE49-F238E27FC236}">
                <a16:creationId xmlns:a16="http://schemas.microsoft.com/office/drawing/2014/main" id="{36365933-5BF7-CAA7-37F4-41F0051B1F6D}"/>
              </a:ext>
            </a:extLst>
          </p:cNvPr>
          <p:cNvSpPr/>
          <p:nvPr userDrawn="1"/>
        </p:nvSpPr>
        <p:spPr>
          <a:xfrm>
            <a:off x="18663" y="5997822"/>
            <a:ext cx="7304486" cy="856684"/>
          </a:xfrm>
          <a:custGeom>
            <a:avLst/>
            <a:gdLst>
              <a:gd name="connsiteX0" fmla="*/ 4207334 w 7304486"/>
              <a:gd name="connsiteY0" fmla="*/ 109193 h 856684"/>
              <a:gd name="connsiteX1" fmla="*/ 0 w 7304486"/>
              <a:gd name="connsiteY1" fmla="*/ 591436 h 856684"/>
              <a:gd name="connsiteX2" fmla="*/ 4214758 w 7304486"/>
              <a:gd name="connsiteY2" fmla="*/ 0 h 856684"/>
              <a:gd name="connsiteX3" fmla="*/ 7304487 w 7304486"/>
              <a:gd name="connsiteY3" fmla="*/ 856685 h 856684"/>
              <a:gd name="connsiteX4" fmla="*/ 4207334 w 7304486"/>
              <a:gd name="connsiteY4" fmla="*/ 109038 h 856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04486" h="856684">
                <a:moveTo>
                  <a:pt x="4207334" y="109193"/>
                </a:moveTo>
                <a:cubicBezTo>
                  <a:pt x="2804838" y="269889"/>
                  <a:pt x="1402496" y="430740"/>
                  <a:pt x="0" y="591436"/>
                </a:cubicBezTo>
                <a:cubicBezTo>
                  <a:pt x="1404971" y="394239"/>
                  <a:pt x="2809941" y="197197"/>
                  <a:pt x="4214758" y="0"/>
                </a:cubicBezTo>
                <a:cubicBezTo>
                  <a:pt x="5244668" y="285510"/>
                  <a:pt x="6274577" y="571175"/>
                  <a:pt x="7304487" y="856685"/>
                </a:cubicBezTo>
                <a:cubicBezTo>
                  <a:pt x="6272102" y="607521"/>
                  <a:pt x="5239718" y="358357"/>
                  <a:pt x="4207334" y="109038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 w="1545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46078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- Dark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54E3012E-2C2B-7BC9-8C2A-E5A140612BCE}"/>
              </a:ext>
            </a:extLst>
          </p:cNvPr>
          <p:cNvSpPr/>
          <p:nvPr userDrawn="1"/>
        </p:nvSpPr>
        <p:spPr>
          <a:xfrm>
            <a:off x="495300" y="6381750"/>
            <a:ext cx="6696075" cy="27175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FFC4131A-632F-871A-3C83-D5D597A5CA1E}"/>
              </a:ext>
            </a:extLst>
          </p:cNvPr>
          <p:cNvSpPr/>
          <p:nvPr userDrawn="1"/>
        </p:nvSpPr>
        <p:spPr>
          <a:xfrm rot="5400000">
            <a:off x="5266269" y="-58496"/>
            <a:ext cx="6038549" cy="7812915"/>
          </a:xfrm>
          <a:custGeom>
            <a:avLst/>
            <a:gdLst>
              <a:gd name="connsiteX0" fmla="*/ 0 w 6055313"/>
              <a:gd name="connsiteY0" fmla="*/ 7812915 h 7812915"/>
              <a:gd name="connsiteX1" fmla="*/ 2243431 w 6055313"/>
              <a:gd name="connsiteY1" fmla="*/ 0 h 7812915"/>
              <a:gd name="connsiteX2" fmla="*/ 6055313 w 6055313"/>
              <a:gd name="connsiteY2" fmla="*/ 0 h 7812915"/>
              <a:gd name="connsiteX3" fmla="*/ 6055313 w 6055313"/>
              <a:gd name="connsiteY3" fmla="*/ 4859044 h 7812915"/>
              <a:gd name="connsiteX4" fmla="*/ 5207127 w 6055313"/>
              <a:gd name="connsiteY4" fmla="*/ 7812915 h 7812915"/>
              <a:gd name="connsiteX0" fmla="*/ 0 w 6055313"/>
              <a:gd name="connsiteY0" fmla="*/ 7812915 h 7812915"/>
              <a:gd name="connsiteX1" fmla="*/ 2243431 w 6055313"/>
              <a:gd name="connsiteY1" fmla="*/ 0 h 7812915"/>
              <a:gd name="connsiteX2" fmla="*/ 6055313 w 6055313"/>
              <a:gd name="connsiteY2" fmla="*/ 0 h 7812915"/>
              <a:gd name="connsiteX3" fmla="*/ 6055313 w 6055313"/>
              <a:gd name="connsiteY3" fmla="*/ 4859044 h 7812915"/>
              <a:gd name="connsiteX4" fmla="*/ 5236624 w 6055313"/>
              <a:gd name="connsiteY4" fmla="*/ 7812915 h 7812915"/>
              <a:gd name="connsiteX5" fmla="*/ 0 w 6055313"/>
              <a:gd name="connsiteY5" fmla="*/ 7812915 h 7812915"/>
              <a:gd name="connsiteX0" fmla="*/ 0 w 6062933"/>
              <a:gd name="connsiteY0" fmla="*/ 7851015 h 7851015"/>
              <a:gd name="connsiteX1" fmla="*/ 2251051 w 6062933"/>
              <a:gd name="connsiteY1" fmla="*/ 0 h 7851015"/>
              <a:gd name="connsiteX2" fmla="*/ 6062933 w 6062933"/>
              <a:gd name="connsiteY2" fmla="*/ 0 h 7851015"/>
              <a:gd name="connsiteX3" fmla="*/ 6062933 w 6062933"/>
              <a:gd name="connsiteY3" fmla="*/ 4859044 h 7851015"/>
              <a:gd name="connsiteX4" fmla="*/ 5244244 w 6062933"/>
              <a:gd name="connsiteY4" fmla="*/ 7812915 h 7851015"/>
              <a:gd name="connsiteX5" fmla="*/ 0 w 6062933"/>
              <a:gd name="connsiteY5" fmla="*/ 7851015 h 7851015"/>
              <a:gd name="connsiteX0" fmla="*/ 0 w 6038549"/>
              <a:gd name="connsiteY0" fmla="*/ 7808343 h 7812915"/>
              <a:gd name="connsiteX1" fmla="*/ 2226667 w 6038549"/>
              <a:gd name="connsiteY1" fmla="*/ 0 h 7812915"/>
              <a:gd name="connsiteX2" fmla="*/ 6038549 w 6038549"/>
              <a:gd name="connsiteY2" fmla="*/ 0 h 7812915"/>
              <a:gd name="connsiteX3" fmla="*/ 6038549 w 6038549"/>
              <a:gd name="connsiteY3" fmla="*/ 4859044 h 7812915"/>
              <a:gd name="connsiteX4" fmla="*/ 5219860 w 6038549"/>
              <a:gd name="connsiteY4" fmla="*/ 7812915 h 7812915"/>
              <a:gd name="connsiteX5" fmla="*/ 0 w 6038549"/>
              <a:gd name="connsiteY5" fmla="*/ 7808343 h 78129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38549" h="7812915">
                <a:moveTo>
                  <a:pt x="0" y="7808343"/>
                </a:moveTo>
                <a:lnTo>
                  <a:pt x="2226667" y="0"/>
                </a:lnTo>
                <a:lnTo>
                  <a:pt x="6038549" y="0"/>
                </a:lnTo>
                <a:lnTo>
                  <a:pt x="6038549" y="4859044"/>
                </a:lnTo>
                <a:lnTo>
                  <a:pt x="5219860" y="7812915"/>
                </a:lnTo>
                <a:lnTo>
                  <a:pt x="0" y="780834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b="0" i="0">
              <a:latin typeface="Aptos" panose="020B0004020202020204" pitchFamily="34" charset="0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A206527E-77AF-4B8C-4036-56F45434A1B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39087" y="102191"/>
            <a:ext cx="673947" cy="871200"/>
          </a:xfrm>
          <a:prstGeom prst="rect">
            <a:avLst/>
          </a:prstGeom>
        </p:spPr>
      </p:pic>
      <p:sp>
        <p:nvSpPr>
          <p:cNvPr id="11" name="Title 1" descr="ph_title">
            <a:extLst>
              <a:ext uri="{FF2B5EF4-FFF2-40B4-BE49-F238E27FC236}">
                <a16:creationId xmlns:a16="http://schemas.microsoft.com/office/drawing/2014/main" id="{5E94A64D-2A62-5ABC-2ED6-1029D5BA3B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flipH="1">
            <a:off x="5791198" y="2955636"/>
            <a:ext cx="5547887" cy="285511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bg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Graphic 3">
            <a:extLst>
              <a:ext uri="{FF2B5EF4-FFF2-40B4-BE49-F238E27FC236}">
                <a16:creationId xmlns:a16="http://schemas.microsoft.com/office/drawing/2014/main" id="{516DA219-216B-45AA-6C41-FD83F70206D9}"/>
              </a:ext>
            </a:extLst>
          </p:cNvPr>
          <p:cNvSpPr/>
          <p:nvPr userDrawn="1"/>
        </p:nvSpPr>
        <p:spPr>
          <a:xfrm>
            <a:off x="18663" y="6007347"/>
            <a:ext cx="7304486" cy="856684"/>
          </a:xfrm>
          <a:custGeom>
            <a:avLst/>
            <a:gdLst>
              <a:gd name="connsiteX0" fmla="*/ 4207334 w 7304486"/>
              <a:gd name="connsiteY0" fmla="*/ 109193 h 856684"/>
              <a:gd name="connsiteX1" fmla="*/ 0 w 7304486"/>
              <a:gd name="connsiteY1" fmla="*/ 591436 h 856684"/>
              <a:gd name="connsiteX2" fmla="*/ 4214758 w 7304486"/>
              <a:gd name="connsiteY2" fmla="*/ 0 h 856684"/>
              <a:gd name="connsiteX3" fmla="*/ 7304487 w 7304486"/>
              <a:gd name="connsiteY3" fmla="*/ 856685 h 856684"/>
              <a:gd name="connsiteX4" fmla="*/ 4207334 w 7304486"/>
              <a:gd name="connsiteY4" fmla="*/ 109038 h 856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04486" h="856684">
                <a:moveTo>
                  <a:pt x="4207334" y="109193"/>
                </a:moveTo>
                <a:cubicBezTo>
                  <a:pt x="2804838" y="269889"/>
                  <a:pt x="1402496" y="430740"/>
                  <a:pt x="0" y="591436"/>
                </a:cubicBezTo>
                <a:cubicBezTo>
                  <a:pt x="1404971" y="394239"/>
                  <a:pt x="2809941" y="197197"/>
                  <a:pt x="4214758" y="0"/>
                </a:cubicBezTo>
                <a:cubicBezTo>
                  <a:pt x="5244668" y="285510"/>
                  <a:pt x="6274577" y="571175"/>
                  <a:pt x="7304487" y="856685"/>
                </a:cubicBezTo>
                <a:cubicBezTo>
                  <a:pt x="6272102" y="607521"/>
                  <a:pt x="5239718" y="358357"/>
                  <a:pt x="4207334" y="109038"/>
                </a:cubicBezTo>
                <a:close/>
              </a:path>
            </a:pathLst>
          </a:custGeom>
          <a:gradFill flip="none" rotWithShape="1">
            <a:gsLst>
              <a:gs pos="0">
                <a:srgbClr val="FFC000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  <a:tileRect/>
          </a:gradFill>
          <a:ln w="1545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2" name="Picture Placeholder 47" descr="ph_image">
            <a:extLst>
              <a:ext uri="{FF2B5EF4-FFF2-40B4-BE49-F238E27FC236}">
                <a16:creationId xmlns:a16="http://schemas.microsoft.com/office/drawing/2014/main" id="{C826324C-545F-ED72-A437-082B2296455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777238"/>
            <a:ext cx="5196840" cy="5824527"/>
          </a:xfrm>
          <a:custGeom>
            <a:avLst/>
            <a:gdLst>
              <a:gd name="connsiteX0" fmla="*/ 4221481 w 5196840"/>
              <a:gd name="connsiteY0" fmla="*/ 0 h 5780545"/>
              <a:gd name="connsiteX1" fmla="*/ 5196840 w 5196840"/>
              <a:gd name="connsiteY1" fmla="*/ 264689 h 5780545"/>
              <a:gd name="connsiteX2" fmla="*/ 5196840 w 5196840"/>
              <a:gd name="connsiteY2" fmla="*/ 1110836 h 5780545"/>
              <a:gd name="connsiteX3" fmla="*/ 5196839 w 5196840"/>
              <a:gd name="connsiteY3" fmla="*/ 1110836 h 5780545"/>
              <a:gd name="connsiteX4" fmla="*/ 5196839 w 5196840"/>
              <a:gd name="connsiteY4" fmla="*/ 5456481 h 5780545"/>
              <a:gd name="connsiteX5" fmla="*/ 4221480 w 5196840"/>
              <a:gd name="connsiteY5" fmla="*/ 5191792 h 5780545"/>
              <a:gd name="connsiteX6" fmla="*/ 0 w 5196840"/>
              <a:gd name="connsiteY6" fmla="*/ 5780545 h 5780545"/>
              <a:gd name="connsiteX7" fmla="*/ 0 w 5196840"/>
              <a:gd name="connsiteY7" fmla="*/ 1138188 h 5780545"/>
              <a:gd name="connsiteX8" fmla="*/ 0 w 5196840"/>
              <a:gd name="connsiteY8" fmla="*/ 695992 h 5780545"/>
              <a:gd name="connsiteX9" fmla="*/ 0 w 5196840"/>
              <a:gd name="connsiteY9" fmla="*/ 588753 h 5780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196840" h="5780545">
                <a:moveTo>
                  <a:pt x="4221481" y="0"/>
                </a:moveTo>
                <a:lnTo>
                  <a:pt x="5196840" y="264689"/>
                </a:lnTo>
                <a:lnTo>
                  <a:pt x="5196840" y="1110836"/>
                </a:lnTo>
                <a:lnTo>
                  <a:pt x="5196839" y="1110836"/>
                </a:lnTo>
                <a:lnTo>
                  <a:pt x="5196839" y="5456481"/>
                </a:lnTo>
                <a:lnTo>
                  <a:pt x="4221480" y="5191792"/>
                </a:lnTo>
                <a:lnTo>
                  <a:pt x="0" y="5780545"/>
                </a:lnTo>
                <a:lnTo>
                  <a:pt x="0" y="1138188"/>
                </a:lnTo>
                <a:lnTo>
                  <a:pt x="0" y="695992"/>
                </a:lnTo>
                <a:lnTo>
                  <a:pt x="0" y="588753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132389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tement - 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9" descr="ph_body">
            <a:extLst>
              <a:ext uri="{FF2B5EF4-FFF2-40B4-BE49-F238E27FC236}">
                <a16:creationId xmlns:a16="http://schemas.microsoft.com/office/drawing/2014/main" id="{408BA390-4F6A-B951-491F-D04965BA7F0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5937" y="428464"/>
            <a:ext cx="10237809" cy="594217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4500" b="0" i="0">
                <a:solidFill>
                  <a:schemeClr val="tx1"/>
                </a:solidFill>
                <a:latin typeface="PP Neue Machina Plain" pitchFamily="2" charset="77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7FCA649E-7DE1-BD3D-33B1-3D54E70B228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39088" y="102191"/>
            <a:ext cx="673947" cy="871200"/>
          </a:xfrm>
          <a:prstGeom prst="rect">
            <a:avLst/>
          </a:prstGeom>
        </p:spPr>
      </p:pic>
      <p:sp>
        <p:nvSpPr>
          <p:cNvPr id="2" name="Graphic 24">
            <a:extLst>
              <a:ext uri="{FF2B5EF4-FFF2-40B4-BE49-F238E27FC236}">
                <a16:creationId xmlns:a16="http://schemas.microsoft.com/office/drawing/2014/main" id="{D6D0E9B6-A05B-A370-5216-4B46F78FC199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 flip="none" rotWithShape="1">
            <a:gsLst>
              <a:gs pos="0">
                <a:srgbClr val="FFC000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3" name="Graphic 26">
            <a:extLst>
              <a:ext uri="{FF2B5EF4-FFF2-40B4-BE49-F238E27FC236}">
                <a16:creationId xmlns:a16="http://schemas.microsoft.com/office/drawing/2014/main" id="{AE70869E-C13E-6F3E-EAE3-B061DD10F3C8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>
            <a:gsLst>
              <a:gs pos="0">
                <a:srgbClr val="FFC000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885984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tement -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9" descr="ph_body">
            <a:extLst>
              <a:ext uri="{FF2B5EF4-FFF2-40B4-BE49-F238E27FC236}">
                <a16:creationId xmlns:a16="http://schemas.microsoft.com/office/drawing/2014/main" id="{A7F0B325-274F-9A79-E2B9-D4900128CEA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5937" y="428464"/>
            <a:ext cx="10237809" cy="594217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4500" b="0" i="0">
                <a:solidFill>
                  <a:schemeClr val="bg1"/>
                </a:solidFill>
                <a:latin typeface="PP Neue Machina Plain" pitchFamily="2" charset="77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B0489D87-6BB8-3AF1-F1CA-6778DD85911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39087" y="102191"/>
            <a:ext cx="673947" cy="871200"/>
          </a:xfrm>
          <a:prstGeom prst="rect">
            <a:avLst/>
          </a:prstGeom>
        </p:spPr>
      </p:pic>
      <p:sp>
        <p:nvSpPr>
          <p:cNvPr id="2" name="Graphic 24">
            <a:extLst>
              <a:ext uri="{FF2B5EF4-FFF2-40B4-BE49-F238E27FC236}">
                <a16:creationId xmlns:a16="http://schemas.microsoft.com/office/drawing/2014/main" id="{CAE1DCF4-3019-98C2-6664-5B91B3B881CB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3" name="Graphic 26">
            <a:extLst>
              <a:ext uri="{FF2B5EF4-FFF2-40B4-BE49-F238E27FC236}">
                <a16:creationId xmlns:a16="http://schemas.microsoft.com/office/drawing/2014/main" id="{F839E0A6-5CE5-D462-F407-1C7A8ED7D9B1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870531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ide with logo and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 descr="ph_image_1">
            <a:extLst>
              <a:ext uri="{FF2B5EF4-FFF2-40B4-BE49-F238E27FC236}">
                <a16:creationId xmlns:a16="http://schemas.microsoft.com/office/drawing/2014/main" id="{CCABE89A-4DCD-3A08-F360-DBDDBE06447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143023" y="2016054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4" name="Picture Placeholder 2" descr="ph_image_4">
            <a:extLst>
              <a:ext uri="{FF2B5EF4-FFF2-40B4-BE49-F238E27FC236}">
                <a16:creationId xmlns:a16="http://schemas.microsoft.com/office/drawing/2014/main" id="{CBC69FCB-B6EE-0F97-7B10-35DDF50D8A0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54405" y="2016054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5" name="Picture Placeholder 2" descr="ph_image_7">
            <a:extLst>
              <a:ext uri="{FF2B5EF4-FFF2-40B4-BE49-F238E27FC236}">
                <a16:creationId xmlns:a16="http://schemas.microsoft.com/office/drawing/2014/main" id="{5D6C41B2-C9D5-9715-47F8-7652C4AB845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165787" y="2016054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6" name="Picture Placeholder 2" descr="ph_image_10">
            <a:extLst>
              <a:ext uri="{FF2B5EF4-FFF2-40B4-BE49-F238E27FC236}">
                <a16:creationId xmlns:a16="http://schemas.microsoft.com/office/drawing/2014/main" id="{E422FFF8-11A8-1FAF-32BB-BA9DE5BC2FD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177169" y="2016054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7" name="Picture Placeholder 2" descr="ph_image_13">
            <a:extLst>
              <a:ext uri="{FF2B5EF4-FFF2-40B4-BE49-F238E27FC236}">
                <a16:creationId xmlns:a16="http://schemas.microsoft.com/office/drawing/2014/main" id="{BFF1CD55-D85D-DDEB-BB3C-7C18274510B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188551" y="2016054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8" name="Picture Placeholder 2" descr="ph_image_16">
            <a:extLst>
              <a:ext uri="{FF2B5EF4-FFF2-40B4-BE49-F238E27FC236}">
                <a16:creationId xmlns:a16="http://schemas.microsoft.com/office/drawing/2014/main" id="{B35BCFDC-A7BA-DB0C-00EF-A8B3EB2FD7D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99933" y="2016054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9" name="Picture Placeholder 2" descr="ph_image_19">
            <a:extLst>
              <a:ext uri="{FF2B5EF4-FFF2-40B4-BE49-F238E27FC236}">
                <a16:creationId xmlns:a16="http://schemas.microsoft.com/office/drawing/2014/main" id="{2D0BA068-EA8B-A188-1809-129AAAF8AE5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211315" y="2016054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10" name="Picture Placeholder 2" descr="ph_image_22">
            <a:extLst>
              <a:ext uri="{FF2B5EF4-FFF2-40B4-BE49-F238E27FC236}">
                <a16:creationId xmlns:a16="http://schemas.microsoft.com/office/drawing/2014/main" id="{97AE27C7-10E8-5D0A-4CAC-093091295A53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222697" y="2016054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11" name="Picture Placeholder 2" descr="ph_image_25">
            <a:extLst>
              <a:ext uri="{FF2B5EF4-FFF2-40B4-BE49-F238E27FC236}">
                <a16:creationId xmlns:a16="http://schemas.microsoft.com/office/drawing/2014/main" id="{ADD5ED4B-C005-5FC7-5B66-B67F31D949F6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234079" y="2016054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12" name="Picture Placeholder 2" descr="ph_image_28">
            <a:extLst>
              <a:ext uri="{FF2B5EF4-FFF2-40B4-BE49-F238E27FC236}">
                <a16:creationId xmlns:a16="http://schemas.microsoft.com/office/drawing/2014/main" id="{4E05A8FF-3283-C72E-5453-CCC22BA7DF08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10245459" y="2016054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13" name="Picture Placeholder 2" descr="ph_image_2">
            <a:extLst>
              <a:ext uri="{FF2B5EF4-FFF2-40B4-BE49-F238E27FC236}">
                <a16:creationId xmlns:a16="http://schemas.microsoft.com/office/drawing/2014/main" id="{9B5412C4-6ABF-334D-7337-D45F72B31D25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143023" y="30412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14" name="Picture Placeholder 2" descr="ph_image_5">
            <a:extLst>
              <a:ext uri="{FF2B5EF4-FFF2-40B4-BE49-F238E27FC236}">
                <a16:creationId xmlns:a16="http://schemas.microsoft.com/office/drawing/2014/main" id="{A3903E87-88BE-ABA1-8E9D-B4965559B2C1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2154405" y="30412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15" name="Picture Placeholder 2" descr="ph_image_8">
            <a:extLst>
              <a:ext uri="{FF2B5EF4-FFF2-40B4-BE49-F238E27FC236}">
                <a16:creationId xmlns:a16="http://schemas.microsoft.com/office/drawing/2014/main" id="{813CD308-68FF-A999-19DD-634C516F89EF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3165787" y="30412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16" name="Picture Placeholder 2" descr="ph_image_11">
            <a:extLst>
              <a:ext uri="{FF2B5EF4-FFF2-40B4-BE49-F238E27FC236}">
                <a16:creationId xmlns:a16="http://schemas.microsoft.com/office/drawing/2014/main" id="{544B2EF2-F98E-60C1-CF73-66C68921CC8B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4177169" y="30412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17" name="Picture Placeholder 2" descr="ph_image_14">
            <a:extLst>
              <a:ext uri="{FF2B5EF4-FFF2-40B4-BE49-F238E27FC236}">
                <a16:creationId xmlns:a16="http://schemas.microsoft.com/office/drawing/2014/main" id="{EF35E500-B40C-731B-F160-646A4E4096E5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188551" y="30412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22" name="Picture Placeholder 2" descr="ph_image_17">
            <a:extLst>
              <a:ext uri="{FF2B5EF4-FFF2-40B4-BE49-F238E27FC236}">
                <a16:creationId xmlns:a16="http://schemas.microsoft.com/office/drawing/2014/main" id="{C40576C6-8178-6534-18F2-8538E221D600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6199933" y="30412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23" name="Picture Placeholder 2" descr="ph_image_20">
            <a:extLst>
              <a:ext uri="{FF2B5EF4-FFF2-40B4-BE49-F238E27FC236}">
                <a16:creationId xmlns:a16="http://schemas.microsoft.com/office/drawing/2014/main" id="{AD9496EA-0470-FB29-CDD5-F6E48214DB02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211315" y="30412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24" name="Picture Placeholder 2" descr="ph_image_23">
            <a:extLst>
              <a:ext uri="{FF2B5EF4-FFF2-40B4-BE49-F238E27FC236}">
                <a16:creationId xmlns:a16="http://schemas.microsoft.com/office/drawing/2014/main" id="{88D9A9B2-8B65-E4F4-8417-58309B0510AF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8222697" y="30412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25" name="Picture Placeholder 2" descr="ph_image_26">
            <a:extLst>
              <a:ext uri="{FF2B5EF4-FFF2-40B4-BE49-F238E27FC236}">
                <a16:creationId xmlns:a16="http://schemas.microsoft.com/office/drawing/2014/main" id="{A68EAFA6-9A39-E5F2-2C60-69021D6C01CD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234079" y="30412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26" name="Picture Placeholder 2" descr="ph_image_29">
            <a:extLst>
              <a:ext uri="{FF2B5EF4-FFF2-40B4-BE49-F238E27FC236}">
                <a16:creationId xmlns:a16="http://schemas.microsoft.com/office/drawing/2014/main" id="{05C09156-4CED-2208-EB2C-7A3FBEB9A045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10245459" y="30412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27" name="Picture Placeholder 2" descr="ph_image_3">
            <a:extLst>
              <a:ext uri="{FF2B5EF4-FFF2-40B4-BE49-F238E27FC236}">
                <a16:creationId xmlns:a16="http://schemas.microsoft.com/office/drawing/2014/main" id="{09D9452F-6C66-AD51-CF30-5CC0A15F86E5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1156878" y="40664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28" name="Picture Placeholder 2" descr="ph_image_6">
            <a:extLst>
              <a:ext uri="{FF2B5EF4-FFF2-40B4-BE49-F238E27FC236}">
                <a16:creationId xmlns:a16="http://schemas.microsoft.com/office/drawing/2014/main" id="{7D50050F-0DD0-7A0E-6197-0C4E8EFAF7D6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2168260" y="40664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29" name="Picture Placeholder 2" descr="ph_image_9">
            <a:extLst>
              <a:ext uri="{FF2B5EF4-FFF2-40B4-BE49-F238E27FC236}">
                <a16:creationId xmlns:a16="http://schemas.microsoft.com/office/drawing/2014/main" id="{459806BF-8A6A-042D-6D9B-73644467F3E4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3179642" y="40664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30" name="Picture Placeholder 2" descr="ph_image_12">
            <a:extLst>
              <a:ext uri="{FF2B5EF4-FFF2-40B4-BE49-F238E27FC236}">
                <a16:creationId xmlns:a16="http://schemas.microsoft.com/office/drawing/2014/main" id="{40485814-37EE-542B-DC21-18BB842798EF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4191024" y="40664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31" name="Picture Placeholder 2" descr="ph_image_15">
            <a:extLst>
              <a:ext uri="{FF2B5EF4-FFF2-40B4-BE49-F238E27FC236}">
                <a16:creationId xmlns:a16="http://schemas.microsoft.com/office/drawing/2014/main" id="{1DC128D0-29F0-94C1-DEA8-5433F2802AE5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5202406" y="40664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32" name="Picture Placeholder 2" descr="ph_image_18">
            <a:extLst>
              <a:ext uri="{FF2B5EF4-FFF2-40B4-BE49-F238E27FC236}">
                <a16:creationId xmlns:a16="http://schemas.microsoft.com/office/drawing/2014/main" id="{7340B07C-B799-2E7A-E48D-8862005B62D5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6213788" y="40664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33" name="Picture Placeholder 2" descr="ph_image_21">
            <a:extLst>
              <a:ext uri="{FF2B5EF4-FFF2-40B4-BE49-F238E27FC236}">
                <a16:creationId xmlns:a16="http://schemas.microsoft.com/office/drawing/2014/main" id="{5B883DDA-943E-3560-048D-76A1F9F393AE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7225170" y="40664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34" name="Picture Placeholder 2" descr="ph_image_24">
            <a:extLst>
              <a:ext uri="{FF2B5EF4-FFF2-40B4-BE49-F238E27FC236}">
                <a16:creationId xmlns:a16="http://schemas.microsoft.com/office/drawing/2014/main" id="{FAE15F83-05D8-A35F-5D7E-46BFC808306D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8236552" y="40664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35" name="Picture Placeholder 2" descr="ph_image_27">
            <a:extLst>
              <a:ext uri="{FF2B5EF4-FFF2-40B4-BE49-F238E27FC236}">
                <a16:creationId xmlns:a16="http://schemas.microsoft.com/office/drawing/2014/main" id="{20949296-3209-7548-ECB3-40CEE1759B50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9247934" y="40664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36" name="Picture Placeholder 2" descr="ph_image_30">
            <a:extLst>
              <a:ext uri="{FF2B5EF4-FFF2-40B4-BE49-F238E27FC236}">
                <a16:creationId xmlns:a16="http://schemas.microsoft.com/office/drawing/2014/main" id="{0878085A-B695-0ACE-ED86-DE6F934FD6F5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10259314" y="40664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37" name="Graphic 24">
            <a:extLst>
              <a:ext uri="{FF2B5EF4-FFF2-40B4-BE49-F238E27FC236}">
                <a16:creationId xmlns:a16="http://schemas.microsoft.com/office/drawing/2014/main" id="{AA75F3CF-EEE6-869D-15A6-6F7531E16CB9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38" name="Graphic 26">
            <a:extLst>
              <a:ext uri="{FF2B5EF4-FFF2-40B4-BE49-F238E27FC236}">
                <a16:creationId xmlns:a16="http://schemas.microsoft.com/office/drawing/2014/main" id="{8A1AF0F9-8322-32EB-CF9F-EBF925FA9871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 flip="none" rotWithShape="1"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9067302"/>
      </p:ext>
    </p:extLst>
  </p:cSld>
  <p:clrMapOvr>
    <a:masterClrMapping/>
  </p:clrMapOvr>
  <p:transition spd="med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re white with edges and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raphic 24">
            <a:extLst>
              <a:ext uri="{FF2B5EF4-FFF2-40B4-BE49-F238E27FC236}">
                <a16:creationId xmlns:a16="http://schemas.microsoft.com/office/drawing/2014/main" id="{AA75F3CF-EEE6-869D-15A6-6F7531E16CB9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38" name="Graphic 26">
            <a:extLst>
              <a:ext uri="{FF2B5EF4-FFF2-40B4-BE49-F238E27FC236}">
                <a16:creationId xmlns:a16="http://schemas.microsoft.com/office/drawing/2014/main" id="{8A1AF0F9-8322-32EB-CF9F-EBF925FA9871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 flip="none" rotWithShape="1"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8338061"/>
      </p:ext>
    </p:extLst>
  </p:cSld>
  <p:clrMapOvr>
    <a:masterClrMapping/>
  </p:clrMapOvr>
  <p:transition spd="med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re blac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64484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med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ph_title">
            <a:extLst>
              <a:ext uri="{FF2B5EF4-FFF2-40B4-BE49-F238E27FC236}">
                <a16:creationId xmlns:a16="http://schemas.microsoft.com/office/drawing/2014/main" id="{F2156418-9B91-0A3B-C2C9-EDC6E679B5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1650" y="513567"/>
            <a:ext cx="10642830" cy="2823358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4800" b="0" i="0">
                <a:solidFill>
                  <a:schemeClr val="bg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 descr="ph_subtitle">
            <a:extLst>
              <a:ext uri="{FF2B5EF4-FFF2-40B4-BE49-F238E27FC236}">
                <a16:creationId xmlns:a16="http://schemas.microsoft.com/office/drawing/2014/main" id="{16502C2A-CFCA-9D76-87CA-E72B0507C8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1649" y="3429000"/>
            <a:ext cx="10642831" cy="165576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2400"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86102AD-CBA8-BCC0-08F5-A309A1343F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0996" y="264552"/>
            <a:ext cx="2401377" cy="902226"/>
          </a:xfrm>
          <a:prstGeom prst="rect">
            <a:avLst/>
          </a:prstGeom>
        </p:spPr>
      </p:pic>
      <p:sp>
        <p:nvSpPr>
          <p:cNvPr id="8" name="Text Placeholder 4" descr="ph_body">
            <a:extLst>
              <a:ext uri="{FF2B5EF4-FFF2-40B4-BE49-F238E27FC236}">
                <a16:creationId xmlns:a16="http://schemas.microsoft.com/office/drawing/2014/main" id="{E12B2A4C-F3BE-C21A-6BD9-9D3AA5A27EA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1650" y="5928527"/>
            <a:ext cx="5594350" cy="25954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PP Neue Machina Plain" pitchFamily="2" charset="7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7572205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036927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Only Title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ph_title">
            <a:extLst>
              <a:ext uri="{FF2B5EF4-FFF2-40B4-BE49-F238E27FC236}">
                <a16:creationId xmlns:a16="http://schemas.microsoft.com/office/drawing/2014/main" id="{37492662-CDB7-0D2F-E428-AED45F92F0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6" y="394087"/>
            <a:ext cx="10668000" cy="965200"/>
          </a:xfrm>
        </p:spPr>
        <p:txBody>
          <a:bodyPr>
            <a:no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8156867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nly Title -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ph_title">
            <a:extLst>
              <a:ext uri="{FF2B5EF4-FFF2-40B4-BE49-F238E27FC236}">
                <a16:creationId xmlns:a16="http://schemas.microsoft.com/office/drawing/2014/main" id="{37492662-CDB7-0D2F-E428-AED45F92F0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6" y="394087"/>
            <a:ext cx="10668000" cy="965200"/>
          </a:xfrm>
        </p:spPr>
        <p:txBody>
          <a:bodyPr>
            <a:no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427847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nl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ph_title">
            <a:extLst>
              <a:ext uri="{FF2B5EF4-FFF2-40B4-BE49-F238E27FC236}">
                <a16:creationId xmlns:a16="http://schemas.microsoft.com/office/drawing/2014/main" id="{37492662-CDB7-0D2F-E428-AED45F92F0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6" y="394087"/>
            <a:ext cx="10668000" cy="965200"/>
          </a:xfrm>
        </p:spPr>
        <p:txBody>
          <a:bodyPr>
            <a:no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4277601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TH Statement -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9" descr="ph_body">
            <a:extLst>
              <a:ext uri="{FF2B5EF4-FFF2-40B4-BE49-F238E27FC236}">
                <a16:creationId xmlns:a16="http://schemas.microsoft.com/office/drawing/2014/main" id="{A7F0B325-274F-9A79-E2B9-D4900128CEA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82963" y="2428874"/>
            <a:ext cx="7627938" cy="316071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4500" b="0" i="0">
                <a:solidFill>
                  <a:schemeClr val="bg1"/>
                </a:solidFill>
                <a:latin typeface="PP Neue Machina Plain" pitchFamily="2" charset="77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Picture 4" descr="Logo&#10;&#10;Description automatically generated">
            <a:extLst>
              <a:ext uri="{FF2B5EF4-FFF2-40B4-BE49-F238E27FC236}">
                <a16:creationId xmlns:a16="http://schemas.microsoft.com/office/drawing/2014/main" id="{2FCB8B5F-11AF-C85A-FD8A-5DA39C05462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523875" y="-742950"/>
            <a:ext cx="6734175" cy="3787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062092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ilerPlate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0C98451-5990-C44E-5DCE-3E236536D33D}"/>
              </a:ext>
            </a:extLst>
          </p:cNvPr>
          <p:cNvSpPr/>
          <p:nvPr userDrawn="1"/>
        </p:nvSpPr>
        <p:spPr>
          <a:xfrm>
            <a:off x="0" y="6381750"/>
            <a:ext cx="11807208" cy="45908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4" name="Text Placeholder 9" descr="ph_body">
            <a:extLst>
              <a:ext uri="{FF2B5EF4-FFF2-40B4-BE49-F238E27FC236}">
                <a16:creationId xmlns:a16="http://schemas.microsoft.com/office/drawing/2014/main" id="{FC065D4E-EDEC-427C-B991-4C6422332EA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8954" y="1803585"/>
            <a:ext cx="5647046" cy="201917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4500" b="0" i="0">
                <a:solidFill>
                  <a:schemeClr val="tx1"/>
                </a:solidFill>
                <a:latin typeface="PP Neue Machina Plain" pitchFamily="2" charset="77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C924A56-70EA-D7A2-13B4-B30E7DA931C6}"/>
              </a:ext>
            </a:extLst>
          </p:cNvPr>
          <p:cNvSpPr txBox="1"/>
          <p:nvPr userDrawn="1"/>
        </p:nvSpPr>
        <p:spPr>
          <a:xfrm>
            <a:off x="384792" y="6287824"/>
            <a:ext cx="60234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0" i="0"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Copyright © 2025 Ascendion. All Rights Reserved.</a:t>
            </a:r>
            <a:endParaRPr lang="en-US" sz="1400" b="0" i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C348A15-DDEE-E2BA-99E5-7B917E787DFB}"/>
              </a:ext>
            </a:extLst>
          </p:cNvPr>
          <p:cNvSpPr txBox="1"/>
          <p:nvPr userDrawn="1"/>
        </p:nvSpPr>
        <p:spPr>
          <a:xfrm>
            <a:off x="384792" y="4970877"/>
            <a:ext cx="60234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0" i="0" err="1">
                <a:solidFill>
                  <a:schemeClr val="tx1"/>
                </a:solidFill>
                <a:effectLst/>
                <a:latin typeface="PP Neue Machina Plain" pitchFamily="2" charset="77"/>
              </a:rPr>
              <a:t>ascendion.com</a:t>
            </a:r>
            <a:endParaRPr lang="en-US" sz="2000" b="0" i="0">
              <a:solidFill>
                <a:schemeClr val="tx1"/>
              </a:solidFill>
              <a:latin typeface="PP Neue Machina Plain" pitchFamily="2" charset="77"/>
            </a:endParaRPr>
          </a:p>
        </p:txBody>
      </p:sp>
      <p:pic>
        <p:nvPicPr>
          <p:cNvPr id="17" name="Picture 17">
            <a:hlinkClick r:id="rId2"/>
            <a:extLst>
              <a:ext uri="{FF2B5EF4-FFF2-40B4-BE49-F238E27FC236}">
                <a16:creationId xmlns:a16="http://schemas.microsoft.com/office/drawing/2014/main" id="{E2C1606F-8517-4E8C-F7D8-61592F8E60B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duotone>
              <a:prstClr val="black"/>
              <a:schemeClr val="tx2">
                <a:tint val="45000"/>
                <a:satMod val="400000"/>
              </a:schemeClr>
            </a:duotone>
            <a:lum bright="-40000" contrast="-4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01678" y="5609904"/>
            <a:ext cx="419100" cy="41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18">
            <a:hlinkClick r:id="rId4"/>
            <a:extLst>
              <a:ext uri="{FF2B5EF4-FFF2-40B4-BE49-F238E27FC236}">
                <a16:creationId xmlns:a16="http://schemas.microsoft.com/office/drawing/2014/main" id="{E24421AE-571C-3A99-23B6-429987C0D56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duotone>
              <a:prstClr val="black"/>
              <a:schemeClr val="tx2">
                <a:tint val="45000"/>
                <a:satMod val="400000"/>
              </a:schemeClr>
            </a:duotone>
            <a:lum bright="-40000" contrast="-4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754402" y="5609904"/>
            <a:ext cx="419100" cy="41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13">
            <a:hlinkClick r:id="rId6"/>
            <a:extLst>
              <a:ext uri="{FF2B5EF4-FFF2-40B4-BE49-F238E27FC236}">
                <a16:creationId xmlns:a16="http://schemas.microsoft.com/office/drawing/2014/main" id="{B7A99244-806E-977D-04AA-556DB0FDFCA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duotone>
              <a:prstClr val="black"/>
              <a:schemeClr val="tx2">
                <a:tint val="45000"/>
                <a:satMod val="400000"/>
              </a:schemeClr>
            </a:duotone>
            <a:lum bright="-40000" contrast="-4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48954" y="5609904"/>
            <a:ext cx="419100" cy="41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 descr="A person jumping in the air with an umbrella&#10;&#10;Description automatically generated">
            <a:extLst>
              <a:ext uri="{FF2B5EF4-FFF2-40B4-BE49-F238E27FC236}">
                <a16:creationId xmlns:a16="http://schemas.microsoft.com/office/drawing/2014/main" id="{D2773828-7EE1-02F7-CC18-DE5B20293CBE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29624" y="682846"/>
            <a:ext cx="5326876" cy="5492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16971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ilerPlate -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8AF3F13-6644-8411-E482-C0FF8712ED74}"/>
              </a:ext>
            </a:extLst>
          </p:cNvPr>
          <p:cNvSpPr/>
          <p:nvPr userDrawn="1"/>
        </p:nvSpPr>
        <p:spPr>
          <a:xfrm>
            <a:off x="0" y="6381750"/>
            <a:ext cx="11807208" cy="45908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pic>
        <p:nvPicPr>
          <p:cNvPr id="10" name="Picture 17">
            <a:hlinkClick r:id="rId2"/>
            <a:extLst>
              <a:ext uri="{FF2B5EF4-FFF2-40B4-BE49-F238E27FC236}">
                <a16:creationId xmlns:a16="http://schemas.microsoft.com/office/drawing/2014/main" id="{16BFEDB8-932E-BC5F-6BE9-960E80D11A8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64803" y="5613041"/>
            <a:ext cx="419100" cy="41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8">
            <a:hlinkClick r:id="rId4"/>
            <a:extLst>
              <a:ext uri="{FF2B5EF4-FFF2-40B4-BE49-F238E27FC236}">
                <a16:creationId xmlns:a16="http://schemas.microsoft.com/office/drawing/2014/main" id="{428B4B88-8FFE-F941-BC83-1DA3C096523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836960" y="5623493"/>
            <a:ext cx="419100" cy="41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3">
            <a:hlinkClick r:id="rId6"/>
            <a:extLst>
              <a:ext uri="{FF2B5EF4-FFF2-40B4-BE49-F238E27FC236}">
                <a16:creationId xmlns:a16="http://schemas.microsoft.com/office/drawing/2014/main" id="{7597A80A-DE1F-6D7F-7228-3EE9A798597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95300" y="5623493"/>
            <a:ext cx="419100" cy="41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972B4EA3-7C98-73B5-DC4B-A5518652E0DD}"/>
              </a:ext>
            </a:extLst>
          </p:cNvPr>
          <p:cNvSpPr txBox="1"/>
          <p:nvPr userDrawn="1"/>
        </p:nvSpPr>
        <p:spPr>
          <a:xfrm>
            <a:off x="384792" y="6287824"/>
            <a:ext cx="60234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0" i="0"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Copyright © 2025 Ascendion. All Rights Reserved.</a:t>
            </a:r>
            <a:endParaRPr lang="en-US" sz="1400" b="0" i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3F2E07A-B41B-F808-72B4-AD45F6B3E9E6}"/>
              </a:ext>
            </a:extLst>
          </p:cNvPr>
          <p:cNvSpPr txBox="1"/>
          <p:nvPr userDrawn="1"/>
        </p:nvSpPr>
        <p:spPr>
          <a:xfrm>
            <a:off x="384792" y="4970877"/>
            <a:ext cx="60234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0" i="0" err="1">
                <a:solidFill>
                  <a:schemeClr val="tx1"/>
                </a:solidFill>
                <a:effectLst/>
                <a:latin typeface="PP Neue Machina Plain" pitchFamily="2" charset="77"/>
              </a:rPr>
              <a:t>ascendion.com</a:t>
            </a:r>
            <a:endParaRPr lang="en-US" sz="2000" b="0" i="0">
              <a:solidFill>
                <a:schemeClr val="tx1"/>
              </a:solidFill>
              <a:latin typeface="PP Neue Machina Plain" pitchFamily="2" charset="77"/>
            </a:endParaRPr>
          </a:p>
        </p:txBody>
      </p:sp>
      <p:pic>
        <p:nvPicPr>
          <p:cNvPr id="5" name="Picture 4" descr="A person jumping in the air with an umbrella&#10;&#10;Description automatically generated">
            <a:extLst>
              <a:ext uri="{FF2B5EF4-FFF2-40B4-BE49-F238E27FC236}">
                <a16:creationId xmlns:a16="http://schemas.microsoft.com/office/drawing/2014/main" id="{8719FF3F-B5D4-26B1-CF91-D2A914D626AC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29624" y="682846"/>
            <a:ext cx="5326876" cy="5492307"/>
          </a:xfrm>
          <a:prstGeom prst="rect">
            <a:avLst/>
          </a:prstGeom>
        </p:spPr>
      </p:pic>
      <p:sp>
        <p:nvSpPr>
          <p:cNvPr id="6" name="Text Placeholder 9" descr="ph_body">
            <a:extLst>
              <a:ext uri="{FF2B5EF4-FFF2-40B4-BE49-F238E27FC236}">
                <a16:creationId xmlns:a16="http://schemas.microsoft.com/office/drawing/2014/main" id="{6AA5DFB2-7C97-4484-9ABC-6C9CB40C996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8954" y="1803585"/>
            <a:ext cx="5647046" cy="201917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4500" b="0" i="0">
                <a:solidFill>
                  <a:schemeClr val="tx1"/>
                </a:solidFill>
                <a:latin typeface="PP Neue Machina Plain" pitchFamily="2" charset="77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430432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hree content with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5647041-080A-5891-BC5C-1E84522472FB}"/>
              </a:ext>
            </a:extLst>
          </p:cNvPr>
          <p:cNvSpPr/>
          <p:nvPr userDrawn="1"/>
        </p:nvSpPr>
        <p:spPr>
          <a:xfrm>
            <a:off x="0" y="1683026"/>
            <a:ext cx="12192000" cy="4797287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8" name="Title Placeholder 1" descr="ph_title">
            <a:extLst>
              <a:ext uri="{FF2B5EF4-FFF2-40B4-BE49-F238E27FC236}">
                <a16:creationId xmlns:a16="http://schemas.microsoft.com/office/drawing/2014/main" id="{1D241DD7-699E-CE2D-3902-E0A9DDC26E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392207" cy="94834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2" descr="ph_col1">
            <a:extLst>
              <a:ext uri="{FF2B5EF4-FFF2-40B4-BE49-F238E27FC236}">
                <a16:creationId xmlns:a16="http://schemas.microsoft.com/office/drawing/2014/main" id="{FDD3FDA0-BC1E-5BAD-0BC2-6A0786A219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36305" y="3560130"/>
            <a:ext cx="3503586" cy="2644775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Content Placeholder 3" descr="ph_col2">
            <a:extLst>
              <a:ext uri="{FF2B5EF4-FFF2-40B4-BE49-F238E27FC236}">
                <a16:creationId xmlns:a16="http://schemas.microsoft.com/office/drawing/2014/main" id="{883EF872-CADA-4305-48D8-E5D0AE68A6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44718" y="3543299"/>
            <a:ext cx="3502563" cy="2644776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" name="Content Placeholder 3" descr="ph_col3">
            <a:extLst>
              <a:ext uri="{FF2B5EF4-FFF2-40B4-BE49-F238E27FC236}">
                <a16:creationId xmlns:a16="http://schemas.microsoft.com/office/drawing/2014/main" id="{76FACBDB-927C-FD70-4B48-AA8F12DF1F52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8353132" y="3560129"/>
            <a:ext cx="3502563" cy="2644776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" name="Graphic 24">
            <a:extLst>
              <a:ext uri="{FF2B5EF4-FFF2-40B4-BE49-F238E27FC236}">
                <a16:creationId xmlns:a16="http://schemas.microsoft.com/office/drawing/2014/main" id="{425F875F-6D01-5287-8F67-1343E42648C7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 flip="none" rotWithShape="1"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7" name="Graphic 26">
            <a:extLst>
              <a:ext uri="{FF2B5EF4-FFF2-40B4-BE49-F238E27FC236}">
                <a16:creationId xmlns:a16="http://schemas.microsoft.com/office/drawing/2014/main" id="{7CD27549-E145-D03B-1AFB-558F51134A39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18" name="Picture Placeholder 10" descr="ph_image_left">
            <a:extLst>
              <a:ext uri="{FF2B5EF4-FFF2-40B4-BE49-F238E27FC236}">
                <a16:creationId xmlns:a16="http://schemas.microsoft.com/office/drawing/2014/main" id="{6C5FB1CA-7436-BAE4-06DC-E110760AED3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283855" y="1306097"/>
            <a:ext cx="1416407" cy="1306664"/>
          </a:xfrm>
          <a:prstGeom prst="flowChartConnector">
            <a:avLst/>
          </a:prstGeom>
        </p:spPr>
        <p:txBody>
          <a:bodyPr/>
          <a:lstStyle>
            <a:lvl1pPr>
              <a:defRPr b="0" i="0">
                <a:latin typeface="Aptos" panose="020B0004020202020204" pitchFamily="34" charset="0"/>
              </a:defRPr>
            </a:lvl1pPr>
          </a:lstStyle>
          <a:p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1443D1A4-05C4-BD03-71A2-5618DA9E7F5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027026" y="2752726"/>
            <a:ext cx="104101" cy="343534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70CF010A-B803-4225-C413-6CA687384BD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26738" y="2752726"/>
            <a:ext cx="104101" cy="3435348"/>
          </a:xfrm>
          <a:prstGeom prst="rect">
            <a:avLst/>
          </a:prstGeom>
        </p:spPr>
      </p:pic>
      <p:sp>
        <p:nvSpPr>
          <p:cNvPr id="9" name="Picture Placeholder 10" descr="ph_image_center">
            <a:extLst>
              <a:ext uri="{FF2B5EF4-FFF2-40B4-BE49-F238E27FC236}">
                <a16:creationId xmlns:a16="http://schemas.microsoft.com/office/drawing/2014/main" id="{4DA4262F-8D3A-051F-CCA0-0733910362D3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5387795" y="1306097"/>
            <a:ext cx="1416407" cy="1306664"/>
          </a:xfrm>
          <a:prstGeom prst="flowChartConnector">
            <a:avLst/>
          </a:prstGeom>
        </p:spPr>
        <p:txBody>
          <a:bodyPr/>
          <a:lstStyle>
            <a:lvl1pPr>
              <a:defRPr b="0" i="0">
                <a:latin typeface="Aptos" panose="020B00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0" name="Picture Placeholder 10" descr="ph_image_right">
            <a:extLst>
              <a:ext uri="{FF2B5EF4-FFF2-40B4-BE49-F238E27FC236}">
                <a16:creationId xmlns:a16="http://schemas.microsoft.com/office/drawing/2014/main" id="{34181C6A-17BF-643B-780B-060DE3FE6F92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491735" y="1306097"/>
            <a:ext cx="1416407" cy="1306664"/>
          </a:xfrm>
          <a:prstGeom prst="flowChartConnector">
            <a:avLst/>
          </a:prstGeom>
        </p:spPr>
        <p:txBody>
          <a:bodyPr/>
          <a:lstStyle>
            <a:lvl1pPr>
              <a:defRPr b="0" i="0">
                <a:latin typeface="Aptos" panose="020B00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06073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Header Only -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ph_title">
            <a:extLst>
              <a:ext uri="{FF2B5EF4-FFF2-40B4-BE49-F238E27FC236}">
                <a16:creationId xmlns:a16="http://schemas.microsoft.com/office/drawing/2014/main" id="{1E6D5C5E-A17F-962C-C2C4-ED4C1F5903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298692"/>
            <a:ext cx="11160122" cy="938437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Graphic 24">
            <a:extLst>
              <a:ext uri="{FF2B5EF4-FFF2-40B4-BE49-F238E27FC236}">
                <a16:creationId xmlns:a16="http://schemas.microsoft.com/office/drawing/2014/main" id="{0B3F400E-4375-700E-8DA3-EA3F9D6E5FE6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5" name="Graphic 26">
            <a:extLst>
              <a:ext uri="{FF2B5EF4-FFF2-40B4-BE49-F238E27FC236}">
                <a16:creationId xmlns:a16="http://schemas.microsoft.com/office/drawing/2014/main" id="{DCE876C8-FDB2-EEE5-7909-93C66A499FC5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53433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+Content -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 descr="ph_title">
            <a:extLst>
              <a:ext uri="{FF2B5EF4-FFF2-40B4-BE49-F238E27FC236}">
                <a16:creationId xmlns:a16="http://schemas.microsoft.com/office/drawing/2014/main" id="{13AE9919-8BE1-9B8D-8546-E7527B31B5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389467"/>
            <a:ext cx="11170180" cy="965200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 descr="ph_body">
            <a:extLst>
              <a:ext uri="{FF2B5EF4-FFF2-40B4-BE49-F238E27FC236}">
                <a16:creationId xmlns:a16="http://schemas.microsoft.com/office/drawing/2014/main" id="{A1949B20-CE4F-2CE3-7EBD-9F382E2320A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5884" y="1604434"/>
            <a:ext cx="11159067" cy="46270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279554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theme" Target="../theme/theme1.xml"/><Relationship Id="rId48" Type="http://schemas.openxmlformats.org/officeDocument/2006/relationships/image" Target="../media/image1.png"/><Relationship Id="rId49" Type="http://schemas.openxmlformats.org/officeDocument/2006/relationships/image" Target="../media/image2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DA2C381-613C-35D5-B071-866A31D29A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298692"/>
            <a:ext cx="11160122" cy="938437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16248D-B3A3-056F-8479-0D6380B8D8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5937" y="1384449"/>
            <a:ext cx="11160123" cy="509567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23EA4FE-224E-754B-C5C7-AAE3298FC2E6}"/>
              </a:ext>
            </a:extLst>
          </p:cNvPr>
          <p:cNvSpPr/>
          <p:nvPr userDrawn="1"/>
        </p:nvSpPr>
        <p:spPr>
          <a:xfrm>
            <a:off x="12701832" y="1762646"/>
            <a:ext cx="238314" cy="620713"/>
          </a:xfrm>
          <a:prstGeom prst="rect">
            <a:avLst/>
          </a:prstGeom>
          <a:solidFill>
            <a:srgbClr val="00FAC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400"/>
              </a:spcAft>
              <a:defRPr/>
            </a:pPr>
            <a:endParaRPr lang="en-US" sz="600" b="0" i="0">
              <a:solidFill>
                <a:srgbClr val="00FAC2"/>
              </a:solidFill>
              <a:latin typeface="Aptos" panose="020B00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35364ED-621D-498B-F7BC-2B9283C220A1}"/>
              </a:ext>
            </a:extLst>
          </p:cNvPr>
          <p:cNvSpPr/>
          <p:nvPr userDrawn="1"/>
        </p:nvSpPr>
        <p:spPr>
          <a:xfrm>
            <a:off x="12701832" y="2378596"/>
            <a:ext cx="238314" cy="620712"/>
          </a:xfrm>
          <a:prstGeom prst="rect">
            <a:avLst/>
          </a:prstGeom>
          <a:solidFill>
            <a:srgbClr val="0085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400"/>
              </a:spcAft>
              <a:defRPr/>
            </a:pPr>
            <a:endParaRPr lang="en-US" sz="600" b="0" i="0">
              <a:latin typeface="Aptos" panose="020B00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7FEF31F-FBEA-6060-FBBD-E49E040FE0BB}"/>
              </a:ext>
            </a:extLst>
          </p:cNvPr>
          <p:cNvSpPr/>
          <p:nvPr userDrawn="1"/>
        </p:nvSpPr>
        <p:spPr>
          <a:xfrm>
            <a:off x="12701832" y="2999308"/>
            <a:ext cx="238314" cy="6223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400"/>
              </a:spcAft>
              <a:defRPr/>
            </a:pPr>
            <a:endParaRPr lang="en-US" sz="600" b="0" i="0">
              <a:latin typeface="Aptos" panose="020B00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AD787EA-2FDE-95C3-725A-26F76318902D}"/>
              </a:ext>
            </a:extLst>
          </p:cNvPr>
          <p:cNvSpPr/>
          <p:nvPr userDrawn="1"/>
        </p:nvSpPr>
        <p:spPr>
          <a:xfrm>
            <a:off x="12701832" y="4858271"/>
            <a:ext cx="238314" cy="622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400"/>
              </a:spcAft>
              <a:defRPr/>
            </a:pPr>
            <a:endParaRPr lang="en-US" sz="600" b="0" i="0">
              <a:latin typeface="Aptos" panose="020B00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8C33DDB-494B-AFAE-F49E-44F1032E1EF1}"/>
              </a:ext>
            </a:extLst>
          </p:cNvPr>
          <p:cNvSpPr/>
          <p:nvPr userDrawn="1"/>
        </p:nvSpPr>
        <p:spPr>
          <a:xfrm>
            <a:off x="12701832" y="4240733"/>
            <a:ext cx="238314" cy="620713"/>
          </a:xfrm>
          <a:prstGeom prst="rect">
            <a:avLst/>
          </a:prstGeom>
          <a:solidFill>
            <a:srgbClr val="E305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400"/>
              </a:spcAft>
              <a:defRPr/>
            </a:pPr>
            <a:endParaRPr lang="en-US" sz="600" b="0" i="0">
              <a:latin typeface="Aptos" panose="020B00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E39A4CD-76D5-64BC-96BB-071DE98ABBD3}"/>
              </a:ext>
            </a:extLst>
          </p:cNvPr>
          <p:cNvSpPr/>
          <p:nvPr userDrawn="1"/>
        </p:nvSpPr>
        <p:spPr>
          <a:xfrm>
            <a:off x="12701832" y="3621608"/>
            <a:ext cx="238314" cy="620713"/>
          </a:xfrm>
          <a:prstGeom prst="rect">
            <a:avLst/>
          </a:prstGeom>
          <a:solidFill>
            <a:srgbClr val="7161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400"/>
              </a:spcAft>
              <a:defRPr/>
            </a:pPr>
            <a:endParaRPr lang="en-US" sz="600" b="0" i="0">
              <a:latin typeface="Aptos" panose="020B00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E6E631A-B79A-09C5-1CFD-8CCB5D4C02F5}"/>
              </a:ext>
            </a:extLst>
          </p:cNvPr>
          <p:cNvSpPr/>
          <p:nvPr userDrawn="1"/>
        </p:nvSpPr>
        <p:spPr>
          <a:xfrm>
            <a:off x="12701832" y="5477396"/>
            <a:ext cx="238314" cy="622300"/>
          </a:xfrm>
          <a:prstGeom prst="rect">
            <a:avLst/>
          </a:prstGeom>
          <a:solidFill>
            <a:srgbClr val="7175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400"/>
              </a:spcAft>
              <a:defRPr/>
            </a:pPr>
            <a:endParaRPr lang="en-US" sz="600" b="0" i="0">
              <a:latin typeface="Aptos" panose="020B00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08C93A1-4EF0-91AA-5D59-0C72A2ECF1D7}"/>
              </a:ext>
            </a:extLst>
          </p:cNvPr>
          <p:cNvSpPr/>
          <p:nvPr userDrawn="1"/>
        </p:nvSpPr>
        <p:spPr>
          <a:xfrm>
            <a:off x="12706348" y="522809"/>
            <a:ext cx="238314" cy="62071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400"/>
              </a:spcAft>
              <a:defRPr/>
            </a:pPr>
            <a:endParaRPr lang="en-US" sz="600" b="0" i="0">
              <a:latin typeface="Aptos" panose="020B00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0615AC-3AD6-7115-50C8-E1AAC841E1C9}"/>
              </a:ext>
            </a:extLst>
          </p:cNvPr>
          <p:cNvSpPr/>
          <p:nvPr userDrawn="1"/>
        </p:nvSpPr>
        <p:spPr>
          <a:xfrm>
            <a:off x="12697017" y="1138759"/>
            <a:ext cx="238314" cy="62071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400"/>
              </a:spcAft>
              <a:defRPr/>
            </a:pPr>
            <a:endParaRPr lang="en-US" sz="600" b="0" i="0">
              <a:solidFill>
                <a:sysClr val="windowText" lastClr="000000"/>
              </a:solidFill>
              <a:latin typeface="Aptos" panose="020B0004020202020204" pitchFamily="34" charset="0"/>
            </a:endParaRPr>
          </a:p>
        </p:txBody>
      </p:sp>
      <p:grpSp>
        <p:nvGrpSpPr>
          <p:cNvPr id="13" name="Graphic 4">
            <a:extLst>
              <a:ext uri="{FF2B5EF4-FFF2-40B4-BE49-F238E27FC236}">
                <a16:creationId xmlns:a16="http://schemas.microsoft.com/office/drawing/2014/main" id="{A850E6A1-D468-88EF-A319-7CB82D8C05E7}"/>
              </a:ext>
            </a:extLst>
          </p:cNvPr>
          <p:cNvGrpSpPr/>
          <p:nvPr userDrawn="1"/>
        </p:nvGrpSpPr>
        <p:grpSpPr>
          <a:xfrm>
            <a:off x="10685653" y="6619067"/>
            <a:ext cx="161640" cy="176335"/>
            <a:chOff x="8176402" y="4885530"/>
            <a:chExt cx="135493" cy="143018"/>
          </a:xfrm>
        </p:grpSpPr>
        <p:sp>
          <p:nvSpPr>
            <p:cNvPr id="14" name="Freeform: Shape 20">
              <a:extLst>
                <a:ext uri="{FF2B5EF4-FFF2-40B4-BE49-F238E27FC236}">
                  <a16:creationId xmlns:a16="http://schemas.microsoft.com/office/drawing/2014/main" id="{F4CD6F33-A3E1-EB88-1B36-211C4A02303B}"/>
                </a:ext>
              </a:extLst>
            </p:cNvPr>
            <p:cNvSpPr/>
            <p:nvPr/>
          </p:nvSpPr>
          <p:spPr>
            <a:xfrm>
              <a:off x="8176402" y="4885530"/>
              <a:ext cx="67770" cy="143018"/>
            </a:xfrm>
            <a:custGeom>
              <a:avLst/>
              <a:gdLst>
                <a:gd name="connsiteX0" fmla="*/ 67771 w 67770"/>
                <a:gd name="connsiteY0" fmla="*/ 0 h 143018"/>
                <a:gd name="connsiteX1" fmla="*/ 38767 w 67770"/>
                <a:gd name="connsiteY1" fmla="*/ 6144 h 143018"/>
                <a:gd name="connsiteX2" fmla="*/ 0 w 67770"/>
                <a:gd name="connsiteY2" fmla="*/ 143018 h 143018"/>
                <a:gd name="connsiteX3" fmla="*/ 33147 w 67770"/>
                <a:gd name="connsiteY3" fmla="*/ 135970 h 143018"/>
                <a:gd name="connsiteX4" fmla="*/ 44768 w 67770"/>
                <a:gd name="connsiteY4" fmla="*/ 93869 h 143018"/>
                <a:gd name="connsiteX5" fmla="*/ 67771 w 67770"/>
                <a:gd name="connsiteY5" fmla="*/ 88964 h 143018"/>
                <a:gd name="connsiteX6" fmla="*/ 67771 w 67770"/>
                <a:gd name="connsiteY6" fmla="*/ 60341 h 143018"/>
                <a:gd name="connsiteX7" fmla="*/ 53293 w 67770"/>
                <a:gd name="connsiteY7" fmla="*/ 63389 h 143018"/>
                <a:gd name="connsiteX8" fmla="*/ 67771 w 67770"/>
                <a:gd name="connsiteY8" fmla="*/ 11097 h 143018"/>
                <a:gd name="connsiteX9" fmla="*/ 67771 w 67770"/>
                <a:gd name="connsiteY9" fmla="*/ 0 h 143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7770" h="143018">
                  <a:moveTo>
                    <a:pt x="67771" y="0"/>
                  </a:moveTo>
                  <a:lnTo>
                    <a:pt x="38767" y="6144"/>
                  </a:lnTo>
                  <a:lnTo>
                    <a:pt x="0" y="143018"/>
                  </a:lnTo>
                  <a:lnTo>
                    <a:pt x="33147" y="135970"/>
                  </a:lnTo>
                  <a:lnTo>
                    <a:pt x="44768" y="93869"/>
                  </a:lnTo>
                  <a:lnTo>
                    <a:pt x="67771" y="88964"/>
                  </a:lnTo>
                  <a:lnTo>
                    <a:pt x="67771" y="60341"/>
                  </a:lnTo>
                  <a:lnTo>
                    <a:pt x="53293" y="63389"/>
                  </a:lnTo>
                  <a:lnTo>
                    <a:pt x="67771" y="11097"/>
                  </a:lnTo>
                  <a:lnTo>
                    <a:pt x="67771" y="0"/>
                  </a:lnTo>
                  <a:close/>
                </a:path>
              </a:pathLst>
            </a:custGeom>
            <a:solidFill>
              <a:srgbClr val="000000"/>
            </a:solidFill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AU" sz="1800" b="0" i="0">
                <a:latin typeface="Aptos" panose="020B0004020202020204" pitchFamily="34" charset="0"/>
              </a:endParaRPr>
            </a:p>
          </p:txBody>
        </p:sp>
        <p:sp>
          <p:nvSpPr>
            <p:cNvPr id="15" name="Freeform: Shape 21">
              <a:extLst>
                <a:ext uri="{FF2B5EF4-FFF2-40B4-BE49-F238E27FC236}">
                  <a16:creationId xmlns:a16="http://schemas.microsoft.com/office/drawing/2014/main" id="{B8D7936F-092B-F89C-A9FE-20C2D6C2FA7B}"/>
                </a:ext>
              </a:extLst>
            </p:cNvPr>
            <p:cNvSpPr/>
            <p:nvPr/>
          </p:nvSpPr>
          <p:spPr>
            <a:xfrm>
              <a:off x="8244173" y="4885530"/>
              <a:ext cx="67722" cy="143018"/>
            </a:xfrm>
            <a:custGeom>
              <a:avLst/>
              <a:gdLst>
                <a:gd name="connsiteX0" fmla="*/ 0 w 67722"/>
                <a:gd name="connsiteY0" fmla="*/ 0 h 143018"/>
                <a:gd name="connsiteX1" fmla="*/ 0 w 67722"/>
                <a:gd name="connsiteY1" fmla="*/ 11097 h 143018"/>
                <a:gd name="connsiteX2" fmla="*/ 14478 w 67722"/>
                <a:gd name="connsiteY2" fmla="*/ 63389 h 143018"/>
                <a:gd name="connsiteX3" fmla="*/ 0 w 67722"/>
                <a:gd name="connsiteY3" fmla="*/ 60341 h 143018"/>
                <a:gd name="connsiteX4" fmla="*/ 0 w 67722"/>
                <a:gd name="connsiteY4" fmla="*/ 88964 h 143018"/>
                <a:gd name="connsiteX5" fmla="*/ 22955 w 67722"/>
                <a:gd name="connsiteY5" fmla="*/ 93869 h 143018"/>
                <a:gd name="connsiteX6" fmla="*/ 34575 w 67722"/>
                <a:gd name="connsiteY6" fmla="*/ 135970 h 143018"/>
                <a:gd name="connsiteX7" fmla="*/ 67723 w 67722"/>
                <a:gd name="connsiteY7" fmla="*/ 143018 h 143018"/>
                <a:gd name="connsiteX8" fmla="*/ 28956 w 67722"/>
                <a:gd name="connsiteY8" fmla="*/ 6144 h 143018"/>
                <a:gd name="connsiteX9" fmla="*/ 0 w 67722"/>
                <a:gd name="connsiteY9" fmla="*/ 0 h 143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7722" h="143018">
                  <a:moveTo>
                    <a:pt x="0" y="0"/>
                  </a:moveTo>
                  <a:lnTo>
                    <a:pt x="0" y="11097"/>
                  </a:lnTo>
                  <a:lnTo>
                    <a:pt x="14478" y="63389"/>
                  </a:lnTo>
                  <a:lnTo>
                    <a:pt x="0" y="60341"/>
                  </a:lnTo>
                  <a:lnTo>
                    <a:pt x="0" y="88964"/>
                  </a:lnTo>
                  <a:lnTo>
                    <a:pt x="22955" y="93869"/>
                  </a:lnTo>
                  <a:lnTo>
                    <a:pt x="34575" y="135970"/>
                  </a:lnTo>
                  <a:lnTo>
                    <a:pt x="67723" y="143018"/>
                  </a:lnTo>
                  <a:lnTo>
                    <a:pt x="28956" y="61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08080"/>
            </a:solidFill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AU" sz="1800" b="0" i="0">
                <a:latin typeface="Aptos" panose="020B0004020202020204" pitchFamily="34" charset="0"/>
              </a:endParaRPr>
            </a:p>
          </p:txBody>
        </p:sp>
      </p:grpSp>
      <p:sp>
        <p:nvSpPr>
          <p:cNvPr id="17" name="Slide Number Placeholder 18">
            <a:extLst>
              <a:ext uri="{FF2B5EF4-FFF2-40B4-BE49-F238E27FC236}">
                <a16:creationId xmlns:a16="http://schemas.microsoft.com/office/drawing/2014/main" id="{F2FFBD56-24FE-21E2-2F3E-8C0BAA240ED9}"/>
              </a:ext>
            </a:extLst>
          </p:cNvPr>
          <p:cNvSpPr txBox="1">
            <a:spLocks/>
          </p:cNvSpPr>
          <p:nvPr userDrawn="1"/>
        </p:nvSpPr>
        <p:spPr>
          <a:xfrm>
            <a:off x="1522398" y="6570993"/>
            <a:ext cx="42190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lang="en-AU" sz="800" b="0" i="0" u="none" strike="noStrike" cap="none" smtClean="0">
                <a:solidFill>
                  <a:srgbClr val="000000"/>
                </a:solidFill>
                <a:latin typeface="+mj-lt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sz="1400" b="0" i="0" u="none" strike="noStrike" cap="none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sz="1400" b="0" i="0" u="none" strike="noStrike" cap="none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sz="1400" b="0" i="0" u="none" strike="noStrike" cap="none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sz="1400" b="0" i="0" u="none" strike="noStrike" cap="none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sz="1400" b="0" i="0" u="none" strike="noStrike" cap="none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sz="1400" b="0" i="0" u="none" strike="noStrike" cap="none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sz="1400" b="0" i="0" u="none" strike="noStrike" cap="none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sz="1400" b="0" i="0" u="none" strike="noStrike" cap="none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9pPr>
          </a:lstStyle>
          <a:p>
            <a:fld id="{A2294E5B-DE56-4C0C-83A2-06393784158A}" type="slidenum">
              <a:rPr lang="en-AU" sz="1000" b="0" i="0" smtClean="0">
                <a:solidFill>
                  <a:schemeClr val="tx1"/>
                </a:solidFill>
                <a:latin typeface="Aptos" panose="020B0004020202020204" pitchFamily="34" charset="0"/>
              </a:rPr>
              <a:pPr/>
              <a:t>‹#›</a:t>
            </a:fld>
            <a:endParaRPr lang="en-AU" sz="1000" b="0" i="0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0E8C28F-5772-B490-9855-46EE98DDFD12}"/>
              </a:ext>
            </a:extLst>
          </p:cNvPr>
          <p:cNvSpPr txBox="1"/>
          <p:nvPr userDrawn="1"/>
        </p:nvSpPr>
        <p:spPr>
          <a:xfrm>
            <a:off x="295741" y="6601770"/>
            <a:ext cx="145237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800" b="0" i="0">
                <a:solidFill>
                  <a:schemeClr val="tx1"/>
                </a:solidFill>
                <a:latin typeface="Aptos" panose="020B0004020202020204" pitchFamily="34" charset="0"/>
              </a:rPr>
              <a:t>Ascendion Confidential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AA056C0-E7C3-E04E-B3CC-C2EAFA9994FC}"/>
              </a:ext>
            </a:extLst>
          </p:cNvPr>
          <p:cNvGrpSpPr/>
          <p:nvPr userDrawn="1"/>
        </p:nvGrpSpPr>
        <p:grpSpPr>
          <a:xfrm>
            <a:off x="1953267" y="6561572"/>
            <a:ext cx="10068408" cy="152400"/>
            <a:chOff x="1676400" y="4748212"/>
            <a:chExt cx="7467600" cy="142875"/>
          </a:xfrm>
        </p:grpSpPr>
        <p:pic>
          <p:nvPicPr>
            <p:cNvPr id="21" name="Graphic 20">
              <a:extLst>
                <a:ext uri="{FF2B5EF4-FFF2-40B4-BE49-F238E27FC236}">
                  <a16:creationId xmlns:a16="http://schemas.microsoft.com/office/drawing/2014/main" id="{0BF81825-45C4-2ECE-EAE9-D85CB4A0191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8">
              <a:extLst>
                <a:ext uri="{96DAC541-7B7A-43D3-8B79-37D633B846F1}">
                  <asvg:svgBlip xmlns:asvg="http://schemas.microsoft.com/office/drawing/2016/SVG/main" r:embed="rId49"/>
                </a:ext>
              </a:extLst>
            </a:blip>
            <a:stretch>
              <a:fillRect/>
            </a:stretch>
          </p:blipFill>
          <p:spPr>
            <a:xfrm>
              <a:off x="3314700" y="4748212"/>
              <a:ext cx="5829300" cy="142875"/>
            </a:xfrm>
            <a:prstGeom prst="rect">
              <a:avLst/>
            </a:prstGeom>
          </p:spPr>
        </p:pic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B6D12113-D79B-679C-0FAE-6F25FB5F1EC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676400" y="4886325"/>
              <a:ext cx="1676400" cy="0"/>
            </a:xfrm>
            <a:prstGeom prst="line">
              <a:avLst/>
            </a:prstGeom>
            <a:noFill/>
            <a:ln w="9525" cap="flat">
              <a:solidFill>
                <a:schemeClr val="tx1"/>
              </a:solidFill>
              <a:prstDash val="solid"/>
              <a:miter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8950ADE-A504-7D1D-2CD1-8CAD76AA9817}"/>
              </a:ext>
            </a:extLst>
          </p:cNvPr>
          <p:cNvCxnSpPr>
            <a:cxnSpLocks/>
          </p:cNvCxnSpPr>
          <p:nvPr userDrawn="1"/>
        </p:nvCxnSpPr>
        <p:spPr>
          <a:xfrm>
            <a:off x="89650" y="6709492"/>
            <a:ext cx="228600" cy="0"/>
          </a:xfrm>
          <a:prstGeom prst="line">
            <a:avLst/>
          </a:prstGeom>
          <a:noFill/>
          <a:ln w="9525" cap="flat">
            <a:solidFill>
              <a:schemeClr val="tx1"/>
            </a:solidFill>
            <a:prstDash val="solid"/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19473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703" r:id="rId2"/>
    <p:sldLayoutId id="2147483695" r:id="rId3"/>
    <p:sldLayoutId id="2147483711" r:id="rId4"/>
    <p:sldLayoutId id="2147483696" r:id="rId5"/>
    <p:sldLayoutId id="2147483749" r:id="rId6"/>
    <p:sldLayoutId id="2147483650" r:id="rId7"/>
    <p:sldLayoutId id="2147483716" r:id="rId8"/>
    <p:sldLayoutId id="2147483758" r:id="rId9"/>
    <p:sldLayoutId id="2147483759" r:id="rId10"/>
    <p:sldLayoutId id="2147483740" r:id="rId11"/>
    <p:sldLayoutId id="2147483741" r:id="rId12"/>
    <p:sldLayoutId id="2147483652" r:id="rId13"/>
    <p:sldLayoutId id="2147483783" r:id="rId14"/>
    <p:sldLayoutId id="2147483672" r:id="rId15"/>
    <p:sldLayoutId id="2147483746" r:id="rId16"/>
    <p:sldLayoutId id="2147483756" r:id="rId17"/>
    <p:sldLayoutId id="2147483755" r:id="rId18"/>
    <p:sldLayoutId id="2147483757" r:id="rId19"/>
    <p:sldLayoutId id="2147483668" r:id="rId20"/>
    <p:sldLayoutId id="2147483730" r:id="rId21"/>
    <p:sldLayoutId id="2147483670" r:id="rId22"/>
    <p:sldLayoutId id="2147483760" r:id="rId23"/>
    <p:sldLayoutId id="2147483732" r:id="rId24"/>
    <p:sldLayoutId id="2147483654" r:id="rId25"/>
    <p:sldLayoutId id="2147483669" r:id="rId26"/>
    <p:sldLayoutId id="2147483733" r:id="rId27"/>
    <p:sldLayoutId id="2147483752" r:id="rId28"/>
    <p:sldLayoutId id="2147483750" r:id="rId29"/>
    <p:sldLayoutId id="2147483753" r:id="rId30"/>
    <p:sldLayoutId id="2147483677" r:id="rId31"/>
    <p:sldLayoutId id="2147483690" r:id="rId32"/>
    <p:sldLayoutId id="2147483767" r:id="rId33"/>
    <p:sldLayoutId id="2147483774" r:id="rId34"/>
    <p:sldLayoutId id="2147483775" r:id="rId35"/>
    <p:sldLayoutId id="2147483773" r:id="rId36"/>
    <p:sldLayoutId id="2147483778" r:id="rId37"/>
    <p:sldLayoutId id="2147483780" r:id="rId38"/>
    <p:sldLayoutId id="2147483781" r:id="rId39"/>
    <p:sldLayoutId id="2147483782" r:id="rId40"/>
    <p:sldLayoutId id="2147483761" r:id="rId41"/>
    <p:sldLayoutId id="2147483655" r:id="rId42"/>
    <p:sldLayoutId id="2147483684" r:id="rId43"/>
    <p:sldLayoutId id="2147483784" r:id="rId44"/>
    <p:sldLayoutId id="2147483797" r:id="rId45"/>
    <p:sldLayoutId id="2147483810" r:id="rId46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spcAft>
          <a:spcPts val="600"/>
        </a:spcAft>
        <a:buNone/>
        <a:defRPr sz="3200" b="0" i="0" kern="1200">
          <a:solidFill>
            <a:schemeClr val="tx1"/>
          </a:solidFill>
          <a:latin typeface="PP Neue Machina Plain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spcAft>
          <a:spcPts val="600"/>
        </a:spcAft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600"/>
        </a:spcAft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600"/>
        </a:spcAft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b="0" i="0" kern="1200">
          <a:solidFill>
            <a:schemeClr val="tx1"/>
          </a:solidFill>
          <a:latin typeface="Avenir LT 45 Book" panose="020B0503020000020003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b="0" i="0" kern="1200">
          <a:solidFill>
            <a:schemeClr val="tx1"/>
          </a:solidFill>
          <a:latin typeface="Avenir LT 45 Book" panose="020B0503020000020003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316" userDrawn="1">
          <p15:clr>
            <a:srgbClr val="F26B43"/>
          </p15:clr>
        </p15:guide>
        <p15:guide id="4" pos="7354" userDrawn="1">
          <p15:clr>
            <a:srgbClr val="F26B43"/>
          </p15:clr>
        </p15:guide>
        <p15:guide id="5" orient="horz" pos="3898" userDrawn="1">
          <p15:clr>
            <a:srgbClr val="F26B43"/>
          </p15:clr>
        </p15:guide>
        <p15:guide id="6" orient="horz" pos="1136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085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15938" y="435852"/>
            <a:ext cx="137160" cy="137160"/>
          </a:xfrm>
          <a:prstGeom prst="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1678" y="435852"/>
            <a:ext cx="10885804" cy="1536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C0066"/>
                </a:solidFill>
                <a:latin typeface="Inter"/>
              </a:rPr>
              <a:t>OUR APPROACH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5938" y="710172"/>
            <a:ext cx="11160124" cy="4526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Space Grotesk"/>
              </a:rPr>
              <a:t>A structured path from assessment to impact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515938" y="1374289"/>
            <a:ext cx="2687160" cy="5283711"/>
          </a:xfrm>
          <a:prstGeom prst="rect">
            <a:avLst/>
          </a:prstGeom>
          <a:solidFill>
            <a:srgbClr val="FFFFFF"/>
          </a:solidFill>
          <a:ln w="9525">
            <a:solidFill>
              <a:srgbClr val="7175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15938" y="1374289"/>
            <a:ext cx="2687160" cy="914400"/>
          </a:xfrm>
          <a:prstGeom prst="rect">
            <a:avLst/>
          </a:prstGeom>
          <a:solidFill>
            <a:srgbClr val="0085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4538" y="1511449"/>
            <a:ext cx="2229960" cy="548640"/>
          </a:xfrm>
          <a:prstGeom prst="rect">
            <a:avLst/>
          </a:prstGeom>
          <a:solidFill>
            <a:srgbClr val="008567"/>
          </a:solidFill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pace Grotesk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4538" y="2425849"/>
            <a:ext cx="2229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08567"/>
                </a:solidFill>
                <a:latin typeface="Inter"/>
              </a:rPr>
              <a:t>ASSESS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4538" y="2928769"/>
            <a:ext cx="2229960" cy="35006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Inter"/>
              </a:rPr>
              <a:t>Evaluate current capabilities against the AI-readiness framework. Identify gaps and opportunities.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40258" y="1374289"/>
            <a:ext cx="2687160" cy="5283711"/>
          </a:xfrm>
          <a:prstGeom prst="rect">
            <a:avLst/>
          </a:prstGeom>
          <a:solidFill>
            <a:srgbClr val="FFFFFF"/>
          </a:solidFill>
          <a:ln w="9525">
            <a:solidFill>
              <a:srgbClr val="7175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40258" y="1374289"/>
            <a:ext cx="2687160" cy="914400"/>
          </a:xfrm>
          <a:prstGeom prst="rect">
            <a:avLst/>
          </a:prstGeom>
          <a:solidFill>
            <a:srgbClr val="0085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68858" y="1511449"/>
            <a:ext cx="2229960" cy="548640"/>
          </a:xfrm>
          <a:prstGeom prst="rect">
            <a:avLst/>
          </a:prstGeom>
          <a:solidFill>
            <a:srgbClr val="008567"/>
          </a:solidFill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pace Grotesk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8858" y="2425849"/>
            <a:ext cx="2229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08567"/>
                </a:solidFill>
                <a:latin typeface="Inter"/>
              </a:rPr>
              <a:t>DESIGN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8858" y="2928769"/>
            <a:ext cx="2229960" cy="35006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Inter"/>
              </a:rPr>
              <a:t>Custom program architecture aligned to organizational maturity and strategic priorities.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64579" y="1374289"/>
            <a:ext cx="2687160" cy="5283711"/>
          </a:xfrm>
          <a:prstGeom prst="rect">
            <a:avLst/>
          </a:prstGeom>
          <a:solidFill>
            <a:srgbClr val="FFFFFF"/>
          </a:solidFill>
          <a:ln w="9525">
            <a:solidFill>
              <a:srgbClr val="7175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64579" y="1374289"/>
            <a:ext cx="2687160" cy="914400"/>
          </a:xfrm>
          <a:prstGeom prst="rect">
            <a:avLst/>
          </a:prstGeom>
          <a:solidFill>
            <a:srgbClr val="0085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93179" y="1511449"/>
            <a:ext cx="2229960" cy="548640"/>
          </a:xfrm>
          <a:prstGeom prst="rect">
            <a:avLst/>
          </a:prstGeom>
          <a:solidFill>
            <a:srgbClr val="008567"/>
          </a:solidFill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pace Grotesk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93179" y="2425849"/>
            <a:ext cx="2229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08567"/>
                </a:solidFill>
                <a:latin typeface="Inter"/>
              </a:rPr>
              <a:t>BUILD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93179" y="2928769"/>
            <a:ext cx="2229960" cy="35006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Inter"/>
              </a:rPr>
              <a:t>Develop talent pipelines with hands-on projects, mentorship, and progressive challenges.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88899" y="1374289"/>
            <a:ext cx="2687160" cy="5283711"/>
          </a:xfrm>
          <a:prstGeom prst="rect">
            <a:avLst/>
          </a:prstGeom>
          <a:solidFill>
            <a:srgbClr val="FFFFFF"/>
          </a:solidFill>
          <a:ln w="9525">
            <a:solidFill>
              <a:srgbClr val="7175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988899" y="1374289"/>
            <a:ext cx="2687160" cy="914400"/>
          </a:xfrm>
          <a:prstGeom prst="rect">
            <a:avLst/>
          </a:prstGeom>
          <a:solidFill>
            <a:srgbClr val="0085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17499" y="1511449"/>
            <a:ext cx="2229960" cy="548640"/>
          </a:xfrm>
          <a:prstGeom prst="rect">
            <a:avLst/>
          </a:prstGeom>
          <a:solidFill>
            <a:srgbClr val="008567"/>
          </a:solidFill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pace Grotesk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17499" y="2425849"/>
            <a:ext cx="2229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08567"/>
                </a:solidFill>
                <a:latin typeface="Inter"/>
              </a:rPr>
              <a:t>SCALE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17499" y="2928769"/>
            <a:ext cx="2229960" cy="35006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Inter"/>
              </a:rPr>
              <a:t>Operationalize the model across business units with governance and measurement frameworks.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andard">
  <a:themeElements>
    <a:clrScheme name="ASCENDION COLOR PALETTE 2022">
      <a:dk1>
        <a:srgbClr val="000000"/>
      </a:dk1>
      <a:lt1>
        <a:srgbClr val="FFFFFF"/>
      </a:lt1>
      <a:dk2>
        <a:srgbClr val="71758A"/>
      </a:dk2>
      <a:lt2>
        <a:srgbClr val="AFAAB9"/>
      </a:lt2>
      <a:accent1>
        <a:srgbClr val="008567"/>
      </a:accent1>
      <a:accent2>
        <a:srgbClr val="CC0066"/>
      </a:accent2>
      <a:accent3>
        <a:srgbClr val="FFCC00"/>
      </a:accent3>
      <a:accent4>
        <a:srgbClr val="6666CC"/>
      </a:accent4>
      <a:accent5>
        <a:srgbClr val="AFAAB9"/>
      </a:accent5>
      <a:accent6>
        <a:srgbClr val="71758A"/>
      </a:accent6>
      <a:hlink>
        <a:srgbClr val="0563C1"/>
      </a:hlink>
      <a:folHlink>
        <a:srgbClr val="954F72"/>
      </a:folHlink>
    </a:clrScheme>
    <a:fontScheme name="Consolas-Verdana">
      <a:majorFont>
        <a:latin typeface="Consolas" panose="020B0609020204030204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Verdana" panose="020B060403050404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1E3F4082-7808-4881-B841-DF50AC8472A2}" vid="{AD8F05DF-AF63-4EFF-8DEB-D5CA5C06AB5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8C13D2B-F1EC-844E-99A6-74D146E27393}">
  <we:reference id="wa200010001" version="1.0.0.1" store="en-US" storeType="OMEX"/>
  <we:alternateReferences>
    <we:reference id="wa200010001" version="1.0.0.1" store="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A7BCA0DE6048A4C903DDDE99C8A88E6" ma:contentTypeVersion="8" ma:contentTypeDescription="Create a new document." ma:contentTypeScope="" ma:versionID="3bca21b939a75d9e88adf6d80d63258a">
  <xsd:schema xmlns:xsd="http://www.w3.org/2001/XMLSchema" xmlns:xs="http://www.w3.org/2001/XMLSchema" xmlns:p="http://schemas.microsoft.com/office/2006/metadata/properties" xmlns:ns2="36eca204-8201-4f31-aebb-d1926fadfda8" xmlns:ns3="7ab9c3be-024f-4023-af36-b16ce83c127d" xmlns:ns4="df3a2ffa-4a31-4ce9-9b0f-c6fcd9f7dd95" targetNamespace="http://schemas.microsoft.com/office/2006/metadata/properties" ma:root="true" ma:fieldsID="63cbd1a78e3fac3266cd4bb62a1238ab" ns2:_="" ns3:_="" ns4:_="">
    <xsd:import namespace="36eca204-8201-4f31-aebb-d1926fadfda8"/>
    <xsd:import namespace="7ab9c3be-024f-4023-af36-b16ce83c127d"/>
    <xsd:import namespace="df3a2ffa-4a31-4ce9-9b0f-c6fcd9f7dd95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4:MediaServiceMetadata" minOccurs="0"/>
                <xsd:element ref="ns4:MediaServiceFastMetadata" minOccurs="0"/>
                <xsd:element ref="ns4:MediaServiceGenerationTime" minOccurs="0"/>
                <xsd:element ref="ns4:MediaServiceEventHashCode" minOccurs="0"/>
                <xsd:element ref="ns4:MediaServiceOCR" minOccurs="0"/>
                <xsd:element ref="ns2:MediaServiceDateTaken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6eca204-8201-4f31-aebb-d1926fadfda8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8" nillable="true" ma:taxonomy="true" ma:internalName="lcf76f155ced4ddcb4097134ff3c332f" ma:taxonomyFieldName="MediaServiceImageTags" ma:displayName="Image Tags" ma:readOnly="false" ma:fieldId="{5cf76f15-5ced-4ddc-b409-7134ff3c332f}" ma:taxonomyMulti="true" ma:sspId="ed186d10-97f7-4892-a460-100f03a627e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0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ab9c3be-024f-4023-af36-b16ce83c127d" elementFormDefault="qualified">
    <xsd:import namespace="http://schemas.microsoft.com/office/2006/documentManagement/types"/>
    <xsd:import namespace="http://schemas.microsoft.com/office/infopath/2007/PartnerControls"/>
    <xsd:element name="TaxCatchAll" ma:index="9" nillable="true" ma:displayName="Taxonomy Catch All Column" ma:hidden="true" ma:list="{ed33cc2b-5f74-40ff-a7a6-0805f592ce51}" ma:internalName="TaxCatchAll" ma:showField="CatchAllData" ma:web="7ab9c3be-024f-4023-af36-b16ce83c127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3a2ffa-4a31-4ce9-9b0f-c6fcd9f7dd9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6eca204-8201-4f31-aebb-d1926fadfda8">
      <Terms xmlns="http://schemas.microsoft.com/office/infopath/2007/PartnerControls"/>
    </lcf76f155ced4ddcb4097134ff3c332f>
    <TaxCatchAll xmlns="7ab9c3be-024f-4023-af36-b16ce83c127d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10F2661-260B-4420-A687-8D79F45D28E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6eca204-8201-4f31-aebb-d1926fadfda8"/>
    <ds:schemaRef ds:uri="7ab9c3be-024f-4023-af36-b16ce83c127d"/>
    <ds:schemaRef ds:uri="df3a2ffa-4a31-4ce9-9b0f-c6fcd9f7dd9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E7794F9-0931-48EE-8DE7-AEB1CD229081}">
  <ds:schemaRefs>
    <ds:schemaRef ds:uri="36eca204-8201-4f31-aebb-d1926fadfda8"/>
    <ds:schemaRef ds:uri="7ab9c3be-024f-4023-af36-b16ce83c127d"/>
    <ds:schemaRef ds:uri="df3a2ffa-4a31-4ce9-9b0f-c6fcd9f7dd9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54272DEC-9A36-4E8E-BFDF-2C4C0E31A4E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Ascendion_Template_Slide Master Full Set</Template>
  <TotalTime>35</TotalTime>
  <Words>2186</Words>
  <Application>Microsoft Macintosh PowerPoint</Application>
  <PresentationFormat>Widescreen</PresentationFormat>
  <Paragraphs>379</Paragraphs>
  <Slides>20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32" baseType="lpstr">
      <vt:lpstr>-webkit-standard</vt:lpstr>
      <vt:lpstr>Aptos</vt:lpstr>
      <vt:lpstr>Arial</vt:lpstr>
      <vt:lpstr>Avenir LT 45 Book</vt:lpstr>
      <vt:lpstr>Calibri</vt:lpstr>
      <vt:lpstr>Century Gothic</vt:lpstr>
      <vt:lpstr>PP Neue Machina Inktrap Italic</vt:lpstr>
      <vt:lpstr>PP Neue Machina Plain</vt:lpstr>
      <vt:lpstr>PP Neue Machina Plain Italic</vt:lpstr>
      <vt:lpstr>PP Neue Machina Plain Ultrabold</vt:lpstr>
      <vt:lpstr>Verdana</vt:lpstr>
      <vt:lpstr>Standard</vt:lpstr>
      <vt:lpstr>Design Guidelines And Tips Read Me And Delete Me</vt:lpstr>
      <vt:lpstr>PowerPoint Presentation</vt:lpstr>
      <vt:lpstr>An AI-Powered Software Engineering Disruptor</vt:lpstr>
      <vt:lpstr>Serving Clients Locally Across the Globe</vt:lpstr>
      <vt:lpstr>Global Hubs Are Essential “Anchors” For Delivery</vt:lpstr>
      <vt:lpstr>AI Studios Spark Co-Innovation With Clients</vt:lpstr>
      <vt:lpstr>Solving Global Engineering Problems </vt:lpstr>
      <vt:lpstr>Software Engineering At The Intersection Of Technology And Talent Our Core Services  </vt:lpstr>
      <vt:lpstr>Leaders Are Wrestling With Three Challenges</vt:lpstr>
      <vt:lpstr>Leading With AAVA™ Platform For EngineeringAI</vt:lpstr>
      <vt:lpstr>Industry Analysts Are Validating Our Progress</vt:lpstr>
      <vt:lpstr>Ascendion Takes Gold as 2025 AI Service Provider of the Year!</vt:lpstr>
      <vt:lpstr>Leaders Are Wrestling With Three Challenges</vt:lpstr>
      <vt:lpstr>AI Arbitrage Will Unlock Capital For Innovation GenAI Is “Eating” IT Services</vt:lpstr>
      <vt:lpstr>EngineeringAI Is Shifting The Services Demand Curve And Ascendion Can Be Ahead Of The Wave  </vt:lpstr>
      <vt:lpstr>Software Engineering to the POWER of AI</vt:lpstr>
      <vt:lpstr>… AI-powered solutions don’t work “out of the box” </vt:lpstr>
      <vt:lpstr>A New Kind Of Services Company For A New Era Of Business And Technology</vt:lpstr>
      <vt:lpstr>AI &lt;/Recodes&gt; “Tier One” Disrupting The Service Provider League Table  </vt:lpstr>
      <vt:lpstr>Client Outcomes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harsha s</dc:creator>
  <cp:keywords/>
  <dc:description/>
  <cp:lastModifiedBy>Srinidhi Ramanujam</cp:lastModifiedBy>
  <cp:revision>12</cp:revision>
  <dcterms:created xsi:type="dcterms:W3CDTF">2023-02-15T13:34:07Z</dcterms:created>
  <dcterms:modified xsi:type="dcterms:W3CDTF">2026-03-18T14:37:19Z</dcterms:modified>
  <cp:category>Ascendion confidential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0x010100DA7BCA0DE6048A4C903DDDE99C8A88E6</vt:lpwstr>
  </property>
  <property fmtid="{D5CDD505-2E9C-101B-9397-08002B2CF9AE}" pid="3" name="MediaServiceImageTags">
    <vt:lpwstr/>
  </property>
  <property fmtid="{D5CDD505-2E9C-101B-9397-08002B2CF9AE}" pid="4" name="Order">
    <vt:lpwstr>342700.000000000</vt:lpwstr>
  </property>
  <property fmtid="{D5CDD505-2E9C-101B-9397-08002B2CF9AE}" pid="5" name="xd_ProgID">
    <vt:lpwstr/>
  </property>
  <property fmtid="{D5CDD505-2E9C-101B-9397-08002B2CF9AE}" pid="6" name="ComplianceAssetId">
    <vt:lpwstr/>
  </property>
  <property fmtid="{D5CDD505-2E9C-101B-9397-08002B2CF9AE}" pid="7" name="TemplateUrl">
    <vt:lpwstr/>
  </property>
  <property fmtid="{D5CDD505-2E9C-101B-9397-08002B2CF9AE}" pid="8" name="_ExtendedDescription">
    <vt:lpwstr/>
  </property>
  <property fmtid="{D5CDD505-2E9C-101B-9397-08002B2CF9AE}" pid="9" name="TriggerFlowInfo">
    <vt:lpwstr/>
  </property>
  <property fmtid="{D5CDD505-2E9C-101B-9397-08002B2CF9AE}" pid="10" name="xd_Signature">
    <vt:lpwstr/>
  </property>
</Properties>
</file>