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03  |  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Four stages. Five weeks. ~150 in, 8–12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938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538" y="1511449"/>
            <a:ext cx="226425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538" y="2060089"/>
            <a:ext cx="2264250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4258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EVIDENCE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38" y="311164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GitHub link + 3-min Loom + one shipped artifact. No essays.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938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538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538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1,500–15,000 → ~400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828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8828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428" y="1511449"/>
            <a:ext cx="226425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428" y="2060089"/>
            <a:ext cx="2264250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428" y="24258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SCAFFOLDED TAKE-HOME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428" y="311164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48 hrs. Real repo. AI allowed and expected. PR + 10-min walkthrough.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8828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428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428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~400 → ~50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1719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1719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319" y="1511449"/>
            <a:ext cx="226425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19" y="2060089"/>
            <a:ext cx="2264250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319" y="24258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DEFENSE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19" y="311164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60 min. Two panelists. Five anchored questions. Independent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1719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319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319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~50 → ~15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4609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54609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3209" y="1511449"/>
            <a:ext cx="226425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3209" y="2060089"/>
            <a:ext cx="2264250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3209" y="24258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ADMIT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3209" y="311164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30 min. Director + Principal. Confirms appetite. No new tech eval.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54609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3209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3209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10–15 admits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