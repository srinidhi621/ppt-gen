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01  |  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What this program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15938" y="1237129"/>
            <a:ext cx="11160122" cy="219456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5938" y="1237129"/>
            <a:ext cx="73152" cy="21945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138" y="1465729"/>
            <a:ext cx="102457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OPERATING PRINCIPLE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138" y="1968649"/>
            <a:ext cx="10245722" cy="12344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pace Grotesk"/>
              </a:rPr>
              <a:t>Find engineers who use judgment and AI leverage to remove work —
then put them on a track that doesn't destroy that capability.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938" y="3660289"/>
            <a:ext cx="3628600" cy="299771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5938" y="3660289"/>
            <a:ext cx="36576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538" y="3888889"/>
            <a:ext cx="317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8567"/>
                </a:solidFill>
                <a:latin typeface="Inter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538" y="4391809"/>
            <a:ext cx="3171400" cy="1946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Conventional hiring rewards pedigree, narrow correctness, and confidence. None of these find force multipliers.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1698" y="3660289"/>
            <a:ext cx="3628600" cy="299771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1698" y="3660289"/>
            <a:ext cx="36576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0298" y="3888889"/>
            <a:ext cx="317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8567"/>
                </a:solidFill>
                <a:latin typeface="Inter"/>
              </a:rPr>
              <a:t>WHAT WE WON'T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0298" y="4391809"/>
            <a:ext cx="3171400" cy="1946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No essay prompts. No personality interviews. No steering committees. No '10x' marketing language externally.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7459" y="3660289"/>
            <a:ext cx="3628600" cy="2997711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7459" y="3660289"/>
            <a:ext cx="36576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6059" y="3888889"/>
            <a:ext cx="317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8567"/>
                </a:solidFill>
                <a:latin typeface="Inter"/>
              </a:rPr>
              <a:t>WHAT WE WILL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6059" y="4391809"/>
            <a:ext cx="3171400" cy="1946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Verifiable artifacts. Scaffolded take-homes with AI allowed and scored. Anchored defense panels. Clear runway after admission to ensure continuity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