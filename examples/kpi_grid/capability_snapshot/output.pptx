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CAPABILITY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What 10x AI engineering looks like in production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374289"/>
            <a:ext cx="111601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Six measured outcomes from production AI engagements over the last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831489"/>
            <a:ext cx="73152" cy="2276095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250" y="1968649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1,100+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250" y="2489857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Generative AI certified engineers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1698" y="1831489"/>
            <a:ext cx="73152" cy="2276095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2010" y="1968649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2010" y="2489857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Production AI solutions shipped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7458" y="1831489"/>
            <a:ext cx="73152" cy="227609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770" y="1968649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770" y="2489857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Average delivery cycle time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938" y="4244744"/>
            <a:ext cx="73152" cy="2276095"/>
          </a:xfrm>
          <a:prstGeom prst="rect">
            <a:avLst/>
          </a:prstGeom>
          <a:solidFill>
            <a:srgbClr val="66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250" y="4381904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150+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250" y="4903112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Engineers in 10x AI pods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698" y="4244744"/>
            <a:ext cx="73152" cy="2276095"/>
          </a:xfrm>
          <a:prstGeom prst="rect">
            <a:avLst/>
          </a:prstGeom>
          <a:solidFill>
            <a:srgbClr val="717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010" y="4381904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$2.3M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010" y="4903112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Annual operating savings per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7458" y="4244744"/>
            <a:ext cx="73152" cy="2276095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770" y="4381904"/>
            <a:ext cx="3418288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3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770" y="4903112"/>
            <a:ext cx="3418288" cy="1480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Time to first production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