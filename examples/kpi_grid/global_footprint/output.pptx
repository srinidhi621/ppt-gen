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GLOBAL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An AI-powered software engineering disruptor scaling globally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35978" y="1676041"/>
            <a:ext cx="0" cy="4680207"/>
          </a:xfrm>
          <a:prstGeom prst="line">
            <a:avLst/>
          </a:prstGeom>
          <a:ln w="9525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56018" y="1676041"/>
            <a:ext cx="0" cy="4680207"/>
          </a:xfrm>
          <a:prstGeom prst="line">
            <a:avLst/>
          </a:prstGeom>
          <a:ln w="9525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4538" y="1740049"/>
            <a:ext cx="3262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8567"/>
                </a:solidFill>
                <a:latin typeface="Space Grotesk"/>
              </a:rPr>
              <a:t>11,000+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538" y="2499001"/>
            <a:ext cx="3262840" cy="13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Ascenders globally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4578" y="1740049"/>
            <a:ext cx="3262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8567"/>
                </a:solidFill>
                <a:latin typeface="Space Grotesk"/>
              </a:rPr>
              <a:t>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4578" y="2499001"/>
            <a:ext cx="3262840" cy="13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Enterprise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4618" y="1740049"/>
            <a:ext cx="3262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8567"/>
                </a:solidFill>
                <a:latin typeface="Space Grotes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4618" y="2499001"/>
            <a:ext cx="3262840" cy="13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AI studios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538" y="4153304"/>
            <a:ext cx="3262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8567"/>
                </a:solidFill>
                <a:latin typeface="Space Grotesk"/>
              </a:rPr>
              <a:t>36%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538" y="4912256"/>
            <a:ext cx="3262840" cy="13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Of Fortune 500 are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4578" y="4153304"/>
            <a:ext cx="3262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8567"/>
                </a:solidFill>
                <a:latin typeface="Space Grotesk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4578" y="4912256"/>
            <a:ext cx="3262840" cy="13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Countries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4618" y="4153304"/>
            <a:ext cx="3262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8567"/>
                </a:solidFill>
                <a:latin typeface="Space Grotesk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4618" y="4912256"/>
            <a:ext cx="3262840" cy="13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Global delivery hubs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9090" y="4016144"/>
            <a:ext cx="11013818" cy="0"/>
          </a:xfrm>
          <a:prstGeom prst="line">
            <a:avLst/>
          </a:prstGeom>
          <a:ln w="635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