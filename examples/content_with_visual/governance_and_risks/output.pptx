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06  |  MAKE IT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Governance, the three risks that kill this, and the first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457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GOVERNANCE — FOUR NAMED OWNERS, NO COMMITTEES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38" y="1602889"/>
            <a:ext cx="73152" cy="10972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098" y="1602889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Executive 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098" y="1831489"/>
            <a:ext cx="4341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One named VP. Air cover for protected runway. Authority to kill the program if quality slips.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938" y="2773321"/>
            <a:ext cx="73152" cy="10972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098" y="2773321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Program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98" y="3001921"/>
            <a:ext cx="4341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One named Director. End-to-end accountability. Rubric integrity. Calibration.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938" y="3943753"/>
            <a:ext cx="73152" cy="10972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98" y="3943753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Tech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98" y="4172353"/>
            <a:ext cx="4341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4–6 named Principals. Task design. Scoring. Defense panels.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938" y="5114185"/>
            <a:ext cx="73152" cy="10972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098" y="5114185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TA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98" y="5342785"/>
            <a:ext cx="4341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One named recruiter. Funnel mechanics. Candidate experience.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3138" y="1237129"/>
            <a:ext cx="64529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THREE RISKS THAT WILL ACTUALLY KILL THIS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3138" y="1602889"/>
            <a:ext cx="6452921" cy="54864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0298" y="1676041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898" y="1676041"/>
            <a:ext cx="590428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Delivery pressure breaks the protected runway in month 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3138" y="2224681"/>
            <a:ext cx="6452921" cy="54864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0298" y="2297833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8898" y="2297833"/>
            <a:ext cx="590428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AI-use rubric drifts across panelists across cycles.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3138" y="2846473"/>
            <a:ext cx="6452921" cy="54864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60298" y="2919625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Inter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8898" y="2919625"/>
            <a:ext cx="590428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Excellent ICs admitted with no senior IC ladder to graduate them onto.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23138" y="3605425"/>
            <a:ext cx="6452921" cy="3052575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23138" y="3605425"/>
            <a:ext cx="73152" cy="3052575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51738" y="3742585"/>
            <a:ext cx="608716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FIRST THREE MOVES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1738" y="4108345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THIS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9058" y="4108345"/>
            <a:ext cx="4578401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Get one VP to sign the protected-runway commitment in writing. No signature, no program.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1738" y="4656985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NEXT 2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9058" y="4656985"/>
            <a:ext cx="4578401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Tech panel writes one Ascender task and one Principal task. Three Principals submit benchmarks.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1738" y="5205625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WEEKS 3–4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9058" y="5205625"/>
            <a:ext cx="4578401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Run internal pilot with 20 nominees. Decide on external Cohort 1 from data, not enthusiasm.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