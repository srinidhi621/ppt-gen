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End-to-end delivery model with integrated 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457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DELIVERY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602889"/>
            <a:ext cx="73152" cy="12344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098" y="1602889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098" y="1831489"/>
            <a:ext cx="4341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Stakeholder interviews, data audit, and capability mapping to define scope and success criteria.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2514" y="2837329"/>
            <a:ext cx="0" cy="73152"/>
          </a:xfrm>
          <a:prstGeom prst="line">
            <a:avLst/>
          </a:prstGeom>
          <a:ln w="1270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5938" y="2910481"/>
            <a:ext cx="73152" cy="12344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98" y="2910481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98" y="3139081"/>
            <a:ext cx="4341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Design solution architecture with AI integration points, data pipelines, and governance framework.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2514" y="4144921"/>
            <a:ext cx="0" cy="73152"/>
          </a:xfrm>
          <a:prstGeom prst="line">
            <a:avLst/>
          </a:prstGeom>
          <a:ln w="1270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5938" y="4218073"/>
            <a:ext cx="73152" cy="12344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98" y="4218073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Build &amp;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98" y="4446673"/>
            <a:ext cx="4341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Iterative development with weekly demos, automated testing, and performance benchmarking.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2514" y="5452513"/>
            <a:ext cx="0" cy="73152"/>
          </a:xfrm>
          <a:prstGeom prst="line">
            <a:avLst/>
          </a:prstGeom>
          <a:ln w="1270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938" y="5525665"/>
            <a:ext cx="73152" cy="12344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098" y="5525665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Deploy &amp; Operate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98" y="5754265"/>
            <a:ext cx="4341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Production rollout with monitoring dashboards, runbooks, and knowledge transfer to client teams.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138" y="1237129"/>
            <a:ext cx="64529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KEY OUTCOMES &amp; CHECKPOINTS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138" y="1602889"/>
            <a:ext cx="3189884" cy="166801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23138" y="1602889"/>
            <a:ext cx="73152" cy="166801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51738" y="1740049"/>
            <a:ext cx="27326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95%+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1738" y="2288689"/>
            <a:ext cx="2732684" cy="890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Test coverage on
critical paths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86174" y="1602889"/>
            <a:ext cx="3189884" cy="166801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86174" y="1602889"/>
            <a:ext cx="73152" cy="166801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774" y="1740049"/>
            <a:ext cx="27326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&lt; 2 wks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774" y="2288689"/>
            <a:ext cx="2732684" cy="890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Time to first
production deploy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23138" y="3344060"/>
            <a:ext cx="3189884" cy="166801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23138" y="3344060"/>
            <a:ext cx="73152" cy="166801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1738" y="3481220"/>
            <a:ext cx="27326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3x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1738" y="4029860"/>
            <a:ext cx="2732684" cy="890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Developer productivity
improvement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86174" y="3344060"/>
            <a:ext cx="3189884" cy="166801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86174" y="3344060"/>
            <a:ext cx="73152" cy="166801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774" y="3481220"/>
            <a:ext cx="27326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Zero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774" y="4029860"/>
            <a:ext cx="2732684" cy="890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Critical incidents
in first 90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3138" y="5222391"/>
            <a:ext cx="6452921" cy="1435609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23138" y="5222391"/>
            <a:ext cx="73152" cy="14356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51738" y="5359551"/>
            <a:ext cx="59957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NEXT STEP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1738" y="5588151"/>
            <a:ext cx="5995721" cy="886969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Schedule a 60-minute discovery workshop to map your current capabilities against the AI-readiness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