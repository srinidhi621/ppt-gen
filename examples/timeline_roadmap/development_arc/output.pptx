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05  |  AFTER ADMIT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Selection is 20%. The development arc is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11160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If we cannot protect the runway, we should not run the program. This is the failure mode that quietly kills these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538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PROTECTED RUNWAY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4538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4538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60% protected time. A real problem. A named sponsor. NOT on standard delivery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098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98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698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Requires written executive air cover. A Delivery VP will try to break this in week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1698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1698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0298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3–9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298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SHADOW + LEAD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10298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10298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Pair with a Principal Engineer on a real client engagement. Lead one workstream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8858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458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7458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Quarterly review on five anchored dimensions: framing, leverage, taste, ownership, teaching.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7459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7459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6059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9–18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6059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FORCE MULTIPLIER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6059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76059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Own a small team or a reusable practice asset — playbook, internal tool, eval harness.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4619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3219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3219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Promotion or off-ramp at month 18. Off-ramp to senior IC track is graduation, not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