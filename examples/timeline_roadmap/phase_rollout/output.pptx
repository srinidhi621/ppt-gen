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Four phases move the program from MVP to scale in 26 weeks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5228" y="2151529"/>
            <a:ext cx="8541542" cy="0"/>
          </a:xfrm>
          <a:prstGeom prst="line">
            <a:avLst/>
          </a:prstGeom>
          <a:ln w="1270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73768" y="1900069"/>
            <a:ext cx="502920" cy="50292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938" y="2540149"/>
            <a:ext cx="26185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6608" y="2979061"/>
            <a:ext cx="777240" cy="228600"/>
          </a:xfrm>
          <a:prstGeom prst="rect">
            <a:avLst/>
          </a:prstGeom>
          <a:solidFill>
            <a:srgbClr val="CC0066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6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938" y="3436261"/>
            <a:ext cx="2618580" cy="299313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098" y="3710581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1698" y="3573421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Stand up agentic core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098" y="4222645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698" y="4085485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Wire baseline telemetry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098" y="4734709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698" y="4597549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Set up engagement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0948" y="1900069"/>
            <a:ext cx="502920" cy="50292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3118" y="2540149"/>
            <a:ext cx="26185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3788" y="2979061"/>
            <a:ext cx="777240" cy="228600"/>
          </a:xfrm>
          <a:prstGeom prst="rect">
            <a:avLst/>
          </a:prstGeom>
          <a:solidFill>
            <a:srgbClr val="CC0066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8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3118" y="3436261"/>
            <a:ext cx="2618580" cy="299313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0278" y="3710581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8878" y="3573421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Showcase agent-human collaboration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278" y="4222645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8878" y="4085485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Land first business use case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278" y="4734709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8878" y="4597549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Run UAT with named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8128" y="1900069"/>
            <a:ext cx="502920" cy="50292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298" y="2540149"/>
            <a:ext cx="26185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0968" y="2979061"/>
            <a:ext cx="777240" cy="228600"/>
          </a:xfrm>
          <a:prstGeom prst="rect">
            <a:avLst/>
          </a:prstGeom>
          <a:solidFill>
            <a:srgbClr val="CC0066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6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0298" y="3436261"/>
            <a:ext cx="2618580" cy="299313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47458" y="3710581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6058" y="3573421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Expand to two more workflows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47458" y="4222645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6058" y="4085485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Add automation depth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7458" y="4734709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6058" y="4597549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Tighten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5308" y="1900069"/>
            <a:ext cx="502920" cy="50292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7478" y="2540149"/>
            <a:ext cx="26185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8148" y="2979061"/>
            <a:ext cx="777240" cy="228600"/>
          </a:xfrm>
          <a:prstGeom prst="rect">
            <a:avLst/>
          </a:prstGeom>
          <a:solidFill>
            <a:srgbClr val="CC0066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6 WEEKS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7478" y="3436261"/>
            <a:ext cx="2618580" cy="299313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94638" y="3710581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23238" y="3573421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Full production readiness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94638" y="4222645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23238" y="4085485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Dashboards for ongoing ops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94638" y="4734709"/>
            <a:ext cx="73152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23238" y="4597549"/>
            <a:ext cx="21156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Hand off to client SRE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