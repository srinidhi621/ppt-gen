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60960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18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8567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5181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Operating model and pod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