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02  |  PROGRAM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Two tracks. Small cohorts. On purpose.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938" y="1237129"/>
            <a:ext cx="1116012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1758A"/>
                </a:solidFill>
                <a:latin typeface="Inter"/>
              </a:rPr>
              <a:t>A 10x program with 200 admits is not a 10x program. We optimize for precision, not recall.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938" y="1785769"/>
            <a:ext cx="5511481" cy="450647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5938" y="1785769"/>
            <a:ext cx="5511481" cy="77724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4538" y="1922929"/>
            <a:ext cx="5054281" cy="36576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pace Grotesk"/>
              </a:rPr>
              <a:t>ASCENDER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538" y="2288689"/>
            <a:ext cx="5054281" cy="22860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Inter"/>
              </a:rPr>
              <a:t>0–2 yrs experience  |  external +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538" y="279160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COHORT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0458" y="2791609"/>
            <a:ext cx="317976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10–15 per cohort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538" y="388888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CADENCE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0458" y="3888889"/>
            <a:ext cx="317976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Twice yearly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538" y="498616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TEST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0458" y="4986169"/>
            <a:ext cx="317976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Decomposition under ambiguity. Taste in deciding what NOT to fix. Healthy AI use the candidate can defend line by 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4579" y="1785769"/>
            <a:ext cx="5511481" cy="450647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64579" y="1785769"/>
            <a:ext cx="5511481" cy="77724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3179" y="1922929"/>
            <a:ext cx="5054281" cy="36576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pace Grotesk"/>
              </a:rPr>
              <a:t>PRINCIPAL TRACK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3179" y="2288689"/>
            <a:ext cx="5054281" cy="22860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Inter"/>
              </a:rPr>
              <a:t>2–6 yrs experience  |  lateral + skip-level nomination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3179" y="279160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COHORT SIZE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39099" y="2791609"/>
            <a:ext cx="317976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10–15 per cohort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3179" y="388888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CADENCE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9099" y="3888889"/>
            <a:ext cx="317976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Twice yearly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179" y="498616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TEST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9099" y="4986169"/>
            <a:ext cx="317976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Sequencing and trade-off articulation. Resisting the urge to rewrite. Systems thinking, governance awareness, ability to teach.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938" y="6429400"/>
            <a:ext cx="111601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8567"/>
                </a:solidFill>
                <a:latin typeface="Inter"/>
              </a:rPr>
              <a:t>INTERNAL NOMINATIONS RUN FROM DAY ONE AND ENTER AT STAGE 2. HIGHEST-YIELD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