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5938" y="435852"/>
            <a:ext cx="137160" cy="1371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1678" y="435852"/>
            <a:ext cx="10885804" cy="153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04  |  WHERE THIS DIFFERS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710172"/>
            <a:ext cx="11160124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Space Grotesk"/>
              </a:rPr>
              <a:t>The two design decisions that determine whether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5938" y="1237129"/>
            <a:ext cx="55114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AI-USE RUBRIC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5938" y="1465729"/>
            <a:ext cx="55114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Scored explicitly. Without this, calibration collapses.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5938" y="1785769"/>
            <a:ext cx="1788392" cy="4872231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5938" y="1785769"/>
            <a:ext cx="1788392" cy="36576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538" y="1858921"/>
            <a:ext cx="1331192" cy="22860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HEALTHY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538" y="2288689"/>
            <a:ext cx="1331192" cy="4323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Used AI for boilerplate, scaffolding, tests. Verified outputs. Can explain every 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82" y="1785769"/>
            <a:ext cx="1788392" cy="4872231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82" y="1785769"/>
            <a:ext cx="1788392" cy="3657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82" y="1858921"/>
            <a:ext cx="1331192" cy="228600"/>
          </a:xfrm>
          <a:prstGeom prst="rect">
            <a:avLst/>
          </a:prstGeom>
          <a:solidFill>
            <a:srgbClr val="CC0066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OVER-RELIANCE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82" y="2288689"/>
            <a:ext cx="1331192" cy="4323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Cannot explain choices. Inconsistent style. Hallucinated comments. Tests don't match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39026" y="1785769"/>
            <a:ext cx="1788392" cy="4872231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9026" y="1785769"/>
            <a:ext cx="1788392" cy="365760"/>
          </a:xfrm>
          <a:prstGeom prst="rect">
            <a:avLst/>
          </a:prstGeom>
          <a:solidFill>
            <a:srgbClr val="717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7626" y="1858921"/>
            <a:ext cx="1331192" cy="228600"/>
          </a:xfrm>
          <a:prstGeom prst="rect">
            <a:avLst/>
          </a:prstGeom>
          <a:solidFill>
            <a:srgbClr val="71758A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Inter"/>
              </a:rPr>
              <a:t>AVOIDANCE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7626" y="2288689"/>
            <a:ext cx="1331192" cy="4323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Avoided AI in an AI-appropriate task. Slower with no quality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579" y="1237129"/>
            <a:ext cx="55114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BASE RATES PER TRACK PER CYCLE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4579" y="1465729"/>
            <a:ext cx="55114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If they want recall, this is the wrong program.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4579" y="1785769"/>
            <a:ext cx="2719164" cy="157530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4579" y="1785769"/>
            <a:ext cx="73152" cy="157530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3179" y="1922929"/>
            <a:ext cx="22619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1,500–15,000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179" y="2471569"/>
            <a:ext cx="22619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applicants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6895" y="1785769"/>
            <a:ext cx="2719164" cy="157530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6895" y="1785769"/>
            <a:ext cx="73152" cy="157530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5495" y="1922929"/>
            <a:ext cx="22619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~400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5495" y="2471569"/>
            <a:ext cx="22619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Stage 2 invitees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4579" y="3434230"/>
            <a:ext cx="2719164" cy="157530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79" y="3434230"/>
            <a:ext cx="73152" cy="157530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3179" y="3571390"/>
            <a:ext cx="22619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~50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3179" y="4120030"/>
            <a:ext cx="22619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Stage 3 invitees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56895" y="3434230"/>
            <a:ext cx="2719164" cy="157530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56895" y="3434230"/>
            <a:ext cx="73152" cy="157530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5495" y="3571390"/>
            <a:ext cx="22619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10–15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5495" y="4120030"/>
            <a:ext cx="22619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admits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64579" y="5082691"/>
            <a:ext cx="2719164" cy="157530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4579" y="5082691"/>
            <a:ext cx="73152" cy="157530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93179" y="5219851"/>
            <a:ext cx="22619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~6 hrs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93179" y="5768491"/>
            <a:ext cx="22619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reviewer cost / admit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56895" y="5082691"/>
            <a:ext cx="2719164" cy="157530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56895" y="5082691"/>
            <a:ext cx="73152" cy="157530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5495" y="5219851"/>
            <a:ext cx="22619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25%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5495" y="5768491"/>
            <a:ext cx="22619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false-positive tolerance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