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3.svg" ContentType="image/svg+xml"/>
  <Override PartName="/ppt/media/image15.svg" ContentType="image/svg+xml"/>
  <Override PartName="/ppt/media/image2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566"/>
    <a:srgbClr val="00FAC2"/>
    <a:srgbClr val="7161E2"/>
    <a:srgbClr val="E3056C"/>
    <a:srgbClr val="FFC000"/>
    <a:srgbClr val="7175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9"/>
    <p:restoredTop sz="94640"/>
  </p:normalViewPr>
  <p:slideViewPr>
    <p:cSldViewPr snapToGrid="0">
      <p:cViewPr varScale="1">
        <p:scale>
          <a:sx n="97" d="100"/>
          <a:sy n="97" d="100"/>
        </p:scale>
        <p:origin x="216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8B1E7C6-5578-E323-E837-9DDAEFD8D0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3661BF-C6F4-E225-58DD-9999B5D746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734DC5-EEDE-A04F-AA3F-D286758DCD52}" type="datetimeFigureOut">
              <a:rPr lang="en-US" smtClean="0">
                <a:latin typeface="Aptos" panose="020B0004020202020204" pitchFamily="34" charset="0"/>
              </a:rPr>
              <a:t>3/18/26</a:t>
            </a:fld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B00873-FF02-A808-9496-FD4FF0584FD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8D2097-5AEF-C76B-0B5C-3594D932D25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CECA31-F8FE-9746-8883-6AF975086AE4}" type="slidenum">
              <a:rPr lang="en-US" smtClean="0">
                <a:latin typeface="Aptos" panose="020B0004020202020204" pitchFamily="34" charset="0"/>
              </a:rPr>
              <a:t>‹#›</a:t>
            </a:fld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26175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AFD771B4-472F-9C43-8E1B-6B32F2DCB1DF}" type="datetimeFigureOut">
              <a:rPr lang="en-US" smtClean="0"/>
              <a:pPr/>
              <a:t>3/18/26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8759DC7E-E758-5842-B145-82C949C0E2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73693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image" Target="../media/image8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instagram.com/ascendionofficial/" TargetMode="External"/><Relationship Id="rId3" Type="http://schemas.openxmlformats.org/officeDocument/2006/relationships/image" Target="../media/image17.emf"/><Relationship Id="rId4" Type="http://schemas.openxmlformats.org/officeDocument/2006/relationships/hyperlink" Target="https://www.youtube.com/@ascendioninc" TargetMode="External"/><Relationship Id="rId5" Type="http://schemas.openxmlformats.org/officeDocument/2006/relationships/image" Target="../media/image18.emf"/><Relationship Id="rId6" Type="http://schemas.openxmlformats.org/officeDocument/2006/relationships/hyperlink" Target="https://www.linkedin.com/company/ascendion/" TargetMode="External"/><Relationship Id="rId7" Type="http://schemas.openxmlformats.org/officeDocument/2006/relationships/image" Target="../media/image19.emf"/><Relationship Id="rId8" Type="http://schemas.openxmlformats.org/officeDocument/2006/relationships/image" Target="../media/image20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instagram.com/ascendionofficial/" TargetMode="External"/><Relationship Id="rId3" Type="http://schemas.openxmlformats.org/officeDocument/2006/relationships/image" Target="../media/image17.emf"/><Relationship Id="rId4" Type="http://schemas.openxmlformats.org/officeDocument/2006/relationships/hyperlink" Target="https://www.youtube.com/@ascendioninc" TargetMode="External"/><Relationship Id="rId5" Type="http://schemas.openxmlformats.org/officeDocument/2006/relationships/image" Target="../media/image18.emf"/><Relationship Id="rId6" Type="http://schemas.openxmlformats.org/officeDocument/2006/relationships/hyperlink" Target="https://www.linkedin.com/company/ascendion/" TargetMode="External"/><Relationship Id="rId7" Type="http://schemas.openxmlformats.org/officeDocument/2006/relationships/image" Target="../media/image19.emf"/><Relationship Id="rId8" Type="http://schemas.openxmlformats.org/officeDocument/2006/relationships/image" Target="../media/image20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Imag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erson standing on a mountain with a green light behind it&#10;&#10;Description automatically generated">
            <a:extLst>
              <a:ext uri="{FF2B5EF4-FFF2-40B4-BE49-F238E27FC236}">
                <a16:creationId xmlns:a16="http://schemas.microsoft.com/office/drawing/2014/main" id="{61920412-0D2A-5CF7-3B96-4BEB83DAB6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417801"/>
            <a:ext cx="10642830" cy="191912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49" y="3429000"/>
            <a:ext cx="1064283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B1259AF-0A33-8090-B5CE-FA1916084C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55222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Image 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standing in a room with clouds in the sky&#10;&#10;Description automatically generated">
            <a:extLst>
              <a:ext uri="{FF2B5EF4-FFF2-40B4-BE49-F238E27FC236}">
                <a16:creationId xmlns:a16="http://schemas.microsoft.com/office/drawing/2014/main" id="{149F3D3C-32AF-0969-43BC-A90F2D1463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5084" b="28665"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417801"/>
            <a:ext cx="8686955" cy="191912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3429000"/>
            <a:ext cx="8686956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B1259AF-0A33-8090-B5CE-FA1916084C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F6A5CF2-3D3A-5893-6892-7243813438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779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C8D6301-82DA-9C18-68FC-4279A75663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  <p:sp>
        <p:nvSpPr>
          <p:cNvPr id="4" name="Title 1" descr="ph_title">
            <a:extLst>
              <a:ext uri="{FF2B5EF4-FFF2-40B4-BE49-F238E27FC236}">
                <a16:creationId xmlns:a16="http://schemas.microsoft.com/office/drawing/2014/main" id="{F02C194C-2167-463C-2D56-9EF334BEF1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 descr="ph_subtitle">
            <a:extLst>
              <a:ext uri="{FF2B5EF4-FFF2-40B4-BE49-F238E27FC236}">
                <a16:creationId xmlns:a16="http://schemas.microsoft.com/office/drawing/2014/main" id="{074F4C90-FB68-4591-7579-3DC050EF8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4" descr="ph_body">
            <a:extLst>
              <a:ext uri="{FF2B5EF4-FFF2-40B4-BE49-F238E27FC236}">
                <a16:creationId xmlns:a16="http://schemas.microsoft.com/office/drawing/2014/main" id="{A2EF5E5F-34DB-85E8-6CEC-189B4E724A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Placeholder 19" descr="ph_image">
            <a:extLst>
              <a:ext uri="{FF2B5EF4-FFF2-40B4-BE49-F238E27FC236}">
                <a16:creationId xmlns:a16="http://schemas.microsoft.com/office/drawing/2014/main" id="{B6261D19-82A3-363D-45DC-0106B0CD78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3" name="Graphic 18">
            <a:extLst>
              <a:ext uri="{FF2B5EF4-FFF2-40B4-BE49-F238E27FC236}">
                <a16:creationId xmlns:a16="http://schemas.microsoft.com/office/drawing/2014/main" id="{4B7FCB76-E73E-C251-CC58-12AA070753EC}"/>
              </a:ext>
            </a:extLst>
          </p:cNvPr>
          <p:cNvSpPr/>
          <p:nvPr userDrawn="1"/>
        </p:nvSpPr>
        <p:spPr>
          <a:xfrm>
            <a:off x="5667207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882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C8D6301-82DA-9C18-68FC-4279A75663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  <p:sp>
        <p:nvSpPr>
          <p:cNvPr id="4" name="Title 1" descr="ph_title">
            <a:extLst>
              <a:ext uri="{FF2B5EF4-FFF2-40B4-BE49-F238E27FC236}">
                <a16:creationId xmlns:a16="http://schemas.microsoft.com/office/drawing/2014/main" id="{F02C194C-2167-463C-2D56-9EF334BEF1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 descr="ph_subtitle">
            <a:extLst>
              <a:ext uri="{FF2B5EF4-FFF2-40B4-BE49-F238E27FC236}">
                <a16:creationId xmlns:a16="http://schemas.microsoft.com/office/drawing/2014/main" id="{074F4C90-FB68-4591-7579-3DC050EF8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4" descr="ph_body">
            <a:extLst>
              <a:ext uri="{FF2B5EF4-FFF2-40B4-BE49-F238E27FC236}">
                <a16:creationId xmlns:a16="http://schemas.microsoft.com/office/drawing/2014/main" id="{A2EF5E5F-34DB-85E8-6CEC-189B4E724A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Graphic 18">
            <a:extLst>
              <a:ext uri="{FF2B5EF4-FFF2-40B4-BE49-F238E27FC236}">
                <a16:creationId xmlns:a16="http://schemas.microsoft.com/office/drawing/2014/main" id="{16639386-FE2B-5711-3AAF-8DFBFA0C8D9F}"/>
              </a:ext>
            </a:extLst>
          </p:cNvPr>
          <p:cNvSpPr/>
          <p:nvPr userDrawn="1"/>
        </p:nvSpPr>
        <p:spPr>
          <a:xfrm>
            <a:off x="5665581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>
            <a:gsLst>
              <a:gs pos="65000">
                <a:srgbClr val="E3056C"/>
              </a:gs>
              <a:gs pos="0">
                <a:srgbClr val="7161E2"/>
              </a:gs>
            </a:gsLst>
            <a:lin ang="16200000" scaled="1"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Picture Placeholder 19" descr="ph_image">
            <a:extLst>
              <a:ext uri="{FF2B5EF4-FFF2-40B4-BE49-F238E27FC236}">
                <a16:creationId xmlns:a16="http://schemas.microsoft.com/office/drawing/2014/main" id="{817C9BEC-E90D-A7AD-005B-CA38EAEE52A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7811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33D92DE-0F3F-2D03-DDF8-4C4EB0E49B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19" descr="ph_image">
            <a:extLst>
              <a:ext uri="{FF2B5EF4-FFF2-40B4-BE49-F238E27FC236}">
                <a16:creationId xmlns:a16="http://schemas.microsoft.com/office/drawing/2014/main" id="{83BB4CDB-20E8-A359-A644-D16718FBF41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17" name="Graphic 18">
            <a:extLst>
              <a:ext uri="{FF2B5EF4-FFF2-40B4-BE49-F238E27FC236}">
                <a16:creationId xmlns:a16="http://schemas.microsoft.com/office/drawing/2014/main" id="{2D4F2CC3-7D44-B2CF-216D-9DEBE0760D76}"/>
              </a:ext>
            </a:extLst>
          </p:cNvPr>
          <p:cNvSpPr/>
          <p:nvPr userDrawn="1"/>
        </p:nvSpPr>
        <p:spPr>
          <a:xfrm>
            <a:off x="5687883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67000"/>
                </a:schemeClr>
              </a:gs>
              <a:gs pos="35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384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33D92DE-0F3F-2D03-DDF8-4C4EB0E49B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Graphic 18">
            <a:extLst>
              <a:ext uri="{FF2B5EF4-FFF2-40B4-BE49-F238E27FC236}">
                <a16:creationId xmlns:a16="http://schemas.microsoft.com/office/drawing/2014/main" id="{C74E8B8D-A279-23F3-EDF6-D144EECDB124}"/>
              </a:ext>
            </a:extLst>
          </p:cNvPr>
          <p:cNvSpPr/>
          <p:nvPr userDrawn="1"/>
        </p:nvSpPr>
        <p:spPr>
          <a:xfrm>
            <a:off x="5687883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0">
                <a:srgbClr val="FFC000"/>
              </a:gs>
              <a:gs pos="100000">
                <a:srgbClr val="E3056C"/>
              </a:gs>
            </a:gsLst>
            <a:lin ang="16200000" scaled="1"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Picture Placeholder 19" descr="ph_image">
            <a:extLst>
              <a:ext uri="{FF2B5EF4-FFF2-40B4-BE49-F238E27FC236}">
                <a16:creationId xmlns:a16="http://schemas.microsoft.com/office/drawing/2014/main" id="{DBA15F6C-07E6-7740-D821-F4877DED83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3421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298693"/>
            <a:ext cx="10401444" cy="100119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 descr="ph_body">
            <a:extLst>
              <a:ext uri="{FF2B5EF4-FFF2-40B4-BE49-F238E27FC236}">
                <a16:creationId xmlns:a16="http://schemas.microsoft.com/office/drawing/2014/main" id="{F4448EE4-2573-E7C2-4A68-4368352B1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488141"/>
            <a:ext cx="5368669" cy="507116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tx1"/>
                </a:solidFill>
              </a:defRPr>
            </a:lvl4pPr>
            <a:lvl5pPr marL="18288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E392B72E-8D58-C335-D150-E580FFE46F0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100000">
                <a:srgbClr val="7161E2"/>
              </a:gs>
              <a:gs pos="100000">
                <a:srgbClr val="7161E2"/>
              </a:gs>
              <a:gs pos="0">
                <a:srgbClr val="E3056C"/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C42BFD39-B3DF-6DA7-8890-ABEA1009988D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0">
                <a:srgbClr val="7161E2"/>
              </a:gs>
              <a:gs pos="100000">
                <a:srgbClr val="E3056C"/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490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95775"/>
            <a:ext cx="11160122" cy="92203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2" descr="ph_body">
            <a:extLst>
              <a:ext uri="{FF2B5EF4-FFF2-40B4-BE49-F238E27FC236}">
                <a16:creationId xmlns:a16="http://schemas.microsoft.com/office/drawing/2014/main" id="{A0EED260-7019-6FC1-01E9-9EE54D59D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506071"/>
            <a:ext cx="5368669" cy="4876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A16E386D-4835-4F4A-26AF-C5859D9EAA28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AA3953B6-756F-1907-7E27-B7318A10D91B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488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88EEA6FB-AB82-F055-EA96-3F095BDB087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0">
                <a:srgbClr val="E3056C"/>
              </a:gs>
              <a:gs pos="100000">
                <a:srgbClr val="7161E2"/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208EC45-4713-1306-B132-E393E9CD6EC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rgbClr val="E3056C"/>
              </a:gs>
              <a:gs pos="100000">
                <a:srgbClr val="7161E2"/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245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0B3F400E-4375-700E-8DA3-EA3F9D6E5FE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DCE876C8-FDB2-EEE5-7909-93C66A499FC5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5189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625" y="225659"/>
            <a:ext cx="11120438" cy="92345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">
            <a:extLst>
              <a:ext uri="{FF2B5EF4-FFF2-40B4-BE49-F238E27FC236}">
                <a16:creationId xmlns:a16="http://schemas.microsoft.com/office/drawing/2014/main" id="{27962594-0612-4734-B801-D3A8ACEC8A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5625" y="1362635"/>
            <a:ext cx="11120438" cy="480797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Graphic 24">
            <a:extLst>
              <a:ext uri="{FF2B5EF4-FFF2-40B4-BE49-F238E27FC236}">
                <a16:creationId xmlns:a16="http://schemas.microsoft.com/office/drawing/2014/main" id="{6E1E8192-4301-9E2C-0BEC-A3F968017D70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C7044421-654C-898B-E43A-07F00E6431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930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624" y="313765"/>
            <a:ext cx="11120437" cy="116541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">
            <a:extLst>
              <a:ext uri="{FF2B5EF4-FFF2-40B4-BE49-F238E27FC236}">
                <a16:creationId xmlns:a16="http://schemas.microsoft.com/office/drawing/2014/main" id="{FE12609B-87A5-4A8C-8929-D2EF2587289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5625" y="1712259"/>
            <a:ext cx="11120438" cy="44583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A4ED52AC-786A-9EB4-ACA6-3DAB9760DDC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DBEBBB57-01BB-8102-CF44-A499124F7BD8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5224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E4FE5361-3098-054A-438D-8AB161D58D31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5C7F047-7E30-8739-0750-842D1F0F3753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375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 - L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E4FE5361-3098-054A-438D-8AB161D58D31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5C7F047-7E30-8739-0750-842D1F0F3753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6380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C73EEC33-96D8-CAB2-73DA-5F1C1CCFBFE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546AD323-7E8F-681B-8C52-86DA37DAB2F7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4432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D64E704-FE42-FBB6-20FD-535A52E58B2C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">
            <a:extLst>
              <a:ext uri="{FF2B5EF4-FFF2-40B4-BE49-F238E27FC236}">
                <a16:creationId xmlns:a16="http://schemas.microsoft.com/office/drawing/2014/main" id="{00C3E987-87AD-8816-C3B4-CA4D2055644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C9AE4F7-E3C1-6E0B-E3AD-C8AEC8AA83BB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4530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5C10512-F623-9BF0-F18A-5DB178C96555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1E8DBC3C-505B-6EF3-7D64-798A287793B0}"/>
              </a:ext>
            </a:extLst>
          </p:cNvPr>
          <p:cNvSpPr/>
          <p:nvPr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10" descr="ph_image">
            <a:extLst>
              <a:ext uri="{FF2B5EF4-FFF2-40B4-BE49-F238E27FC236}">
                <a16:creationId xmlns:a16="http://schemas.microsoft.com/office/drawing/2014/main" id="{DEAAEB0A-E73D-CD84-4557-5A2E3548C9E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14204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2FE17D7-8501-F287-8F7B-C0B6EF822519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">
            <a:extLst>
              <a:ext uri="{FF2B5EF4-FFF2-40B4-BE49-F238E27FC236}">
                <a16:creationId xmlns:a16="http://schemas.microsoft.com/office/drawing/2014/main" id="{00C3E987-87AD-8816-C3B4-CA4D2055644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Graphic 15">
            <a:extLst>
              <a:ext uri="{FF2B5EF4-FFF2-40B4-BE49-F238E27FC236}">
                <a16:creationId xmlns:a16="http://schemas.microsoft.com/office/drawing/2014/main" id="{11131441-18C8-3B36-DBAA-443991C6E8D2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0729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9FBB0BF-ED6D-3DCE-A633-4829DDDDFFD0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Graphic 15">
            <a:extLst>
              <a:ext uri="{FF2B5EF4-FFF2-40B4-BE49-F238E27FC236}">
                <a16:creationId xmlns:a16="http://schemas.microsoft.com/office/drawing/2014/main" id="{48113BB6-D385-FA38-845D-825C6C6E95C5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10" descr="ph_image">
            <a:extLst>
              <a:ext uri="{FF2B5EF4-FFF2-40B4-BE49-F238E27FC236}">
                <a16:creationId xmlns:a16="http://schemas.microsoft.com/office/drawing/2014/main" id="{60172A92-006C-AD0B-8E2C-28F188AF49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10731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 descr="ph_title">
            <a:extLst>
              <a:ext uri="{FF2B5EF4-FFF2-40B4-BE49-F238E27FC236}">
                <a16:creationId xmlns:a16="http://schemas.microsoft.com/office/drawing/2014/main" id="{52062F48-588B-85E3-F8AE-E91C5864B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73735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body_left">
            <a:extLst>
              <a:ext uri="{FF2B5EF4-FFF2-40B4-BE49-F238E27FC236}">
                <a16:creationId xmlns:a16="http://schemas.microsoft.com/office/drawing/2014/main" id="{A611BBA6-9D53-141F-E542-580F8ED80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body_right">
            <a:extLst>
              <a:ext uri="{FF2B5EF4-FFF2-40B4-BE49-F238E27FC236}">
                <a16:creationId xmlns:a16="http://schemas.microsoft.com/office/drawing/2014/main" id="{DD4CC844-CCB4-F589-7428-48010A1EC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1102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6" descr="ph_image">
            <a:extLst>
              <a:ext uri="{FF2B5EF4-FFF2-40B4-BE49-F238E27FC236}">
                <a16:creationId xmlns:a16="http://schemas.microsoft.com/office/drawing/2014/main" id="{C4D61149-7027-7DA2-D194-EC6543F0B62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5938" y="1820312"/>
            <a:ext cx="11160125" cy="223032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6E1E31B-5FB5-93C1-D0C1-DC9E61A21BDE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36CAC580-65B3-BFBF-5453-A0D854BCD046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F75BB8-E513-DD9E-678E-6130839F0B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5996303" y="4163350"/>
            <a:ext cx="121146" cy="20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8347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 descr="ph_title">
            <a:extLst>
              <a:ext uri="{FF2B5EF4-FFF2-40B4-BE49-F238E27FC236}">
                <a16:creationId xmlns:a16="http://schemas.microsoft.com/office/drawing/2014/main" id="{52062F48-588B-85E3-F8AE-E91C5864B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body_left">
            <a:extLst>
              <a:ext uri="{FF2B5EF4-FFF2-40B4-BE49-F238E27FC236}">
                <a16:creationId xmlns:a16="http://schemas.microsoft.com/office/drawing/2014/main" id="{A611BBA6-9D53-141F-E542-580F8ED80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body_right">
            <a:extLst>
              <a:ext uri="{FF2B5EF4-FFF2-40B4-BE49-F238E27FC236}">
                <a16:creationId xmlns:a16="http://schemas.microsoft.com/office/drawing/2014/main" id="{DD4CC844-CCB4-F589-7428-48010A1EC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1102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6" descr="ph_image">
            <a:extLst>
              <a:ext uri="{FF2B5EF4-FFF2-40B4-BE49-F238E27FC236}">
                <a16:creationId xmlns:a16="http://schemas.microsoft.com/office/drawing/2014/main" id="{C4D61149-7027-7DA2-D194-EC6543F0B62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5938" y="1820312"/>
            <a:ext cx="11160125" cy="223032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9F582BBC-5537-4567-6D9E-6683385B4AD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EF58AC75-2292-3AAD-D48D-6BA2BC52000C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1076BC-F9B8-6A94-40BC-03AAEEF340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97754" y="4163349"/>
            <a:ext cx="132868" cy="20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2028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1"/>
            <a:ext cx="3503586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72473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1571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647041-080A-5891-BC5C-1E84522472FB}"/>
              </a:ext>
            </a:extLst>
          </p:cNvPr>
          <p:cNvSpPr/>
          <p:nvPr userDrawn="1"/>
        </p:nvSpPr>
        <p:spPr>
          <a:xfrm>
            <a:off x="0" y="2752726"/>
            <a:ext cx="12192000" cy="354806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94834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6305" y="3560130"/>
            <a:ext cx="3503586" cy="264477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354329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353132" y="356012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480D7A99-5A1A-2B5C-7EF1-262D389D23C6}"/>
              </a:ext>
            </a:extLst>
          </p:cNvPr>
          <p:cNvSpPr/>
          <p:nvPr userDrawn="1"/>
        </p:nvSpPr>
        <p:spPr>
          <a:xfrm>
            <a:off x="5263001" y="1535929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_center">
            <a:extLst>
              <a:ext uri="{FF2B5EF4-FFF2-40B4-BE49-F238E27FC236}">
                <a16:creationId xmlns:a16="http://schemas.microsoft.com/office/drawing/2014/main" id="{6122B51D-677F-57F3-3408-594B581F286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290216" y="1631810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B3FEFA6A-0657-A66A-6534-E378526E6CB8}"/>
              </a:ext>
            </a:extLst>
          </p:cNvPr>
          <p:cNvSpPr/>
          <p:nvPr userDrawn="1"/>
        </p:nvSpPr>
        <p:spPr>
          <a:xfrm>
            <a:off x="9168251" y="1535929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6" name="Picture Placeholder 10" descr="ph_image_right">
            <a:extLst>
              <a:ext uri="{FF2B5EF4-FFF2-40B4-BE49-F238E27FC236}">
                <a16:creationId xmlns:a16="http://schemas.microsoft.com/office/drawing/2014/main" id="{4A883661-25FC-D431-6FB1-5B3B533BD0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95466" y="1631810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971108D2-1E64-FE15-22CB-E7D9892EEB4D}"/>
              </a:ext>
            </a:extLst>
          </p:cNvPr>
          <p:cNvSpPr/>
          <p:nvPr userDrawn="1"/>
        </p:nvSpPr>
        <p:spPr>
          <a:xfrm>
            <a:off x="1061039" y="1469571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8" name="Picture Placeholder 10" descr="ph_image_left">
            <a:extLst>
              <a:ext uri="{FF2B5EF4-FFF2-40B4-BE49-F238E27FC236}">
                <a16:creationId xmlns:a16="http://schemas.microsoft.com/office/drawing/2014/main" id="{6C5FB1CA-7436-BAE4-06DC-E110760AED3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88254" y="1565452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443D1A4-05C4-BD03-71A2-5618DA9E7F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7026" y="2752726"/>
            <a:ext cx="104101" cy="34353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0CF010A-B803-4225-C413-6CA687384B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26738" y="2752726"/>
            <a:ext cx="104101" cy="343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2083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_left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3" descr="ph_body_right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72473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AA68F38D-B6C4-3B88-95C1-59C1B27B39BF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F4EBA784-E00B-BECF-7084-AC311AA95E06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2AD0442D-AC24-1DC7-3FBC-7DBD2E53DE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9641371">
            <a:off x="-130081" y="2710167"/>
            <a:ext cx="4053565" cy="274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4207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BD9FDC4E-A3B1-C0CA-5098-1EEE398DD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 descr="ph_col1">
            <a:extLst>
              <a:ext uri="{FF2B5EF4-FFF2-40B4-BE49-F238E27FC236}">
                <a16:creationId xmlns:a16="http://schemas.microsoft.com/office/drawing/2014/main" id="{8FA82F68-95E9-FC7A-BF04-AFB8D54C3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 descr="ph_col2">
            <a:extLst>
              <a:ext uri="{FF2B5EF4-FFF2-40B4-BE49-F238E27FC236}">
                <a16:creationId xmlns:a16="http://schemas.microsoft.com/office/drawing/2014/main" id="{E2B5120F-8E28-E3E6-6F05-96B9B0FA3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82540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 descr="ph_col3">
            <a:extLst>
              <a:ext uri="{FF2B5EF4-FFF2-40B4-BE49-F238E27FC236}">
                <a16:creationId xmlns:a16="http://schemas.microsoft.com/office/drawing/2014/main" id="{108C64B6-9750-E862-F817-C637084E22C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49141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 descr="ph_col4">
            <a:extLst>
              <a:ext uri="{FF2B5EF4-FFF2-40B4-BE49-F238E27FC236}">
                <a16:creationId xmlns:a16="http://schemas.microsoft.com/office/drawing/2014/main" id="{82BFF784-792A-5CE7-B9DD-E865F8438610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9115742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D22FFD3E-3C16-3012-B01D-95198755C35F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2128F145-CB52-E987-E3F9-A88A656E6E9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2827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BD9FDC4E-A3B1-C0CA-5098-1EEE398DD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116012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 descr="ph_col1">
            <a:extLst>
              <a:ext uri="{FF2B5EF4-FFF2-40B4-BE49-F238E27FC236}">
                <a16:creationId xmlns:a16="http://schemas.microsoft.com/office/drawing/2014/main" id="{8FA82F68-95E9-FC7A-BF04-AFB8D54C3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 descr="ph_col2">
            <a:extLst>
              <a:ext uri="{FF2B5EF4-FFF2-40B4-BE49-F238E27FC236}">
                <a16:creationId xmlns:a16="http://schemas.microsoft.com/office/drawing/2014/main" id="{E2B5120F-8E28-E3E6-6F05-96B9B0FA3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82540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 descr="ph_col3">
            <a:extLst>
              <a:ext uri="{FF2B5EF4-FFF2-40B4-BE49-F238E27FC236}">
                <a16:creationId xmlns:a16="http://schemas.microsoft.com/office/drawing/2014/main" id="{108C64B6-9750-E862-F817-C637084E22C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49141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 descr="ph_col4">
            <a:extLst>
              <a:ext uri="{FF2B5EF4-FFF2-40B4-BE49-F238E27FC236}">
                <a16:creationId xmlns:a16="http://schemas.microsoft.com/office/drawing/2014/main" id="{82BFF784-792A-5CE7-B9DD-E865F8438610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9115742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11F3FDF4-7DAF-07C7-73FA-5174C9F836E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149869D2-A8D0-1E69-1F78-9F4FAF8671E4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285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L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61E9142-038F-0204-9D10-F4ACBFE52843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58207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sp>
        <p:nvSpPr>
          <p:cNvPr id="8" name="Picture Placeholder 47" descr="ph_image">
            <a:extLst>
              <a:ext uri="{FF2B5EF4-FFF2-40B4-BE49-F238E27FC236}">
                <a16:creationId xmlns:a16="http://schemas.microsoft.com/office/drawing/2014/main" id="{78004D37-C7E0-B198-98DF-1D5CB04C780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4FE8E74-3542-5797-B638-1E57B2F0CC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738A07D-9B34-2C40-341E-67CC5A926F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11" name="Graphic 3">
            <a:extLst>
              <a:ext uri="{FF2B5EF4-FFF2-40B4-BE49-F238E27FC236}">
                <a16:creationId xmlns:a16="http://schemas.microsoft.com/office/drawing/2014/main" id="{FDC3924D-83B1-52C2-8E70-DE944E438931}"/>
              </a:ext>
            </a:extLst>
          </p:cNvPr>
          <p:cNvSpPr/>
          <p:nvPr userDrawn="1"/>
        </p:nvSpPr>
        <p:spPr>
          <a:xfrm>
            <a:off x="18663" y="6007347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>
            <a:gsLst>
              <a:gs pos="0">
                <a:srgbClr val="00FAC2"/>
              </a:gs>
              <a:gs pos="100000">
                <a:srgbClr val="008566"/>
              </a:gs>
              <a:gs pos="74000">
                <a:srgbClr val="008566"/>
              </a:gs>
            </a:gsLst>
            <a:lin ang="5400000" scaled="1"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9348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Ligh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AB3C52C-C603-7A07-FC49-E40DB25ED0EA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8" y="-67732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738A07D-9B34-2C40-341E-67CC5A926F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DA185B72-7A52-6AF9-9A73-CC5DC5AEBD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649E4E82-57C7-CB55-EC7A-DD23B41DC402}"/>
              </a:ext>
            </a:extLst>
          </p:cNvPr>
          <p:cNvSpPr/>
          <p:nvPr userDrawn="1"/>
        </p:nvSpPr>
        <p:spPr>
          <a:xfrm>
            <a:off x="18663" y="5997822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47" descr="ph_image">
            <a:extLst>
              <a:ext uri="{FF2B5EF4-FFF2-40B4-BE49-F238E27FC236}">
                <a16:creationId xmlns:a16="http://schemas.microsoft.com/office/drawing/2014/main" id="{D249FEF5-CCCD-7390-3EDD-6F7D3A11276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25969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Dark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4F3162B-6E5E-F160-A29C-6DFEF501AE7D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67732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sp>
        <p:nvSpPr>
          <p:cNvPr id="8" name="Picture Placeholder 47" descr="ph_image">
            <a:extLst>
              <a:ext uri="{FF2B5EF4-FFF2-40B4-BE49-F238E27FC236}">
                <a16:creationId xmlns:a16="http://schemas.microsoft.com/office/drawing/2014/main" id="{78004D37-C7E0-B198-98DF-1D5CB04C780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CFFD73-2036-4462-99DA-D1C0238963E7}"/>
              </a:ext>
            </a:extLst>
          </p:cNvPr>
          <p:cNvSpPr txBox="1"/>
          <p:nvPr userDrawn="1"/>
        </p:nvSpPr>
        <p:spPr>
          <a:xfrm>
            <a:off x="515937" y="6439098"/>
            <a:ext cx="2164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PP Neue Machina Plain Italic" pitchFamily="2" charset="77"/>
              </a:rPr>
              <a:t>Ascendion© 2023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206527E-77AF-4B8C-4036-56F45434A1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75C75878-87AF-E90C-0A95-F2723AE9A3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36365933-5BF7-CAA7-37F4-41F0051B1F6D}"/>
              </a:ext>
            </a:extLst>
          </p:cNvPr>
          <p:cNvSpPr/>
          <p:nvPr userDrawn="1"/>
        </p:nvSpPr>
        <p:spPr>
          <a:xfrm>
            <a:off x="18663" y="5997822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6078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Dark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4E3012E-2C2B-7BC9-8C2A-E5A140612BCE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58496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206527E-77AF-4B8C-4036-56F45434A1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5E94A64D-2A62-5ABC-2ED6-1029D5BA3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516DA219-216B-45AA-6C41-FD83F70206D9}"/>
              </a:ext>
            </a:extLst>
          </p:cNvPr>
          <p:cNvSpPr/>
          <p:nvPr userDrawn="1"/>
        </p:nvSpPr>
        <p:spPr>
          <a:xfrm>
            <a:off x="18663" y="6007347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47" descr="ph_image">
            <a:extLst>
              <a:ext uri="{FF2B5EF4-FFF2-40B4-BE49-F238E27FC236}">
                <a16:creationId xmlns:a16="http://schemas.microsoft.com/office/drawing/2014/main" id="{C826324C-545F-ED72-A437-082B2296455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32389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9" descr="ph_body">
            <a:extLst>
              <a:ext uri="{FF2B5EF4-FFF2-40B4-BE49-F238E27FC236}">
                <a16:creationId xmlns:a16="http://schemas.microsoft.com/office/drawing/2014/main" id="{408BA390-4F6A-B951-491F-D04965BA7F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7" y="428464"/>
            <a:ext cx="10237809" cy="594217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FCA649E-7DE1-BD3D-33B1-3D54E70B22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2" name="Graphic 24">
            <a:extLst>
              <a:ext uri="{FF2B5EF4-FFF2-40B4-BE49-F238E27FC236}">
                <a16:creationId xmlns:a16="http://schemas.microsoft.com/office/drawing/2014/main" id="{D6D0E9B6-A05B-A370-5216-4B46F78FC19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AE70869E-C13E-6F3E-EAE3-B061DD10F3C8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8598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A7F0B325-274F-9A79-E2B9-D4900128CE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7" y="428464"/>
            <a:ext cx="10237809" cy="594217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bg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0489D87-6BB8-3AF1-F1CA-6778DD8591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2" name="Graphic 24">
            <a:extLst>
              <a:ext uri="{FF2B5EF4-FFF2-40B4-BE49-F238E27FC236}">
                <a16:creationId xmlns:a16="http://schemas.microsoft.com/office/drawing/2014/main" id="{CAE1DCF4-3019-98C2-6664-5B91B3B881C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F839E0A6-5CE5-D462-F407-1C7A8ED7D9B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7053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de with logo a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 descr="ph_image_1">
            <a:extLst>
              <a:ext uri="{FF2B5EF4-FFF2-40B4-BE49-F238E27FC236}">
                <a16:creationId xmlns:a16="http://schemas.microsoft.com/office/drawing/2014/main" id="{CCABE89A-4DCD-3A08-F360-DBDDBE0644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43023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4" name="Picture Placeholder 2" descr="ph_image_4">
            <a:extLst>
              <a:ext uri="{FF2B5EF4-FFF2-40B4-BE49-F238E27FC236}">
                <a16:creationId xmlns:a16="http://schemas.microsoft.com/office/drawing/2014/main" id="{CBC69FCB-B6EE-0F97-7B10-35DDF50D8A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54405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5" name="Picture Placeholder 2" descr="ph_image_7">
            <a:extLst>
              <a:ext uri="{FF2B5EF4-FFF2-40B4-BE49-F238E27FC236}">
                <a16:creationId xmlns:a16="http://schemas.microsoft.com/office/drawing/2014/main" id="{5D6C41B2-C9D5-9715-47F8-7652C4AB84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165787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Picture Placeholder 2" descr="ph_image_10">
            <a:extLst>
              <a:ext uri="{FF2B5EF4-FFF2-40B4-BE49-F238E27FC236}">
                <a16:creationId xmlns:a16="http://schemas.microsoft.com/office/drawing/2014/main" id="{E422FFF8-11A8-1FAF-32BB-BA9DE5BC2FD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7716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7" name="Picture Placeholder 2" descr="ph_image_13">
            <a:extLst>
              <a:ext uri="{FF2B5EF4-FFF2-40B4-BE49-F238E27FC236}">
                <a16:creationId xmlns:a16="http://schemas.microsoft.com/office/drawing/2014/main" id="{BFF1CD55-D85D-DDEB-BB3C-7C18274510B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88551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8" name="Picture Placeholder 2" descr="ph_image_16">
            <a:extLst>
              <a:ext uri="{FF2B5EF4-FFF2-40B4-BE49-F238E27FC236}">
                <a16:creationId xmlns:a16="http://schemas.microsoft.com/office/drawing/2014/main" id="{B35BCFDC-A7BA-DB0C-00EF-A8B3EB2FD7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99933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9" name="Picture Placeholder 2" descr="ph_image_19">
            <a:extLst>
              <a:ext uri="{FF2B5EF4-FFF2-40B4-BE49-F238E27FC236}">
                <a16:creationId xmlns:a16="http://schemas.microsoft.com/office/drawing/2014/main" id="{2D0BA068-EA8B-A188-1809-129AAAF8AE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211315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0" name="Picture Placeholder 2" descr="ph_image_22">
            <a:extLst>
              <a:ext uri="{FF2B5EF4-FFF2-40B4-BE49-F238E27FC236}">
                <a16:creationId xmlns:a16="http://schemas.microsoft.com/office/drawing/2014/main" id="{97AE27C7-10E8-5D0A-4CAC-093091295A5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222697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1" name="Picture Placeholder 2" descr="ph_image_25">
            <a:extLst>
              <a:ext uri="{FF2B5EF4-FFF2-40B4-BE49-F238E27FC236}">
                <a16:creationId xmlns:a16="http://schemas.microsoft.com/office/drawing/2014/main" id="{ADD5ED4B-C005-5FC7-5B66-B67F31D949F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23407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2" name="Picture Placeholder 2" descr="ph_image_28">
            <a:extLst>
              <a:ext uri="{FF2B5EF4-FFF2-40B4-BE49-F238E27FC236}">
                <a16:creationId xmlns:a16="http://schemas.microsoft.com/office/drawing/2014/main" id="{4E05A8FF-3283-C72E-5453-CCC22BA7DF0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24545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3" name="Picture Placeholder 2" descr="ph_image_2">
            <a:extLst>
              <a:ext uri="{FF2B5EF4-FFF2-40B4-BE49-F238E27FC236}">
                <a16:creationId xmlns:a16="http://schemas.microsoft.com/office/drawing/2014/main" id="{9B5412C4-6ABF-334D-7337-D45F72B31D2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143023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4" name="Picture Placeholder 2" descr="ph_image_5">
            <a:extLst>
              <a:ext uri="{FF2B5EF4-FFF2-40B4-BE49-F238E27FC236}">
                <a16:creationId xmlns:a16="http://schemas.microsoft.com/office/drawing/2014/main" id="{A3903E87-88BE-ABA1-8E9D-B4965559B2C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154405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5" name="Picture Placeholder 2" descr="ph_image_8">
            <a:extLst>
              <a:ext uri="{FF2B5EF4-FFF2-40B4-BE49-F238E27FC236}">
                <a16:creationId xmlns:a16="http://schemas.microsoft.com/office/drawing/2014/main" id="{813CD308-68FF-A999-19DD-634C516F89E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165787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6" name="Picture Placeholder 2" descr="ph_image_11">
            <a:extLst>
              <a:ext uri="{FF2B5EF4-FFF2-40B4-BE49-F238E27FC236}">
                <a16:creationId xmlns:a16="http://schemas.microsoft.com/office/drawing/2014/main" id="{544B2EF2-F98E-60C1-CF73-66C68921CC8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17716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7" name="Picture Placeholder 2" descr="ph_image_14">
            <a:extLst>
              <a:ext uri="{FF2B5EF4-FFF2-40B4-BE49-F238E27FC236}">
                <a16:creationId xmlns:a16="http://schemas.microsoft.com/office/drawing/2014/main" id="{EF35E500-B40C-731B-F160-646A4E4096E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88551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2" name="Picture Placeholder 2" descr="ph_image_17">
            <a:extLst>
              <a:ext uri="{FF2B5EF4-FFF2-40B4-BE49-F238E27FC236}">
                <a16:creationId xmlns:a16="http://schemas.microsoft.com/office/drawing/2014/main" id="{C40576C6-8178-6534-18F2-8538E221D60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99933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3" name="Picture Placeholder 2" descr="ph_image_20">
            <a:extLst>
              <a:ext uri="{FF2B5EF4-FFF2-40B4-BE49-F238E27FC236}">
                <a16:creationId xmlns:a16="http://schemas.microsoft.com/office/drawing/2014/main" id="{AD9496EA-0470-FB29-CDD5-F6E48214DB0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211315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4" name="Picture Placeholder 2" descr="ph_image_23">
            <a:extLst>
              <a:ext uri="{FF2B5EF4-FFF2-40B4-BE49-F238E27FC236}">
                <a16:creationId xmlns:a16="http://schemas.microsoft.com/office/drawing/2014/main" id="{88D9A9B2-8B65-E4F4-8417-58309B0510A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222697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5" name="Picture Placeholder 2" descr="ph_image_26">
            <a:extLst>
              <a:ext uri="{FF2B5EF4-FFF2-40B4-BE49-F238E27FC236}">
                <a16:creationId xmlns:a16="http://schemas.microsoft.com/office/drawing/2014/main" id="{A68EAFA6-9A39-E5F2-2C60-69021D6C01C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23407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6" name="Picture Placeholder 2" descr="ph_image_29">
            <a:extLst>
              <a:ext uri="{FF2B5EF4-FFF2-40B4-BE49-F238E27FC236}">
                <a16:creationId xmlns:a16="http://schemas.microsoft.com/office/drawing/2014/main" id="{05C09156-4CED-2208-EB2C-7A3FBEB9A04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4545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7" name="Picture Placeholder 2" descr="ph_image_3">
            <a:extLst>
              <a:ext uri="{FF2B5EF4-FFF2-40B4-BE49-F238E27FC236}">
                <a16:creationId xmlns:a16="http://schemas.microsoft.com/office/drawing/2014/main" id="{09D9452F-6C66-AD51-CF30-5CC0A15F86E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156878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8" name="Picture Placeholder 2" descr="ph_image_6">
            <a:extLst>
              <a:ext uri="{FF2B5EF4-FFF2-40B4-BE49-F238E27FC236}">
                <a16:creationId xmlns:a16="http://schemas.microsoft.com/office/drawing/2014/main" id="{7D50050F-0DD0-7A0E-6197-0C4E8EFAF7D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2168260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9" name="Picture Placeholder 2" descr="ph_image_9">
            <a:extLst>
              <a:ext uri="{FF2B5EF4-FFF2-40B4-BE49-F238E27FC236}">
                <a16:creationId xmlns:a16="http://schemas.microsoft.com/office/drawing/2014/main" id="{459806BF-8A6A-042D-6D9B-73644467F3E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3179642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0" name="Picture Placeholder 2" descr="ph_image_12">
            <a:extLst>
              <a:ext uri="{FF2B5EF4-FFF2-40B4-BE49-F238E27FC236}">
                <a16:creationId xmlns:a16="http://schemas.microsoft.com/office/drawing/2014/main" id="{40485814-37EE-542B-DC21-18BB842798EF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19102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1" name="Picture Placeholder 2" descr="ph_image_15">
            <a:extLst>
              <a:ext uri="{FF2B5EF4-FFF2-40B4-BE49-F238E27FC236}">
                <a16:creationId xmlns:a16="http://schemas.microsoft.com/office/drawing/2014/main" id="{1DC128D0-29F0-94C1-DEA8-5433F2802AE5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202406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2" name="Picture Placeholder 2" descr="ph_image_18">
            <a:extLst>
              <a:ext uri="{FF2B5EF4-FFF2-40B4-BE49-F238E27FC236}">
                <a16:creationId xmlns:a16="http://schemas.microsoft.com/office/drawing/2014/main" id="{7340B07C-B799-2E7A-E48D-8862005B62D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213788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3" name="Picture Placeholder 2" descr="ph_image_21">
            <a:extLst>
              <a:ext uri="{FF2B5EF4-FFF2-40B4-BE49-F238E27FC236}">
                <a16:creationId xmlns:a16="http://schemas.microsoft.com/office/drawing/2014/main" id="{5B883DDA-943E-3560-048D-76A1F9F393AE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7225170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4" name="Picture Placeholder 2" descr="ph_image_24">
            <a:extLst>
              <a:ext uri="{FF2B5EF4-FFF2-40B4-BE49-F238E27FC236}">
                <a16:creationId xmlns:a16="http://schemas.microsoft.com/office/drawing/2014/main" id="{FAE15F83-05D8-A35F-5D7E-46BFC808306D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236552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5" name="Picture Placeholder 2" descr="ph_image_27">
            <a:extLst>
              <a:ext uri="{FF2B5EF4-FFF2-40B4-BE49-F238E27FC236}">
                <a16:creationId xmlns:a16="http://schemas.microsoft.com/office/drawing/2014/main" id="{20949296-3209-7548-ECB3-40CEE1759B50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924793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6" name="Picture Placeholder 2" descr="ph_image_30">
            <a:extLst>
              <a:ext uri="{FF2B5EF4-FFF2-40B4-BE49-F238E27FC236}">
                <a16:creationId xmlns:a16="http://schemas.microsoft.com/office/drawing/2014/main" id="{0878085A-B695-0ACE-ED86-DE6F934FD6F5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025931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7" name="Graphic 24">
            <a:extLst>
              <a:ext uri="{FF2B5EF4-FFF2-40B4-BE49-F238E27FC236}">
                <a16:creationId xmlns:a16="http://schemas.microsoft.com/office/drawing/2014/main" id="{AA75F3CF-EEE6-869D-15A6-6F7531E16CB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8" name="Graphic 26">
            <a:extLst>
              <a:ext uri="{FF2B5EF4-FFF2-40B4-BE49-F238E27FC236}">
                <a16:creationId xmlns:a16="http://schemas.microsoft.com/office/drawing/2014/main" id="{8A1AF0F9-8322-32EB-CF9F-EBF925FA98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06730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e white with edges and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raphic 24">
            <a:extLst>
              <a:ext uri="{FF2B5EF4-FFF2-40B4-BE49-F238E27FC236}">
                <a16:creationId xmlns:a16="http://schemas.microsoft.com/office/drawing/2014/main" id="{AA75F3CF-EEE6-869D-15A6-6F7531E16CB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8" name="Graphic 26">
            <a:extLst>
              <a:ext uri="{FF2B5EF4-FFF2-40B4-BE49-F238E27FC236}">
                <a16:creationId xmlns:a16="http://schemas.microsoft.com/office/drawing/2014/main" id="{8A1AF0F9-8322-32EB-CF9F-EBF925FA98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338061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e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4484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0" y="513567"/>
            <a:ext cx="10642830" cy="2823358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49" y="3429000"/>
            <a:ext cx="10642831" cy="16557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8" name="Text Placeholder 4" descr="ph_body">
            <a:extLst>
              <a:ext uri="{FF2B5EF4-FFF2-40B4-BE49-F238E27FC236}">
                <a16:creationId xmlns:a16="http://schemas.microsoft.com/office/drawing/2014/main" id="{E12B2A4C-F3BE-C21A-6BD9-9D3AA5A27E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57220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036927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ly Titl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15686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ly Title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27847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277601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TH Statem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A7F0B325-274F-9A79-E2B9-D4900128CE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2963" y="2428874"/>
            <a:ext cx="7627938" cy="316071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bg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2FCB8B5F-11AF-C85A-FD8A-5DA39C0546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23875" y="-742950"/>
            <a:ext cx="6734175" cy="3787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6209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ilerPlat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0C98451-5990-C44E-5DCE-3E236536D33D}"/>
              </a:ext>
            </a:extLst>
          </p:cNvPr>
          <p:cNvSpPr/>
          <p:nvPr userDrawn="1"/>
        </p:nvSpPr>
        <p:spPr>
          <a:xfrm>
            <a:off x="0" y="6381750"/>
            <a:ext cx="11807208" cy="4590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Text Placeholder 9" descr="ph_body">
            <a:extLst>
              <a:ext uri="{FF2B5EF4-FFF2-40B4-BE49-F238E27FC236}">
                <a16:creationId xmlns:a16="http://schemas.microsoft.com/office/drawing/2014/main" id="{FC065D4E-EDEC-427C-B991-4C6422332E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954" y="1803585"/>
            <a:ext cx="5647046" cy="201917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924A56-70EA-D7A2-13B4-B30E7DA931C6}"/>
              </a:ext>
            </a:extLst>
          </p:cNvPr>
          <p:cNvSpPr txBox="1"/>
          <p:nvPr userDrawn="1"/>
        </p:nvSpPr>
        <p:spPr>
          <a:xfrm>
            <a:off x="384792" y="6287824"/>
            <a:ext cx="6023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2025 Ascendion. All Rights Reserved.</a:t>
            </a:r>
            <a:endParaRPr lang="en-US" sz="1400" b="0" i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348A15-DDEE-E2BA-99E5-7B917E787DFB}"/>
              </a:ext>
            </a:extLst>
          </p:cNvPr>
          <p:cNvSpPr txBox="1"/>
          <p:nvPr userDrawn="1"/>
        </p:nvSpPr>
        <p:spPr>
          <a:xfrm>
            <a:off x="384792" y="4970877"/>
            <a:ext cx="6023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err="1">
                <a:solidFill>
                  <a:schemeClr val="tx1"/>
                </a:solidFill>
                <a:effectLst/>
                <a:latin typeface="PP Neue Machina Plain" pitchFamily="2" charset="77"/>
              </a:rPr>
              <a:t>ascendion.com</a:t>
            </a:r>
            <a:endParaRPr lang="en-US" sz="2000" b="0" i="0">
              <a:solidFill>
                <a:schemeClr val="tx1"/>
              </a:solidFill>
              <a:latin typeface="PP Neue Machina Plain" pitchFamily="2" charset="77"/>
            </a:endParaRPr>
          </a:p>
        </p:txBody>
      </p:sp>
      <p:pic>
        <p:nvPicPr>
          <p:cNvPr id="17" name="Picture 17">
            <a:hlinkClick r:id="rId2"/>
            <a:extLst>
              <a:ext uri="{FF2B5EF4-FFF2-40B4-BE49-F238E27FC236}">
                <a16:creationId xmlns:a16="http://schemas.microsoft.com/office/drawing/2014/main" id="{E2C1606F-8517-4E8C-F7D8-61592F8E60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1678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8">
            <a:hlinkClick r:id="rId4"/>
            <a:extLst>
              <a:ext uri="{FF2B5EF4-FFF2-40B4-BE49-F238E27FC236}">
                <a16:creationId xmlns:a16="http://schemas.microsoft.com/office/drawing/2014/main" id="{E24421AE-571C-3A99-23B6-429987C0D5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54402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3">
            <a:hlinkClick r:id="rId6"/>
            <a:extLst>
              <a:ext uri="{FF2B5EF4-FFF2-40B4-BE49-F238E27FC236}">
                <a16:creationId xmlns:a16="http://schemas.microsoft.com/office/drawing/2014/main" id="{B7A99244-806E-977D-04AA-556DB0FDFC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8954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person jumping in the air with an umbrella&#10;&#10;Description automatically generated">
            <a:extLst>
              <a:ext uri="{FF2B5EF4-FFF2-40B4-BE49-F238E27FC236}">
                <a16:creationId xmlns:a16="http://schemas.microsoft.com/office/drawing/2014/main" id="{D2773828-7EE1-02F7-CC18-DE5B20293CB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9624" y="682846"/>
            <a:ext cx="5326876" cy="549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6971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ilerPlat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8AF3F13-6644-8411-E482-C0FF8712ED74}"/>
              </a:ext>
            </a:extLst>
          </p:cNvPr>
          <p:cNvSpPr/>
          <p:nvPr userDrawn="1"/>
        </p:nvSpPr>
        <p:spPr>
          <a:xfrm>
            <a:off x="0" y="6381750"/>
            <a:ext cx="11807208" cy="4590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0" name="Picture 17">
            <a:hlinkClick r:id="rId2"/>
            <a:extLst>
              <a:ext uri="{FF2B5EF4-FFF2-40B4-BE49-F238E27FC236}">
                <a16:creationId xmlns:a16="http://schemas.microsoft.com/office/drawing/2014/main" id="{16BFEDB8-932E-BC5F-6BE9-960E80D11A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64803" y="5613041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8">
            <a:hlinkClick r:id="rId4"/>
            <a:extLst>
              <a:ext uri="{FF2B5EF4-FFF2-40B4-BE49-F238E27FC236}">
                <a16:creationId xmlns:a16="http://schemas.microsoft.com/office/drawing/2014/main" id="{428B4B88-8FFE-F941-BC83-1DA3C09652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36960" y="5623493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3">
            <a:hlinkClick r:id="rId6"/>
            <a:extLst>
              <a:ext uri="{FF2B5EF4-FFF2-40B4-BE49-F238E27FC236}">
                <a16:creationId xmlns:a16="http://schemas.microsoft.com/office/drawing/2014/main" id="{7597A80A-DE1F-6D7F-7228-3EE9A798597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5300" y="5623493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72B4EA3-7C98-73B5-DC4B-A5518652E0DD}"/>
              </a:ext>
            </a:extLst>
          </p:cNvPr>
          <p:cNvSpPr txBox="1"/>
          <p:nvPr userDrawn="1"/>
        </p:nvSpPr>
        <p:spPr>
          <a:xfrm>
            <a:off x="384792" y="6287824"/>
            <a:ext cx="6023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2025 Ascendion. All Rights Reserved.</a:t>
            </a:r>
            <a:endParaRPr lang="en-US" sz="1400" b="0" i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F2E07A-B41B-F808-72B4-AD45F6B3E9E6}"/>
              </a:ext>
            </a:extLst>
          </p:cNvPr>
          <p:cNvSpPr txBox="1"/>
          <p:nvPr userDrawn="1"/>
        </p:nvSpPr>
        <p:spPr>
          <a:xfrm>
            <a:off x="384792" y="4970877"/>
            <a:ext cx="6023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err="1">
                <a:solidFill>
                  <a:schemeClr val="tx1"/>
                </a:solidFill>
                <a:effectLst/>
                <a:latin typeface="PP Neue Machina Plain" pitchFamily="2" charset="77"/>
              </a:rPr>
              <a:t>ascendion.com</a:t>
            </a:r>
            <a:endParaRPr lang="en-US" sz="2000" b="0" i="0">
              <a:solidFill>
                <a:schemeClr val="tx1"/>
              </a:solidFill>
              <a:latin typeface="PP Neue Machina Plain" pitchFamily="2" charset="77"/>
            </a:endParaRPr>
          </a:p>
        </p:txBody>
      </p:sp>
      <p:pic>
        <p:nvPicPr>
          <p:cNvPr id="5" name="Picture 4" descr="A person jumping in the air with an umbrella&#10;&#10;Description automatically generated">
            <a:extLst>
              <a:ext uri="{FF2B5EF4-FFF2-40B4-BE49-F238E27FC236}">
                <a16:creationId xmlns:a16="http://schemas.microsoft.com/office/drawing/2014/main" id="{8719FF3F-B5D4-26B1-CF91-D2A914D626A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9624" y="682846"/>
            <a:ext cx="5326876" cy="5492307"/>
          </a:xfrm>
          <a:prstGeom prst="rect">
            <a:avLst/>
          </a:prstGeom>
        </p:spPr>
      </p:pic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6AA5DFB2-7C97-4484-9ABC-6C9CB40C99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954" y="1803585"/>
            <a:ext cx="5647046" cy="201917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3043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ree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647041-080A-5891-BC5C-1E84522472FB}"/>
              </a:ext>
            </a:extLst>
          </p:cNvPr>
          <p:cNvSpPr/>
          <p:nvPr userDrawn="1"/>
        </p:nvSpPr>
        <p:spPr>
          <a:xfrm>
            <a:off x="0" y="1683026"/>
            <a:ext cx="12192000" cy="479728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94834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6305" y="3560130"/>
            <a:ext cx="3503586" cy="264477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354329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353132" y="356012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8" name="Picture Placeholder 10" descr="ph_image_left">
            <a:extLst>
              <a:ext uri="{FF2B5EF4-FFF2-40B4-BE49-F238E27FC236}">
                <a16:creationId xmlns:a16="http://schemas.microsoft.com/office/drawing/2014/main" id="{6C5FB1CA-7436-BAE4-06DC-E110760AED3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28385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443D1A4-05C4-BD03-71A2-5618DA9E7F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7026" y="2752726"/>
            <a:ext cx="104101" cy="34353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0CF010A-B803-4225-C413-6CA687384B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26738" y="2752726"/>
            <a:ext cx="104101" cy="3435348"/>
          </a:xfrm>
          <a:prstGeom prst="rect">
            <a:avLst/>
          </a:prstGeom>
        </p:spPr>
      </p:pic>
      <p:sp>
        <p:nvSpPr>
          <p:cNvPr id="9" name="Picture Placeholder 10" descr="ph_image_center">
            <a:extLst>
              <a:ext uri="{FF2B5EF4-FFF2-40B4-BE49-F238E27FC236}">
                <a16:creationId xmlns:a16="http://schemas.microsoft.com/office/drawing/2014/main" id="{4DA4262F-8D3A-051F-CCA0-0733910362D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38779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10" descr="ph_image_right">
            <a:extLst>
              <a:ext uri="{FF2B5EF4-FFF2-40B4-BE49-F238E27FC236}">
                <a16:creationId xmlns:a16="http://schemas.microsoft.com/office/drawing/2014/main" id="{34181C6A-17BF-643B-780B-060DE3FE6F9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9173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06073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eader Only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0B3F400E-4375-700E-8DA3-EA3F9D6E5FE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DCE876C8-FDB2-EEE5-7909-93C66A499FC5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343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+Content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89467"/>
            <a:ext cx="11170180" cy="9652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 descr="ph_body">
            <a:extLst>
              <a:ext uri="{FF2B5EF4-FFF2-40B4-BE49-F238E27FC236}">
                <a16:creationId xmlns:a16="http://schemas.microsoft.com/office/drawing/2014/main" id="{A1949B20-CE4F-2CE3-7EBD-9F382E2320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5884" y="1604434"/>
            <a:ext cx="11159067" cy="4627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7955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theme" Target="../theme/theme1.xml"/><Relationship Id="rId48" Type="http://schemas.openxmlformats.org/officeDocument/2006/relationships/image" Target="../media/image1.png"/><Relationship Id="rId49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A2C381-613C-35D5-B071-866A31D29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6248D-B3A3-056F-8479-0D6380B8D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384449"/>
            <a:ext cx="11160123" cy="509567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3EA4FE-224E-754B-C5C7-AAE3298FC2E6}"/>
              </a:ext>
            </a:extLst>
          </p:cNvPr>
          <p:cNvSpPr/>
          <p:nvPr userDrawn="1"/>
        </p:nvSpPr>
        <p:spPr>
          <a:xfrm>
            <a:off x="12701832" y="1762646"/>
            <a:ext cx="238314" cy="620713"/>
          </a:xfrm>
          <a:prstGeom prst="rect">
            <a:avLst/>
          </a:prstGeom>
          <a:solidFill>
            <a:srgbClr val="00FA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solidFill>
                <a:srgbClr val="00FAC2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5364ED-621D-498B-F7BC-2B9283C220A1}"/>
              </a:ext>
            </a:extLst>
          </p:cNvPr>
          <p:cNvSpPr/>
          <p:nvPr userDrawn="1"/>
        </p:nvSpPr>
        <p:spPr>
          <a:xfrm>
            <a:off x="12701832" y="2378596"/>
            <a:ext cx="238314" cy="620712"/>
          </a:xfrm>
          <a:prstGeom prst="rect">
            <a:avLst/>
          </a:prstGeom>
          <a:solidFill>
            <a:srgbClr val="008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FEF31F-FBEA-6060-FBBD-E49E040FE0BB}"/>
              </a:ext>
            </a:extLst>
          </p:cNvPr>
          <p:cNvSpPr/>
          <p:nvPr userDrawn="1"/>
        </p:nvSpPr>
        <p:spPr>
          <a:xfrm>
            <a:off x="12701832" y="2999308"/>
            <a:ext cx="238314" cy="6223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D787EA-2FDE-95C3-725A-26F76318902D}"/>
              </a:ext>
            </a:extLst>
          </p:cNvPr>
          <p:cNvSpPr/>
          <p:nvPr userDrawn="1"/>
        </p:nvSpPr>
        <p:spPr>
          <a:xfrm>
            <a:off x="12701832" y="4858271"/>
            <a:ext cx="238314" cy="622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C33DDB-494B-AFAE-F49E-44F1032E1EF1}"/>
              </a:ext>
            </a:extLst>
          </p:cNvPr>
          <p:cNvSpPr/>
          <p:nvPr userDrawn="1"/>
        </p:nvSpPr>
        <p:spPr>
          <a:xfrm>
            <a:off x="12701832" y="4240733"/>
            <a:ext cx="238314" cy="620713"/>
          </a:xfrm>
          <a:prstGeom prst="rect">
            <a:avLst/>
          </a:prstGeom>
          <a:solidFill>
            <a:srgbClr val="E305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39A4CD-76D5-64BC-96BB-071DE98ABBD3}"/>
              </a:ext>
            </a:extLst>
          </p:cNvPr>
          <p:cNvSpPr/>
          <p:nvPr userDrawn="1"/>
        </p:nvSpPr>
        <p:spPr>
          <a:xfrm>
            <a:off x="12701832" y="3621608"/>
            <a:ext cx="238314" cy="620713"/>
          </a:xfrm>
          <a:prstGeom prst="rect">
            <a:avLst/>
          </a:prstGeom>
          <a:solidFill>
            <a:srgbClr val="7161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6E631A-B79A-09C5-1CFD-8CCB5D4C02F5}"/>
              </a:ext>
            </a:extLst>
          </p:cNvPr>
          <p:cNvSpPr/>
          <p:nvPr userDrawn="1"/>
        </p:nvSpPr>
        <p:spPr>
          <a:xfrm>
            <a:off x="12701832" y="5477396"/>
            <a:ext cx="238314" cy="622300"/>
          </a:xfrm>
          <a:prstGeom prst="rect">
            <a:avLst/>
          </a:prstGeom>
          <a:solidFill>
            <a:srgbClr val="7175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8C93A1-4EF0-91AA-5D59-0C72A2ECF1D7}"/>
              </a:ext>
            </a:extLst>
          </p:cNvPr>
          <p:cNvSpPr/>
          <p:nvPr userDrawn="1"/>
        </p:nvSpPr>
        <p:spPr>
          <a:xfrm>
            <a:off x="12706348" y="522809"/>
            <a:ext cx="238314" cy="6207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615AC-3AD6-7115-50C8-E1AAC841E1C9}"/>
              </a:ext>
            </a:extLst>
          </p:cNvPr>
          <p:cNvSpPr/>
          <p:nvPr userDrawn="1"/>
        </p:nvSpPr>
        <p:spPr>
          <a:xfrm>
            <a:off x="12697017" y="1138759"/>
            <a:ext cx="238314" cy="62071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solidFill>
                <a:sysClr val="windowText" lastClr="000000"/>
              </a:solidFill>
              <a:latin typeface="Aptos" panose="020B0004020202020204" pitchFamily="34" charset="0"/>
            </a:endParaRPr>
          </a:p>
        </p:txBody>
      </p:sp>
      <p:grpSp>
        <p:nvGrpSpPr>
          <p:cNvPr id="13" name="Graphic 4">
            <a:extLst>
              <a:ext uri="{FF2B5EF4-FFF2-40B4-BE49-F238E27FC236}">
                <a16:creationId xmlns:a16="http://schemas.microsoft.com/office/drawing/2014/main" id="{A850E6A1-D468-88EF-A319-7CB82D8C05E7}"/>
              </a:ext>
            </a:extLst>
          </p:cNvPr>
          <p:cNvGrpSpPr/>
          <p:nvPr userDrawn="1"/>
        </p:nvGrpSpPr>
        <p:grpSpPr>
          <a:xfrm>
            <a:off x="10685653" y="6619067"/>
            <a:ext cx="161640" cy="176335"/>
            <a:chOff x="8176402" y="4885530"/>
            <a:chExt cx="135493" cy="143018"/>
          </a:xfrm>
        </p:grpSpPr>
        <p:sp>
          <p:nvSpPr>
            <p:cNvPr id="14" name="Freeform: Shape 20">
              <a:extLst>
                <a:ext uri="{FF2B5EF4-FFF2-40B4-BE49-F238E27FC236}">
                  <a16:creationId xmlns:a16="http://schemas.microsoft.com/office/drawing/2014/main" id="{F4CD6F33-A3E1-EB88-1B36-211C4A02303B}"/>
                </a:ext>
              </a:extLst>
            </p:cNvPr>
            <p:cNvSpPr/>
            <p:nvPr/>
          </p:nvSpPr>
          <p:spPr>
            <a:xfrm>
              <a:off x="8176402" y="4885530"/>
              <a:ext cx="67770" cy="143018"/>
            </a:xfrm>
            <a:custGeom>
              <a:avLst/>
              <a:gdLst>
                <a:gd name="connsiteX0" fmla="*/ 67771 w 67770"/>
                <a:gd name="connsiteY0" fmla="*/ 0 h 143018"/>
                <a:gd name="connsiteX1" fmla="*/ 38767 w 67770"/>
                <a:gd name="connsiteY1" fmla="*/ 6144 h 143018"/>
                <a:gd name="connsiteX2" fmla="*/ 0 w 67770"/>
                <a:gd name="connsiteY2" fmla="*/ 143018 h 143018"/>
                <a:gd name="connsiteX3" fmla="*/ 33147 w 67770"/>
                <a:gd name="connsiteY3" fmla="*/ 135970 h 143018"/>
                <a:gd name="connsiteX4" fmla="*/ 44768 w 67770"/>
                <a:gd name="connsiteY4" fmla="*/ 93869 h 143018"/>
                <a:gd name="connsiteX5" fmla="*/ 67771 w 67770"/>
                <a:gd name="connsiteY5" fmla="*/ 88964 h 143018"/>
                <a:gd name="connsiteX6" fmla="*/ 67771 w 67770"/>
                <a:gd name="connsiteY6" fmla="*/ 60341 h 143018"/>
                <a:gd name="connsiteX7" fmla="*/ 53293 w 67770"/>
                <a:gd name="connsiteY7" fmla="*/ 63389 h 143018"/>
                <a:gd name="connsiteX8" fmla="*/ 67771 w 67770"/>
                <a:gd name="connsiteY8" fmla="*/ 11097 h 143018"/>
                <a:gd name="connsiteX9" fmla="*/ 67771 w 67770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70" h="143018">
                  <a:moveTo>
                    <a:pt x="67771" y="0"/>
                  </a:moveTo>
                  <a:lnTo>
                    <a:pt x="38767" y="6144"/>
                  </a:lnTo>
                  <a:lnTo>
                    <a:pt x="0" y="143018"/>
                  </a:lnTo>
                  <a:lnTo>
                    <a:pt x="33147" y="135970"/>
                  </a:lnTo>
                  <a:lnTo>
                    <a:pt x="44768" y="93869"/>
                  </a:lnTo>
                  <a:lnTo>
                    <a:pt x="67771" y="88964"/>
                  </a:lnTo>
                  <a:lnTo>
                    <a:pt x="67771" y="60341"/>
                  </a:lnTo>
                  <a:lnTo>
                    <a:pt x="53293" y="63389"/>
                  </a:lnTo>
                  <a:lnTo>
                    <a:pt x="67771" y="11097"/>
                  </a:lnTo>
                  <a:lnTo>
                    <a:pt x="67771" y="0"/>
                  </a:ln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00" b="0" i="0">
                <a:latin typeface="Aptos" panose="020B0004020202020204" pitchFamily="34" charset="0"/>
              </a:endParaRPr>
            </a:p>
          </p:txBody>
        </p:sp>
        <p:sp>
          <p:nvSpPr>
            <p:cNvPr id="15" name="Freeform: Shape 21">
              <a:extLst>
                <a:ext uri="{FF2B5EF4-FFF2-40B4-BE49-F238E27FC236}">
                  <a16:creationId xmlns:a16="http://schemas.microsoft.com/office/drawing/2014/main" id="{B8D7936F-092B-F89C-A9FE-20C2D6C2FA7B}"/>
                </a:ext>
              </a:extLst>
            </p:cNvPr>
            <p:cNvSpPr/>
            <p:nvPr/>
          </p:nvSpPr>
          <p:spPr>
            <a:xfrm>
              <a:off x="8244173" y="4885530"/>
              <a:ext cx="67722" cy="143018"/>
            </a:xfrm>
            <a:custGeom>
              <a:avLst/>
              <a:gdLst>
                <a:gd name="connsiteX0" fmla="*/ 0 w 67722"/>
                <a:gd name="connsiteY0" fmla="*/ 0 h 143018"/>
                <a:gd name="connsiteX1" fmla="*/ 0 w 67722"/>
                <a:gd name="connsiteY1" fmla="*/ 11097 h 143018"/>
                <a:gd name="connsiteX2" fmla="*/ 14478 w 67722"/>
                <a:gd name="connsiteY2" fmla="*/ 63389 h 143018"/>
                <a:gd name="connsiteX3" fmla="*/ 0 w 67722"/>
                <a:gd name="connsiteY3" fmla="*/ 60341 h 143018"/>
                <a:gd name="connsiteX4" fmla="*/ 0 w 67722"/>
                <a:gd name="connsiteY4" fmla="*/ 88964 h 143018"/>
                <a:gd name="connsiteX5" fmla="*/ 22955 w 67722"/>
                <a:gd name="connsiteY5" fmla="*/ 93869 h 143018"/>
                <a:gd name="connsiteX6" fmla="*/ 34575 w 67722"/>
                <a:gd name="connsiteY6" fmla="*/ 135970 h 143018"/>
                <a:gd name="connsiteX7" fmla="*/ 67723 w 67722"/>
                <a:gd name="connsiteY7" fmla="*/ 143018 h 143018"/>
                <a:gd name="connsiteX8" fmla="*/ 28956 w 67722"/>
                <a:gd name="connsiteY8" fmla="*/ 6144 h 143018"/>
                <a:gd name="connsiteX9" fmla="*/ 0 w 67722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22" h="143018">
                  <a:moveTo>
                    <a:pt x="0" y="0"/>
                  </a:moveTo>
                  <a:lnTo>
                    <a:pt x="0" y="11097"/>
                  </a:lnTo>
                  <a:lnTo>
                    <a:pt x="14478" y="63389"/>
                  </a:lnTo>
                  <a:lnTo>
                    <a:pt x="0" y="60341"/>
                  </a:lnTo>
                  <a:lnTo>
                    <a:pt x="0" y="88964"/>
                  </a:lnTo>
                  <a:lnTo>
                    <a:pt x="22955" y="93869"/>
                  </a:lnTo>
                  <a:lnTo>
                    <a:pt x="34575" y="135970"/>
                  </a:lnTo>
                  <a:lnTo>
                    <a:pt x="67723" y="143018"/>
                  </a:lnTo>
                  <a:lnTo>
                    <a:pt x="28956" y="6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00" b="0" i="0">
                <a:latin typeface="Aptos" panose="020B0004020202020204" pitchFamily="34" charset="0"/>
              </a:endParaRPr>
            </a:p>
          </p:txBody>
        </p:sp>
      </p:grpSp>
      <p:sp>
        <p:nvSpPr>
          <p:cNvPr id="17" name="Slide Number Placeholder 18">
            <a:extLst>
              <a:ext uri="{FF2B5EF4-FFF2-40B4-BE49-F238E27FC236}">
                <a16:creationId xmlns:a16="http://schemas.microsoft.com/office/drawing/2014/main" id="{F2FFBD56-24FE-21E2-2F3E-8C0BAA240ED9}"/>
              </a:ext>
            </a:extLst>
          </p:cNvPr>
          <p:cNvSpPr txBox="1">
            <a:spLocks/>
          </p:cNvSpPr>
          <p:nvPr userDrawn="1"/>
        </p:nvSpPr>
        <p:spPr>
          <a:xfrm>
            <a:off x="1522398" y="6570993"/>
            <a:ext cx="4219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lang="en-AU" sz="800" b="0" i="0" u="none" strike="noStrike" cap="none" smtClean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9pPr>
          </a:lstStyle>
          <a:p>
            <a:fld id="{A2294E5B-DE56-4C0C-83A2-06393784158A}" type="slidenum">
              <a:rPr lang="en-AU" sz="1000" b="0" i="0" smtClean="0">
                <a:solidFill>
                  <a:schemeClr val="tx1"/>
                </a:solidFill>
                <a:latin typeface="Aptos" panose="020B0004020202020204" pitchFamily="34" charset="0"/>
              </a:rPr>
              <a:pPr/>
              <a:t>‹#›</a:t>
            </a:fld>
            <a:endParaRPr lang="en-AU" sz="1000" b="0" i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E8C28F-5772-B490-9855-46EE98DDFD12}"/>
              </a:ext>
            </a:extLst>
          </p:cNvPr>
          <p:cNvSpPr txBox="1"/>
          <p:nvPr userDrawn="1"/>
        </p:nvSpPr>
        <p:spPr>
          <a:xfrm>
            <a:off x="295741" y="6601770"/>
            <a:ext cx="145237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0" i="0">
                <a:solidFill>
                  <a:schemeClr val="tx1"/>
                </a:solidFill>
                <a:latin typeface="Aptos" panose="020B0004020202020204" pitchFamily="34" charset="0"/>
              </a:rPr>
              <a:t>Ascendion Confidential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AA056C0-E7C3-E04E-B3CC-C2EAFA9994FC}"/>
              </a:ext>
            </a:extLst>
          </p:cNvPr>
          <p:cNvGrpSpPr/>
          <p:nvPr userDrawn="1"/>
        </p:nvGrpSpPr>
        <p:grpSpPr>
          <a:xfrm>
            <a:off x="1953267" y="6561572"/>
            <a:ext cx="10068408" cy="152400"/>
            <a:chOff x="1676400" y="4748212"/>
            <a:chExt cx="7467600" cy="142875"/>
          </a:xfrm>
        </p:grpSpPr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0BF81825-45C4-2ECE-EAE9-D85CB4A0191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3314700" y="4748212"/>
              <a:ext cx="5829300" cy="142875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D12113-D79B-679C-0FAE-6F25FB5F1EC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76400" y="4886325"/>
              <a:ext cx="1676400" cy="0"/>
            </a:xfrm>
            <a:prstGeom prst="line">
              <a:avLst/>
            </a:pr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8950ADE-A504-7D1D-2CD1-8CAD76AA9817}"/>
              </a:ext>
            </a:extLst>
          </p:cNvPr>
          <p:cNvCxnSpPr>
            <a:cxnSpLocks/>
          </p:cNvCxnSpPr>
          <p:nvPr userDrawn="1"/>
        </p:nvCxnSpPr>
        <p:spPr>
          <a:xfrm>
            <a:off x="89650" y="6709492"/>
            <a:ext cx="228600" cy="0"/>
          </a:xfrm>
          <a:prstGeom prst="line">
            <a:avLst/>
          </a:prstGeom>
          <a:noFill/>
          <a:ln w="9525" cap="flat">
            <a:solidFill>
              <a:schemeClr val="tx1"/>
            </a:solidFill>
            <a:prstDash val="solid"/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1947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703" r:id="rId2"/>
    <p:sldLayoutId id="2147483695" r:id="rId3"/>
    <p:sldLayoutId id="2147483711" r:id="rId4"/>
    <p:sldLayoutId id="2147483696" r:id="rId5"/>
    <p:sldLayoutId id="2147483749" r:id="rId6"/>
    <p:sldLayoutId id="2147483650" r:id="rId7"/>
    <p:sldLayoutId id="2147483716" r:id="rId8"/>
    <p:sldLayoutId id="2147483758" r:id="rId9"/>
    <p:sldLayoutId id="2147483759" r:id="rId10"/>
    <p:sldLayoutId id="2147483740" r:id="rId11"/>
    <p:sldLayoutId id="2147483741" r:id="rId12"/>
    <p:sldLayoutId id="2147483652" r:id="rId13"/>
    <p:sldLayoutId id="2147483783" r:id="rId14"/>
    <p:sldLayoutId id="2147483672" r:id="rId15"/>
    <p:sldLayoutId id="2147483746" r:id="rId16"/>
    <p:sldLayoutId id="2147483756" r:id="rId17"/>
    <p:sldLayoutId id="2147483755" r:id="rId18"/>
    <p:sldLayoutId id="2147483757" r:id="rId19"/>
    <p:sldLayoutId id="2147483668" r:id="rId20"/>
    <p:sldLayoutId id="2147483730" r:id="rId21"/>
    <p:sldLayoutId id="2147483670" r:id="rId22"/>
    <p:sldLayoutId id="2147483760" r:id="rId23"/>
    <p:sldLayoutId id="2147483732" r:id="rId24"/>
    <p:sldLayoutId id="2147483654" r:id="rId25"/>
    <p:sldLayoutId id="2147483669" r:id="rId26"/>
    <p:sldLayoutId id="2147483733" r:id="rId27"/>
    <p:sldLayoutId id="2147483752" r:id="rId28"/>
    <p:sldLayoutId id="2147483750" r:id="rId29"/>
    <p:sldLayoutId id="2147483753" r:id="rId30"/>
    <p:sldLayoutId id="2147483677" r:id="rId31"/>
    <p:sldLayoutId id="2147483690" r:id="rId32"/>
    <p:sldLayoutId id="2147483767" r:id="rId33"/>
    <p:sldLayoutId id="2147483774" r:id="rId34"/>
    <p:sldLayoutId id="2147483775" r:id="rId35"/>
    <p:sldLayoutId id="2147483773" r:id="rId36"/>
    <p:sldLayoutId id="2147483778" r:id="rId37"/>
    <p:sldLayoutId id="2147483780" r:id="rId38"/>
    <p:sldLayoutId id="2147483781" r:id="rId39"/>
    <p:sldLayoutId id="2147483782" r:id="rId40"/>
    <p:sldLayoutId id="2147483761" r:id="rId41"/>
    <p:sldLayoutId id="2147483655" r:id="rId42"/>
    <p:sldLayoutId id="2147483684" r:id="rId43"/>
    <p:sldLayoutId id="2147483784" r:id="rId44"/>
    <p:sldLayoutId id="2147483797" r:id="rId45"/>
    <p:sldLayoutId id="2147483810" r:id="rId46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spcAft>
          <a:spcPts val="600"/>
        </a:spcAft>
        <a:buNone/>
        <a:defRPr sz="3200" b="0" i="0" kern="1200">
          <a:solidFill>
            <a:schemeClr val="tx1"/>
          </a:solidFill>
          <a:latin typeface="PP Neue Machina Plain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Avenir LT 45 Book" panose="020B0503020000020003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Avenir LT 45 Book" panose="020B0503020000020003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16" userDrawn="1">
          <p15:clr>
            <a:srgbClr val="F26B43"/>
          </p15:clr>
        </p15:guide>
        <p15:guide id="4" pos="7354" userDrawn="1">
          <p15:clr>
            <a:srgbClr val="F26B43"/>
          </p15:clr>
        </p15:guide>
        <p15:guide id="5" orient="horz" pos="3898" userDrawn="1">
          <p15:clr>
            <a:srgbClr val="F26B43"/>
          </p15:clr>
        </p15:guide>
        <p15:guide id="6" orient="horz" pos="113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5938" y="435852"/>
            <a:ext cx="137160" cy="13716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1678" y="435852"/>
            <a:ext cx="10885804" cy="153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04  |  WHERE THIS DIFFERS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5938" y="710172"/>
            <a:ext cx="11160124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Space Grotesk"/>
              </a:rPr>
              <a:t>The two design decisions that determine whether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5938" y="1237129"/>
            <a:ext cx="551148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AI-USE RUBRIC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5938" y="1465729"/>
            <a:ext cx="551148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58A"/>
                </a:solidFill>
                <a:latin typeface="Inter"/>
              </a:rPr>
              <a:t>Scored explicitly. Without this, calibration collapses.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15938" y="1785769"/>
            <a:ext cx="1788392" cy="4872231"/>
          </a:xfrm>
          <a:prstGeom prst="rect">
            <a:avLst/>
          </a:prstGeom>
          <a:solidFill>
            <a:srgbClr val="AFAA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5938" y="1785769"/>
            <a:ext cx="1788392" cy="365760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4538" y="1858921"/>
            <a:ext cx="1331192" cy="228600"/>
          </a:xfrm>
          <a:prstGeom prst="rect">
            <a:avLst/>
          </a:prstGeom>
          <a:solidFill>
            <a:srgbClr val="008567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Inter"/>
              </a:rPr>
              <a:t>HEALTHY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4538" y="2288689"/>
            <a:ext cx="1331192" cy="4323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Inter"/>
              </a:rPr>
              <a:t>Used AI for boilerplate, scaffolding, tests. Verified outputs. Can explain every 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82" y="1785769"/>
            <a:ext cx="1788392" cy="4872231"/>
          </a:xfrm>
          <a:prstGeom prst="rect">
            <a:avLst/>
          </a:prstGeom>
          <a:solidFill>
            <a:srgbClr val="AFAA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77482" y="1785769"/>
            <a:ext cx="1788392" cy="36576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82" y="1858921"/>
            <a:ext cx="1331192" cy="228600"/>
          </a:xfrm>
          <a:prstGeom prst="rect">
            <a:avLst/>
          </a:prstGeom>
          <a:solidFill>
            <a:srgbClr val="CC0066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Inter"/>
              </a:rPr>
              <a:t>OVER-RELIANCE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82" y="2288689"/>
            <a:ext cx="1331192" cy="4323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Inter"/>
              </a:rPr>
              <a:t>Cannot explain choices. Inconsistent style. Hallucinated comments. Tests don't match code.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39026" y="1785769"/>
            <a:ext cx="1788392" cy="4872231"/>
          </a:xfrm>
          <a:prstGeom prst="rect">
            <a:avLst/>
          </a:prstGeom>
          <a:solidFill>
            <a:srgbClr val="AFAA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39026" y="1785769"/>
            <a:ext cx="1788392" cy="365760"/>
          </a:xfrm>
          <a:prstGeom prst="rect">
            <a:avLst/>
          </a:prstGeom>
          <a:solidFill>
            <a:srgbClr val="717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67626" y="1858921"/>
            <a:ext cx="1331192" cy="228600"/>
          </a:xfrm>
          <a:prstGeom prst="rect">
            <a:avLst/>
          </a:prstGeom>
          <a:solidFill>
            <a:srgbClr val="71758A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Inter"/>
              </a:rPr>
              <a:t>AVOIDANCE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7626" y="2288689"/>
            <a:ext cx="1331192" cy="4323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Inter"/>
              </a:rPr>
              <a:t>Avoided AI in an AI-appropriate task. Slower with no quality gain.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4579" y="1237129"/>
            <a:ext cx="551148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BASE RATES PER TRACK PER CYCLE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4579" y="1465729"/>
            <a:ext cx="551148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58A"/>
                </a:solidFill>
                <a:latin typeface="Inter"/>
              </a:rPr>
              <a:t>If they want recall, this is the wrong program.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64579" y="1785769"/>
            <a:ext cx="2719164" cy="1575309"/>
          </a:xfrm>
          <a:prstGeom prst="rect">
            <a:avLst/>
          </a:prstGeom>
          <a:solidFill>
            <a:srgbClr val="FFFFFF"/>
          </a:solidFill>
          <a:ln w="9525">
            <a:solidFill>
              <a:srgbClr val="71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4579" y="1785769"/>
            <a:ext cx="73152" cy="1575309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93179" y="1922929"/>
            <a:ext cx="22619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08567"/>
                </a:solidFill>
                <a:latin typeface="Space Grotesk"/>
              </a:rPr>
              <a:t>1,500–15,000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3179" y="2471569"/>
            <a:ext cx="22619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58A"/>
                </a:solidFill>
                <a:latin typeface="Inter"/>
              </a:rPr>
              <a:t>applicants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56895" y="1785769"/>
            <a:ext cx="2719164" cy="1575309"/>
          </a:xfrm>
          <a:prstGeom prst="rect">
            <a:avLst/>
          </a:prstGeom>
          <a:solidFill>
            <a:srgbClr val="FFFFFF"/>
          </a:solidFill>
          <a:ln w="9525">
            <a:solidFill>
              <a:srgbClr val="71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56895" y="1785769"/>
            <a:ext cx="73152" cy="1575309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5495" y="1922929"/>
            <a:ext cx="22619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08567"/>
                </a:solidFill>
                <a:latin typeface="Space Grotesk"/>
              </a:rPr>
              <a:t>~400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5495" y="2471569"/>
            <a:ext cx="22619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58A"/>
                </a:solidFill>
                <a:latin typeface="Inter"/>
              </a:rPr>
              <a:t>Stage 2 invitees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64579" y="3434230"/>
            <a:ext cx="2719164" cy="1575309"/>
          </a:xfrm>
          <a:prstGeom prst="rect">
            <a:avLst/>
          </a:prstGeom>
          <a:solidFill>
            <a:srgbClr val="FFFFFF"/>
          </a:solidFill>
          <a:ln w="9525">
            <a:solidFill>
              <a:srgbClr val="71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64579" y="3434230"/>
            <a:ext cx="73152" cy="1575309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93179" y="3571390"/>
            <a:ext cx="22619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08567"/>
                </a:solidFill>
                <a:latin typeface="Space Grotesk"/>
              </a:rPr>
              <a:t>~50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3179" y="4120030"/>
            <a:ext cx="22619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58A"/>
                </a:solidFill>
                <a:latin typeface="Inter"/>
              </a:rPr>
              <a:t>Stage 3 invitees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56895" y="3434230"/>
            <a:ext cx="2719164" cy="1575309"/>
          </a:xfrm>
          <a:prstGeom prst="rect">
            <a:avLst/>
          </a:prstGeom>
          <a:solidFill>
            <a:srgbClr val="FFFFFF"/>
          </a:solidFill>
          <a:ln w="9525">
            <a:solidFill>
              <a:srgbClr val="71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56895" y="3434230"/>
            <a:ext cx="73152" cy="1575309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85495" y="3571390"/>
            <a:ext cx="22619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08567"/>
                </a:solidFill>
                <a:latin typeface="Space Grotesk"/>
              </a:rPr>
              <a:t>10–15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5495" y="4120030"/>
            <a:ext cx="22619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58A"/>
                </a:solidFill>
                <a:latin typeface="Inter"/>
              </a:rPr>
              <a:t>admits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64579" y="5082691"/>
            <a:ext cx="2719164" cy="1575309"/>
          </a:xfrm>
          <a:prstGeom prst="rect">
            <a:avLst/>
          </a:prstGeom>
          <a:solidFill>
            <a:srgbClr val="FFFFFF"/>
          </a:solidFill>
          <a:ln w="9525">
            <a:solidFill>
              <a:srgbClr val="71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64579" y="5082691"/>
            <a:ext cx="73152" cy="1575309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93179" y="5219851"/>
            <a:ext cx="22619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08567"/>
                </a:solidFill>
                <a:latin typeface="Space Grotesk"/>
              </a:rPr>
              <a:t>~6 hrs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93179" y="5768491"/>
            <a:ext cx="22619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58A"/>
                </a:solidFill>
                <a:latin typeface="Inter"/>
              </a:rPr>
              <a:t>reviewer cost / admit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56895" y="5082691"/>
            <a:ext cx="2719164" cy="1575309"/>
          </a:xfrm>
          <a:prstGeom prst="rect">
            <a:avLst/>
          </a:prstGeom>
          <a:solidFill>
            <a:srgbClr val="FFFFFF"/>
          </a:solidFill>
          <a:ln w="9525">
            <a:solidFill>
              <a:srgbClr val="71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56895" y="5082691"/>
            <a:ext cx="73152" cy="1575309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5495" y="5219851"/>
            <a:ext cx="22619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08567"/>
                </a:solidFill>
                <a:latin typeface="Space Grotesk"/>
              </a:rPr>
              <a:t>25%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5495" y="5768491"/>
            <a:ext cx="22619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58A"/>
                </a:solidFill>
                <a:latin typeface="Inter"/>
              </a:rPr>
              <a:t>false-positive tolerance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ndard">
  <a:themeElements>
    <a:clrScheme name="ASCENDION COLOR PALETTE 2022">
      <a:dk1>
        <a:srgbClr val="000000"/>
      </a:dk1>
      <a:lt1>
        <a:srgbClr val="FFFFFF"/>
      </a:lt1>
      <a:dk2>
        <a:srgbClr val="71758A"/>
      </a:dk2>
      <a:lt2>
        <a:srgbClr val="AFAAB9"/>
      </a:lt2>
      <a:accent1>
        <a:srgbClr val="008567"/>
      </a:accent1>
      <a:accent2>
        <a:srgbClr val="CC0066"/>
      </a:accent2>
      <a:accent3>
        <a:srgbClr val="FFCC00"/>
      </a:accent3>
      <a:accent4>
        <a:srgbClr val="6666CC"/>
      </a:accent4>
      <a:accent5>
        <a:srgbClr val="AFAAB9"/>
      </a:accent5>
      <a:accent6>
        <a:srgbClr val="71758A"/>
      </a:accent6>
      <a:hlink>
        <a:srgbClr val="0563C1"/>
      </a:hlink>
      <a:folHlink>
        <a:srgbClr val="954F72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E3F4082-7808-4881-B841-DF50AC8472A2}" vid="{AD8F05DF-AF63-4EFF-8DEB-D5CA5C06AB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8C13D2B-F1EC-844E-99A6-74D146E27393}">
  <we:reference id="wa200010001" version="1.0.0.1" store="en-US" storeType="OMEX"/>
  <we:alternateReferences>
    <we:reference id="wa200010001" version="1.0.0.1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7BCA0DE6048A4C903DDDE99C8A88E6" ma:contentTypeVersion="8" ma:contentTypeDescription="Create a new document." ma:contentTypeScope="" ma:versionID="3bca21b939a75d9e88adf6d80d63258a">
  <xsd:schema xmlns:xsd="http://www.w3.org/2001/XMLSchema" xmlns:xs="http://www.w3.org/2001/XMLSchema" xmlns:p="http://schemas.microsoft.com/office/2006/metadata/properties" xmlns:ns2="36eca204-8201-4f31-aebb-d1926fadfda8" xmlns:ns3="7ab9c3be-024f-4023-af36-b16ce83c127d" xmlns:ns4="df3a2ffa-4a31-4ce9-9b0f-c6fcd9f7dd95" targetNamespace="http://schemas.microsoft.com/office/2006/metadata/properties" ma:root="true" ma:fieldsID="63cbd1a78e3fac3266cd4bb62a1238ab" ns2:_="" ns3:_="" ns4:_="">
    <xsd:import namespace="36eca204-8201-4f31-aebb-d1926fadfda8"/>
    <xsd:import namespace="7ab9c3be-024f-4023-af36-b16ce83c127d"/>
    <xsd:import namespace="df3a2ffa-4a31-4ce9-9b0f-c6fcd9f7dd95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4:MediaServiceMetadata" minOccurs="0"/>
                <xsd:element ref="ns4:MediaServiceFastMetadata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eca204-8201-4f31-aebb-d1926fadfda8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8" nillable="true" ma:taxonomy="true" ma:internalName="lcf76f155ced4ddcb4097134ff3c332f" ma:taxonomyFieldName="MediaServiceImageTags" ma:displayName="Image Tags" ma:readOnly="false" ma:fieldId="{5cf76f15-5ced-4ddc-b409-7134ff3c332f}" ma:taxonomyMulti="true" ma:sspId="ed186d10-97f7-4892-a460-100f03a627e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b9c3be-024f-4023-af36-b16ce83c127d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hidden="true" ma:list="{ed33cc2b-5f74-40ff-a7a6-0805f592ce51}" ma:internalName="TaxCatchAll" ma:showField="CatchAllData" ma:web="7ab9c3be-024f-4023-af36-b16ce83c12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3a2ffa-4a31-4ce9-9b0f-c6fcd9f7dd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6eca204-8201-4f31-aebb-d1926fadfda8">
      <Terms xmlns="http://schemas.microsoft.com/office/infopath/2007/PartnerControls"/>
    </lcf76f155ced4ddcb4097134ff3c332f>
    <TaxCatchAll xmlns="7ab9c3be-024f-4023-af36-b16ce83c127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0F2661-260B-4420-A687-8D79F45D28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eca204-8201-4f31-aebb-d1926fadfda8"/>
    <ds:schemaRef ds:uri="7ab9c3be-024f-4023-af36-b16ce83c127d"/>
    <ds:schemaRef ds:uri="df3a2ffa-4a31-4ce9-9b0f-c6fcd9f7dd9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E7794F9-0931-48EE-8DE7-AEB1CD229081}">
  <ds:schemaRefs>
    <ds:schemaRef ds:uri="36eca204-8201-4f31-aebb-d1926fadfda8"/>
    <ds:schemaRef ds:uri="7ab9c3be-024f-4023-af36-b16ce83c127d"/>
    <ds:schemaRef ds:uri="df3a2ffa-4a31-4ce9-9b0f-c6fcd9f7dd9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4272DEC-9A36-4E8E-BFDF-2C4C0E31A4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Ascendion_Template_Slide Master Full Set</Template>
  <TotalTime>35</TotalTime>
  <Words>2186</Words>
  <Application>Microsoft Macintosh PowerPoint</Application>
  <PresentationFormat>Widescreen</PresentationFormat>
  <Paragraphs>379</Paragraphs>
  <Slides>20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-webkit-standard</vt:lpstr>
      <vt:lpstr>Aptos</vt:lpstr>
      <vt:lpstr>Arial</vt:lpstr>
      <vt:lpstr>Avenir LT 45 Book</vt:lpstr>
      <vt:lpstr>Calibri</vt:lpstr>
      <vt:lpstr>Century Gothic</vt:lpstr>
      <vt:lpstr>PP Neue Machina Inktrap Italic</vt:lpstr>
      <vt:lpstr>PP Neue Machina Plain</vt:lpstr>
      <vt:lpstr>PP Neue Machina Plain Italic</vt:lpstr>
      <vt:lpstr>PP Neue Machina Plain Ultrabold</vt:lpstr>
      <vt:lpstr>Verdana</vt:lpstr>
      <vt:lpstr>Standard</vt:lpstr>
      <vt:lpstr>Design Guidelines And Tips Read Me And Delete Me</vt:lpstr>
      <vt:lpstr>PowerPoint Presentation</vt:lpstr>
      <vt:lpstr>An AI-Powered Software Engineering Disruptor</vt:lpstr>
      <vt:lpstr>Serving Clients Locally Across the Globe</vt:lpstr>
      <vt:lpstr>Global Hubs Are Essential “Anchors” For Delivery</vt:lpstr>
      <vt:lpstr>AI Studios Spark Co-Innovation With Clients</vt:lpstr>
      <vt:lpstr>Solving Global Engineering Problems </vt:lpstr>
      <vt:lpstr>Software Engineering At The Intersection Of Technology And Talent Our Core Services  </vt:lpstr>
      <vt:lpstr>Leaders Are Wrestling With Three Challenges</vt:lpstr>
      <vt:lpstr>Leading With AAVA™ Platform For EngineeringAI</vt:lpstr>
      <vt:lpstr>Industry Analysts Are Validating Our Progress</vt:lpstr>
      <vt:lpstr>Ascendion Takes Gold as 2025 AI Service Provider of the Year!</vt:lpstr>
      <vt:lpstr>Leaders Are Wrestling With Three Challenges</vt:lpstr>
      <vt:lpstr>AI Arbitrage Will Unlock Capital For Innovation GenAI Is “Eating” IT Services</vt:lpstr>
      <vt:lpstr>EngineeringAI Is Shifting The Services Demand Curve And Ascendion Can Be Ahead Of The Wave  </vt:lpstr>
      <vt:lpstr>Software Engineering to the POWER of AI</vt:lpstr>
      <vt:lpstr>… AI-powered solutions don’t work “out of the box” </vt:lpstr>
      <vt:lpstr>A New Kind Of Services Company For A New Era Of Business And Technology</vt:lpstr>
      <vt:lpstr>AI &lt;/Recodes&gt; “Tier One” Disrupting The Service Provider League Table  </vt:lpstr>
      <vt:lpstr>Client Outcomes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harsha s</dc:creator>
  <cp:keywords/>
  <dc:description/>
  <cp:lastModifiedBy>Srinidhi Ramanujam</cp:lastModifiedBy>
  <cp:revision>12</cp:revision>
  <dcterms:created xsi:type="dcterms:W3CDTF">2023-02-15T13:34:07Z</dcterms:created>
  <dcterms:modified xsi:type="dcterms:W3CDTF">2026-03-18T14:37:19Z</dcterms:modified>
  <cp:category>Ascendion confidential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0x010100DA7BCA0DE6048A4C903DDDE99C8A88E6</vt:lpwstr>
  </property>
  <property fmtid="{D5CDD505-2E9C-101B-9397-08002B2CF9AE}" pid="3" name="MediaServiceImageTags">
    <vt:lpwstr/>
  </property>
  <property fmtid="{D5CDD505-2E9C-101B-9397-08002B2CF9AE}" pid="4" name="Order">
    <vt:lpwstr>342700.000000000</vt:lpwstr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lpwstr/>
  </property>
</Properties>
</file>