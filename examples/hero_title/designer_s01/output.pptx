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5938" y="1785769"/>
            <a:ext cx="739436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8567"/>
                </a:solidFill>
                <a:latin typeface="Inter"/>
              </a:rPr>
              <a:t>ASCENDION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5938" y="2334409"/>
            <a:ext cx="9277241" cy="219456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Space Grotesk"/>
              </a:rPr>
              <a:t>Engineering the future
with AI-powered talent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4528969"/>
            <a:ext cx="7394361" cy="109728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71758A"/>
                </a:solidFill>
                <a:latin typeface="Inter"/>
              </a:rPr>
              <a:t>A new model for identifying and developing 10x engineers who combine judgment, AI leverage, and taste.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5938" y="6309360"/>
            <a:ext cx="219456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