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1" r:id="rId4"/>
    <p:sldMasterId id="2147483767" r:id="rId5"/>
  </p:sldMasterIdLst>
  <p:notesMasterIdLst>
    <p:notesMasterId r:id="rId13"/>
  </p:notesMasterIdLst>
  <p:sldIdLst>
    <p:sldId id="426" r:id="rId6"/>
    <p:sldId id="455" r:id="rId7"/>
    <p:sldId id="457" r:id="rId8"/>
    <p:sldId id="451" r:id="rId9"/>
    <p:sldId id="452" r:id="rId10"/>
    <p:sldId id="453" r:id="rId11"/>
    <p:sldId id="45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8C4C04C-BA07-A661-11BA-5351E902CFA7}" name="Varshini Chaithra" initials="VC" userId="S::varshini.chaithra@ascendion.com::cfd6f448-240a-4c5f-a765-f909eaec1f5e" providerId="AD"/>
  <p188:author id="{4AA7D286-AD35-88AE-8B13-5A7E4B1CBFB6}" name="Ian Lee" initials="IL" userId="S::ian.lee@ascendion.com::6b91995e-c1f0-4fa6-abd3-fa6daaad774e" providerId="AD"/>
  <p188:author id="{5D65F29C-D2CD-3B57-52E4-D4802B0D78F5}" name="Daryush Laqab" initials="DL" userId="S::daryush.laqab@ascendion.com::1f114113-3f76-4411-8045-8fcc378e5ad6" providerId="AD"/>
  <p188:author id="{9B2D40A4-5335-548A-DB47-B3A48F53C891}" name="Rami Kakish" initials="RK" userId="S::rami.kakish@ascendion.com::16eccbb2-bb18-4b17-a30a-69563413bb51"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415"/>
    <p:restoredTop sz="96192"/>
  </p:normalViewPr>
  <p:slideViewPr>
    <p:cSldViewPr snapToGrid="0">
      <p:cViewPr varScale="1">
        <p:scale>
          <a:sx n="91" d="100"/>
          <a:sy n="91" d="100"/>
        </p:scale>
        <p:origin x="216" y="8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notesMaster" Target="notesMasters/notesMaster1.xml"/><Relationship Id="rId18" Type="http://schemas.microsoft.com/office/2018/10/relationships/authors" Target="authors.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viewProps" Target="viewProps.xml"/><Relationship Id="rId10" Type="http://schemas.openxmlformats.org/officeDocument/2006/relationships/slide" Target="slides/slide5.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F94E2E-F8D1-EB46-87B7-9A548C2EE1DD}" type="datetimeFigureOut">
              <a:rPr lang="en-US" smtClean="0"/>
              <a:t>4/9/26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21985F-0D10-FD42-9BC8-0F5974A4D547}" type="slidenum">
              <a:rPr lang="en-US" smtClean="0"/>
              <a:t>‹#›</a:t>
            </a:fld>
            <a:endParaRPr lang="en-US"/>
          </a:p>
        </p:txBody>
      </p:sp>
    </p:spTree>
    <p:extLst>
      <p:ext uri="{BB962C8B-B14F-4D97-AF65-F5344CB8AC3E}">
        <p14:creationId xmlns:p14="http://schemas.microsoft.com/office/powerpoint/2010/main" val="12873768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latin typeface="Myriad Pro" panose="020B0503030403020204" pitchFamily="34" charset="0"/>
            </a:endParaRPr>
          </a:p>
        </p:txBody>
      </p:sp>
      <p:sp>
        <p:nvSpPr>
          <p:cNvPr id="571" name="Google Shape;57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057400" lvl="4" indent="-228600">
              <a:buAutoNum type="arabicPeriod"/>
            </a:pPr>
            <a:endParaRPr lang="en-US" dirty="0"/>
          </a:p>
          <a:p>
            <a:pPr marL="2057400" lvl="4" indent="-228600">
              <a:buAutoNum type="arabicPeriod"/>
            </a:pPr>
            <a:endParaRPr lang="en-US" dirty="0"/>
          </a:p>
        </p:txBody>
      </p:sp>
      <p:sp>
        <p:nvSpPr>
          <p:cNvPr id="4" name="Slide Number Placeholder 3"/>
          <p:cNvSpPr>
            <a:spLocks noGrp="1"/>
          </p:cNvSpPr>
          <p:nvPr>
            <p:ph type="sldNum" sz="quarter" idx="5"/>
          </p:nvPr>
        </p:nvSpPr>
        <p:spPr/>
        <p:txBody>
          <a:bodyPr/>
          <a:lstStyle/>
          <a:p>
            <a:fld id="{6F21985F-0D10-FD42-9BC8-0F5974A4D547}" type="slidenum">
              <a:rPr lang="en-US" smtClean="0"/>
              <a:t>3</a:t>
            </a:fld>
            <a:endParaRPr lang="en-US"/>
          </a:p>
        </p:txBody>
      </p:sp>
    </p:spTree>
    <p:extLst>
      <p:ext uri="{BB962C8B-B14F-4D97-AF65-F5344CB8AC3E}">
        <p14:creationId xmlns:p14="http://schemas.microsoft.com/office/powerpoint/2010/main" val="15354692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Content">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1949B20-CE4F-2CE3-7EBD-9F382E2320AD}"/>
              </a:ext>
            </a:extLst>
          </p:cNvPr>
          <p:cNvSpPr>
            <a:spLocks noGrp="1"/>
          </p:cNvSpPr>
          <p:nvPr>
            <p:ph type="body" sz="quarter" idx="10"/>
          </p:nvPr>
        </p:nvSpPr>
        <p:spPr>
          <a:xfrm>
            <a:off x="505884" y="1604434"/>
            <a:ext cx="11159067" cy="4627033"/>
          </a:xfrm>
        </p:spPr>
        <p:txBody>
          <a:bodyPr/>
          <a:lstStyle>
            <a:lvl1pPr>
              <a:defRPr>
                <a:latin typeface="Verdana" panose="020B0604030504040204" pitchFamily="34" charset="0"/>
                <a:ea typeface="Verdana" panose="020B0604030504040204" pitchFamily="34" charset="0"/>
                <a:cs typeface="Verdana" panose="020B0604030504040204" pitchFamily="34" charset="0"/>
              </a:defRPr>
            </a:lvl1pPr>
            <a:lvl2pPr>
              <a:defRPr>
                <a:latin typeface="Verdana" panose="020B0604030504040204" pitchFamily="34" charset="0"/>
                <a:ea typeface="Verdana" panose="020B0604030504040204" pitchFamily="34" charset="0"/>
                <a:cs typeface="Verdana" panose="020B0604030504040204" pitchFamily="34" charset="0"/>
              </a:defRPr>
            </a:lvl2pPr>
            <a:lvl3pPr>
              <a:defRPr>
                <a:latin typeface="Verdana" panose="020B0604030504040204" pitchFamily="34" charset="0"/>
                <a:ea typeface="Verdana" panose="020B0604030504040204" pitchFamily="34" charset="0"/>
                <a:cs typeface="Verdana" panose="020B0604030504040204" pitchFamily="34" charset="0"/>
              </a:defRPr>
            </a:lvl3pPr>
            <a:lvl4pPr>
              <a:defRPr>
                <a:latin typeface="Verdana" panose="020B0604030504040204" pitchFamily="34" charset="0"/>
                <a:ea typeface="Verdana" panose="020B0604030504040204" pitchFamily="34" charset="0"/>
                <a:cs typeface="Verdana" panose="020B0604030504040204" pitchFamily="34" charset="0"/>
              </a:defRPr>
            </a:lvl4pPr>
            <a:lvl5pPr>
              <a:defRPr>
                <a:latin typeface="Verdana" panose="020B0604030504040204" pitchFamily="34" charset="0"/>
                <a:ea typeface="Verdana" panose="020B0604030504040204" pitchFamily="34" charset="0"/>
                <a:cs typeface="Verdana" panose="020B060403050404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Title Placeholder 1">
            <a:extLst>
              <a:ext uri="{FF2B5EF4-FFF2-40B4-BE49-F238E27FC236}">
                <a16:creationId xmlns:a16="http://schemas.microsoft.com/office/drawing/2014/main" id="{8A1DDE92-DA1C-8399-049A-66BFF7CE613C}"/>
              </a:ext>
            </a:extLst>
          </p:cNvPr>
          <p:cNvSpPr>
            <a:spLocks noGrp="1"/>
          </p:cNvSpPr>
          <p:nvPr>
            <p:ph type="title"/>
          </p:nvPr>
        </p:nvSpPr>
        <p:spPr>
          <a:xfrm>
            <a:off x="515937" y="394087"/>
            <a:ext cx="11160121" cy="430887"/>
          </a:xfrm>
          <a:prstGeom prst="rect">
            <a:avLst/>
          </a:prstGeom>
        </p:spPr>
        <p:txBody>
          <a:bodyPr vert="horz" lIns="0" tIns="0" rIns="0" bIns="0" rtlCol="0" anchor="t">
            <a:spAutoFit/>
          </a:bodyPr>
          <a:lstStyle/>
          <a:p>
            <a:r>
              <a:rPr lang="en-GB"/>
              <a:t>Click to edit Master title style</a:t>
            </a:r>
            <a:endParaRPr lang="en-US"/>
          </a:p>
        </p:txBody>
      </p:sp>
    </p:spTree>
    <p:extLst>
      <p:ext uri="{BB962C8B-B14F-4D97-AF65-F5344CB8AC3E}">
        <p14:creationId xmlns:p14="http://schemas.microsoft.com/office/powerpoint/2010/main" val="5421240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89AFEFB-CFB0-3C09-5A99-8882AAEFE884}"/>
              </a:ext>
            </a:extLst>
          </p:cNvPr>
          <p:cNvSpPr>
            <a:spLocks noGrp="1"/>
          </p:cNvSpPr>
          <p:nvPr>
            <p:ph type="title"/>
          </p:nvPr>
        </p:nvSpPr>
        <p:spPr>
          <a:xfrm>
            <a:off x="515937" y="394087"/>
            <a:ext cx="11160121" cy="430887"/>
          </a:xfrm>
          <a:prstGeom prst="rect">
            <a:avLst/>
          </a:prstGeom>
        </p:spPr>
        <p:txBody>
          <a:bodyPr vert="horz" lIns="0" tIns="0" rIns="0" bIns="0" rtlCol="0" anchor="t">
            <a:spAutoFit/>
          </a:bodyPr>
          <a:lstStyle/>
          <a:p>
            <a:r>
              <a:rPr lang="en-GB"/>
              <a:t>Click to edit Master title style</a:t>
            </a:r>
            <a:endParaRPr lang="en-US"/>
          </a:p>
        </p:txBody>
      </p:sp>
    </p:spTree>
    <p:extLst>
      <p:ext uri="{BB962C8B-B14F-4D97-AF65-F5344CB8AC3E}">
        <p14:creationId xmlns:p14="http://schemas.microsoft.com/office/powerpoint/2010/main" val="4918765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reserve="1">
  <p:cSld name="Blank">
    <p:spTree>
      <p:nvGrpSpPr>
        <p:cNvPr id="1" name="Shape 48"/>
        <p:cNvGrpSpPr/>
        <p:nvPr/>
      </p:nvGrpSpPr>
      <p:grpSpPr>
        <a:xfrm>
          <a:off x="0" y="0"/>
          <a:ext cx="0" cy="0"/>
          <a:chOff x="0" y="0"/>
          <a:chExt cx="0" cy="0"/>
        </a:xfrm>
      </p:grpSpPr>
    </p:spTree>
    <p:extLst>
      <p:ext uri="{BB962C8B-B14F-4D97-AF65-F5344CB8AC3E}">
        <p14:creationId xmlns:p14="http://schemas.microsoft.com/office/powerpoint/2010/main" val="34941200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 - Case Study Template - Ligh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A6A9094-A25C-C476-ADF7-5818D23514A1}"/>
              </a:ext>
            </a:extLst>
          </p:cNvPr>
          <p:cNvSpPr/>
          <p:nvPr userDrawn="1"/>
        </p:nvSpPr>
        <p:spPr>
          <a:xfrm>
            <a:off x="0" y="2813116"/>
            <a:ext cx="2071688" cy="3574984"/>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de-DE" sz="1400" b="0" i="0">
              <a:latin typeface="Aptos" panose="020B0004020202020204" pitchFamily="34" charset="0"/>
            </a:endParaRPr>
          </a:p>
        </p:txBody>
      </p:sp>
      <p:sp>
        <p:nvSpPr>
          <p:cNvPr id="3" name="Rectangle 2">
            <a:extLst>
              <a:ext uri="{FF2B5EF4-FFF2-40B4-BE49-F238E27FC236}">
                <a16:creationId xmlns:a16="http://schemas.microsoft.com/office/drawing/2014/main" id="{8FC091E0-9FAF-4FE5-D106-FA3E43B76942}"/>
              </a:ext>
            </a:extLst>
          </p:cNvPr>
          <p:cNvSpPr/>
          <p:nvPr userDrawn="1"/>
        </p:nvSpPr>
        <p:spPr>
          <a:xfrm>
            <a:off x="2071688" y="1625370"/>
            <a:ext cx="10120312" cy="6161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0" b="0" i="0">
              <a:solidFill>
                <a:schemeClr val="bg1"/>
              </a:solidFill>
              <a:latin typeface="Aptos" panose="020B0004020202020204" pitchFamily="34" charset="0"/>
            </a:endParaRPr>
          </a:p>
        </p:txBody>
      </p:sp>
      <p:sp>
        <p:nvSpPr>
          <p:cNvPr id="13" name="Picture Placeholder 12">
            <a:extLst>
              <a:ext uri="{FF2B5EF4-FFF2-40B4-BE49-F238E27FC236}">
                <a16:creationId xmlns:a16="http://schemas.microsoft.com/office/drawing/2014/main" id="{6D9BE2CB-078E-195D-BC0F-19DCEDE5A835}"/>
              </a:ext>
            </a:extLst>
          </p:cNvPr>
          <p:cNvSpPr>
            <a:spLocks noGrp="1"/>
          </p:cNvSpPr>
          <p:nvPr>
            <p:ph type="pic" sz="quarter" idx="10"/>
          </p:nvPr>
        </p:nvSpPr>
        <p:spPr>
          <a:xfrm>
            <a:off x="0" y="1"/>
            <a:ext cx="2071688" cy="2813116"/>
          </a:xfrm>
          <a:prstGeom prst="rect">
            <a:avLst/>
          </a:prstGeom>
          <a:solidFill>
            <a:schemeClr val="bg2">
              <a:lumMod val="20000"/>
              <a:lumOff val="80000"/>
            </a:schemeClr>
          </a:solidFill>
        </p:spPr>
        <p:txBody>
          <a:bodyPr wrap="square" anchor="ctr">
            <a:noAutofit/>
          </a:bodyPr>
          <a:lstStyle>
            <a:lvl1pPr marL="0" indent="0" algn="ctr">
              <a:buNone/>
              <a:defRPr b="0" i="0">
                <a:latin typeface="Aptos" panose="020B0004020202020204" pitchFamily="34" charset="0"/>
              </a:defRPr>
            </a:lvl1pPr>
          </a:lstStyle>
          <a:p>
            <a:r>
              <a:rPr lang="en-GB"/>
              <a:t>Click icon to add picture</a:t>
            </a:r>
            <a:endParaRPr lang="de-DE"/>
          </a:p>
        </p:txBody>
      </p:sp>
      <p:sp>
        <p:nvSpPr>
          <p:cNvPr id="18" name="Content Placeholder 2">
            <a:extLst>
              <a:ext uri="{FF2B5EF4-FFF2-40B4-BE49-F238E27FC236}">
                <a16:creationId xmlns:a16="http://schemas.microsoft.com/office/drawing/2014/main" id="{1E8C6222-4482-5FB1-2AE4-5A8F512E1392}"/>
              </a:ext>
            </a:extLst>
          </p:cNvPr>
          <p:cNvSpPr>
            <a:spLocks noGrp="1"/>
          </p:cNvSpPr>
          <p:nvPr>
            <p:ph sz="half" idx="28"/>
          </p:nvPr>
        </p:nvSpPr>
        <p:spPr>
          <a:xfrm>
            <a:off x="2153085" y="2362985"/>
            <a:ext cx="2859217" cy="3868483"/>
          </a:xfrm>
        </p:spPr>
        <p:txBody>
          <a:bodyPr wrap="square">
            <a:normAutofit/>
          </a:bodyPr>
          <a:lstStyle>
            <a:lvl1pPr>
              <a:defRPr sz="1400" b="0" i="0">
                <a:solidFill>
                  <a:schemeClr val="tx1"/>
                </a:solidFill>
                <a:latin typeface="Aptos" panose="020B0004020202020204" pitchFamily="34" charset="0"/>
                <a:cs typeface="Aptos" panose="020B0004020202020204" pitchFamily="34" charset="0"/>
              </a:defRPr>
            </a:lvl1pPr>
            <a:lvl2pPr>
              <a:defRPr sz="1400" b="0" i="0">
                <a:solidFill>
                  <a:schemeClr val="tx1"/>
                </a:solidFill>
                <a:latin typeface="Aptos" panose="020B0004020202020204" pitchFamily="34" charset="0"/>
                <a:cs typeface="Aptos" panose="020B000402020202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GB"/>
              <a:t>Click to edit Master text styles</a:t>
            </a:r>
          </a:p>
          <a:p>
            <a:pPr lvl="1"/>
            <a:r>
              <a:rPr lang="en-GB"/>
              <a:t>Second level</a:t>
            </a:r>
          </a:p>
        </p:txBody>
      </p:sp>
      <p:sp>
        <p:nvSpPr>
          <p:cNvPr id="21" name="Text Placeholder 20">
            <a:extLst>
              <a:ext uri="{FF2B5EF4-FFF2-40B4-BE49-F238E27FC236}">
                <a16:creationId xmlns:a16="http://schemas.microsoft.com/office/drawing/2014/main" id="{3ABF10A2-C9DA-5DAE-C7DB-0602BB4D5EE0}"/>
              </a:ext>
            </a:extLst>
          </p:cNvPr>
          <p:cNvSpPr>
            <a:spLocks noGrp="1"/>
          </p:cNvSpPr>
          <p:nvPr>
            <p:ph type="body" sz="quarter" idx="30"/>
          </p:nvPr>
        </p:nvSpPr>
        <p:spPr>
          <a:xfrm>
            <a:off x="139492" y="4637127"/>
            <a:ext cx="1724025" cy="350647"/>
          </a:xfrm>
        </p:spPr>
        <p:txBody>
          <a:bodyPr wrap="square">
            <a:normAutofit/>
          </a:bodyPr>
          <a:lstStyle>
            <a:lvl1pPr marL="0" indent="0">
              <a:buNone/>
              <a:defRPr sz="1200" b="0" i="0">
                <a:solidFill>
                  <a:schemeClr val="bg1"/>
                </a:solidFill>
                <a:latin typeface="Aptos" panose="020B0004020202020204" pitchFamily="34" charset="0"/>
              </a:defRPr>
            </a:lvl1pPr>
          </a:lstStyle>
          <a:p>
            <a:pPr lvl="0"/>
            <a:r>
              <a:rPr lang="en-GB"/>
              <a:t>Click to edit Master text styles</a:t>
            </a:r>
          </a:p>
        </p:txBody>
      </p:sp>
      <p:sp>
        <p:nvSpPr>
          <p:cNvPr id="28" name="TextBox 27">
            <a:extLst>
              <a:ext uri="{FF2B5EF4-FFF2-40B4-BE49-F238E27FC236}">
                <a16:creationId xmlns:a16="http://schemas.microsoft.com/office/drawing/2014/main" id="{5B26B514-4B29-D25C-E426-090F0CCDED2B}"/>
              </a:ext>
            </a:extLst>
          </p:cNvPr>
          <p:cNvSpPr txBox="1"/>
          <p:nvPr userDrawn="1"/>
        </p:nvSpPr>
        <p:spPr>
          <a:xfrm>
            <a:off x="139492" y="4423027"/>
            <a:ext cx="1250067" cy="184666"/>
          </a:xfrm>
          <a:prstGeom prst="rect">
            <a:avLst/>
          </a:prstGeom>
          <a:noFill/>
        </p:spPr>
        <p:txBody>
          <a:bodyPr wrap="square" lIns="0" tIns="0" rIns="0" bIns="0">
            <a:spAutoFit/>
          </a:bodyPr>
          <a:lstStyle/>
          <a:p>
            <a:pPr algn="l"/>
            <a:r>
              <a:rPr lang="en-US" sz="1200" b="1" i="0">
                <a:solidFill>
                  <a:schemeClr val="bg1"/>
                </a:solidFill>
                <a:latin typeface="Verdana" panose="020B0604030504040204" pitchFamily="34" charset="0"/>
                <a:ea typeface="Verdana" panose="020B0604030504040204" pitchFamily="34" charset="0"/>
                <a:cs typeface="Verdana" panose="020B0604030504040204" pitchFamily="34" charset="0"/>
              </a:rPr>
              <a:t>Industry:</a:t>
            </a:r>
          </a:p>
        </p:txBody>
      </p:sp>
      <p:sp>
        <p:nvSpPr>
          <p:cNvPr id="29" name="TextBox 28">
            <a:extLst>
              <a:ext uri="{FF2B5EF4-FFF2-40B4-BE49-F238E27FC236}">
                <a16:creationId xmlns:a16="http://schemas.microsoft.com/office/drawing/2014/main" id="{457D9ADA-1122-CD1D-3A8A-07F0E1EEE9EB}"/>
              </a:ext>
            </a:extLst>
          </p:cNvPr>
          <p:cNvSpPr txBox="1"/>
          <p:nvPr userDrawn="1"/>
        </p:nvSpPr>
        <p:spPr>
          <a:xfrm>
            <a:off x="139492" y="5027517"/>
            <a:ext cx="1827567" cy="184666"/>
          </a:xfrm>
          <a:prstGeom prst="rect">
            <a:avLst/>
          </a:prstGeom>
          <a:noFill/>
        </p:spPr>
        <p:txBody>
          <a:bodyPr wrap="square" lIns="0" tIns="0" rIns="0" bIns="0">
            <a:spAutoFit/>
          </a:bodyPr>
          <a:lstStyle/>
          <a:p>
            <a:pPr algn="l"/>
            <a:r>
              <a:rPr lang="en-US" sz="1200" b="1" i="0">
                <a:solidFill>
                  <a:schemeClr val="bg1"/>
                </a:solidFill>
                <a:latin typeface="Verdana" panose="020B0604030504040204" pitchFamily="34" charset="0"/>
                <a:ea typeface="Verdana" panose="020B0604030504040204" pitchFamily="34" charset="0"/>
                <a:cs typeface="Verdana" panose="020B0604030504040204" pitchFamily="34" charset="0"/>
              </a:rPr>
              <a:t>Core Business:</a:t>
            </a:r>
          </a:p>
        </p:txBody>
      </p:sp>
      <p:sp>
        <p:nvSpPr>
          <p:cNvPr id="33" name="TextBox 32">
            <a:extLst>
              <a:ext uri="{FF2B5EF4-FFF2-40B4-BE49-F238E27FC236}">
                <a16:creationId xmlns:a16="http://schemas.microsoft.com/office/drawing/2014/main" id="{63B28BD4-B927-D5D7-3E8E-3B8E9CDB9CE1}"/>
              </a:ext>
            </a:extLst>
          </p:cNvPr>
          <p:cNvSpPr txBox="1"/>
          <p:nvPr userDrawn="1"/>
        </p:nvSpPr>
        <p:spPr>
          <a:xfrm>
            <a:off x="2267385" y="1799321"/>
            <a:ext cx="2160356" cy="246221"/>
          </a:xfrm>
          <a:prstGeom prst="rect">
            <a:avLst/>
          </a:prstGeom>
          <a:noFill/>
        </p:spPr>
        <p:txBody>
          <a:bodyPr wrap="square" lIns="0" tIns="0" rIns="0" bIns="0" anchor="ctr">
            <a:spAutoFit/>
          </a:bodyPr>
          <a:lstStyle/>
          <a:p>
            <a:pPr algn="l"/>
            <a:r>
              <a:rPr lang="en-US" sz="1600" b="1">
                <a:solidFill>
                  <a:schemeClr val="bg1"/>
                </a:solidFill>
                <a:latin typeface="Verdana" panose="020B0604030504040204" pitchFamily="34" charset="0"/>
                <a:ea typeface="Verdana" panose="020B0604030504040204" pitchFamily="34" charset="0"/>
                <a:cs typeface="Verdana" panose="020B0604030504040204" pitchFamily="34" charset="0"/>
              </a:rPr>
              <a:t>Business Problem</a:t>
            </a:r>
          </a:p>
        </p:txBody>
      </p:sp>
      <p:sp>
        <p:nvSpPr>
          <p:cNvPr id="34" name="TextBox 33">
            <a:extLst>
              <a:ext uri="{FF2B5EF4-FFF2-40B4-BE49-F238E27FC236}">
                <a16:creationId xmlns:a16="http://schemas.microsoft.com/office/drawing/2014/main" id="{422F0849-857F-20D1-6423-0570268546AD}"/>
              </a:ext>
            </a:extLst>
          </p:cNvPr>
          <p:cNvSpPr txBox="1"/>
          <p:nvPr userDrawn="1"/>
        </p:nvSpPr>
        <p:spPr>
          <a:xfrm>
            <a:off x="5209534" y="1799322"/>
            <a:ext cx="2524766" cy="246221"/>
          </a:xfrm>
          <a:prstGeom prst="rect">
            <a:avLst/>
          </a:prstGeom>
          <a:noFill/>
        </p:spPr>
        <p:txBody>
          <a:bodyPr wrap="square" lIns="0" tIns="0" rIns="0" bIns="0" anchor="ctr">
            <a:spAutoFit/>
          </a:bodyPr>
          <a:lstStyle/>
          <a:p>
            <a:pPr algn="l"/>
            <a:r>
              <a:rPr lang="en-US" sz="1600" b="1">
                <a:solidFill>
                  <a:schemeClr val="bg1"/>
                </a:solidFill>
                <a:latin typeface="Verdana" panose="020B0604030504040204" pitchFamily="34" charset="0"/>
                <a:ea typeface="Verdana" panose="020B0604030504040204" pitchFamily="34" charset="0"/>
                <a:cs typeface="Verdana" panose="020B0604030504040204" pitchFamily="34" charset="0"/>
              </a:rPr>
              <a:t>Ascendion Solution</a:t>
            </a:r>
          </a:p>
        </p:txBody>
      </p:sp>
      <p:grpSp>
        <p:nvGrpSpPr>
          <p:cNvPr id="14" name="Group 13">
            <a:extLst>
              <a:ext uri="{FF2B5EF4-FFF2-40B4-BE49-F238E27FC236}">
                <a16:creationId xmlns:a16="http://schemas.microsoft.com/office/drawing/2014/main" id="{4C0A1CE8-E014-EA9F-C34B-BE5A8E282ECC}"/>
              </a:ext>
            </a:extLst>
          </p:cNvPr>
          <p:cNvGrpSpPr/>
          <p:nvPr userDrawn="1"/>
        </p:nvGrpSpPr>
        <p:grpSpPr>
          <a:xfrm>
            <a:off x="5082023" y="1737765"/>
            <a:ext cx="3879816" cy="385584"/>
            <a:chOff x="5082023" y="1737765"/>
            <a:chExt cx="3879816" cy="385584"/>
          </a:xfrm>
        </p:grpSpPr>
        <p:cxnSp>
          <p:nvCxnSpPr>
            <p:cNvPr id="20" name="Straight Connector 19">
              <a:extLst>
                <a:ext uri="{FF2B5EF4-FFF2-40B4-BE49-F238E27FC236}">
                  <a16:creationId xmlns:a16="http://schemas.microsoft.com/office/drawing/2014/main" id="{8F52324D-44E9-7A47-42C3-953653BD00DF}"/>
                </a:ext>
              </a:extLst>
            </p:cNvPr>
            <p:cNvCxnSpPr>
              <a:cxnSpLocks/>
            </p:cNvCxnSpPr>
            <p:nvPr userDrawn="1"/>
          </p:nvCxnSpPr>
          <p:spPr>
            <a:xfrm>
              <a:off x="8961839" y="1737765"/>
              <a:ext cx="0" cy="38558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DE24740-BF49-13A2-D93B-760FA193E090}"/>
                </a:ext>
              </a:extLst>
            </p:cNvPr>
            <p:cNvCxnSpPr>
              <a:cxnSpLocks/>
            </p:cNvCxnSpPr>
            <p:nvPr userDrawn="1"/>
          </p:nvCxnSpPr>
          <p:spPr>
            <a:xfrm>
              <a:off x="5082023" y="1737765"/>
              <a:ext cx="0" cy="38558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 name="Content Placeholder 2">
            <a:extLst>
              <a:ext uri="{FF2B5EF4-FFF2-40B4-BE49-F238E27FC236}">
                <a16:creationId xmlns:a16="http://schemas.microsoft.com/office/drawing/2014/main" id="{6FE8FD2C-FFE2-E8F7-2153-D79EBD4A283A}"/>
              </a:ext>
            </a:extLst>
          </p:cNvPr>
          <p:cNvSpPr>
            <a:spLocks noGrp="1"/>
          </p:cNvSpPr>
          <p:nvPr>
            <p:ph sz="half" idx="32"/>
          </p:nvPr>
        </p:nvSpPr>
        <p:spPr>
          <a:xfrm>
            <a:off x="5184134" y="2362985"/>
            <a:ext cx="3693166" cy="3868483"/>
          </a:xfrm>
        </p:spPr>
        <p:txBody>
          <a:bodyPr wrap="square">
            <a:normAutofit/>
          </a:bodyPr>
          <a:lstStyle>
            <a:lvl1pPr>
              <a:defRPr sz="1400" b="0" i="0">
                <a:solidFill>
                  <a:schemeClr val="tx1"/>
                </a:solidFill>
                <a:latin typeface="Aptos" panose="020B0004020202020204" pitchFamily="34" charset="0"/>
                <a:cs typeface="Aptos" panose="020B0004020202020204" pitchFamily="34" charset="0"/>
              </a:defRPr>
            </a:lvl1pPr>
            <a:lvl2pPr>
              <a:defRPr sz="1400" b="0" i="0">
                <a:solidFill>
                  <a:schemeClr val="tx1"/>
                </a:solidFill>
                <a:latin typeface="Aptos" panose="020B0004020202020204" pitchFamily="34" charset="0"/>
                <a:cs typeface="Aptos" panose="020B000402020202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GB"/>
              <a:t>Click to edit Master text styles</a:t>
            </a:r>
          </a:p>
          <a:p>
            <a:pPr lvl="1"/>
            <a:r>
              <a:rPr lang="en-GB"/>
              <a:t>Second level</a:t>
            </a:r>
          </a:p>
        </p:txBody>
      </p:sp>
      <p:sp>
        <p:nvSpPr>
          <p:cNvPr id="5" name="Content Placeholder 2">
            <a:extLst>
              <a:ext uri="{FF2B5EF4-FFF2-40B4-BE49-F238E27FC236}">
                <a16:creationId xmlns:a16="http://schemas.microsoft.com/office/drawing/2014/main" id="{4943A43A-EBDD-8F84-F264-07442277D8F0}"/>
              </a:ext>
            </a:extLst>
          </p:cNvPr>
          <p:cNvSpPr>
            <a:spLocks noGrp="1"/>
          </p:cNvSpPr>
          <p:nvPr>
            <p:ph sz="half" idx="33"/>
          </p:nvPr>
        </p:nvSpPr>
        <p:spPr>
          <a:xfrm>
            <a:off x="9091483" y="2362985"/>
            <a:ext cx="2859217" cy="3868483"/>
          </a:xfrm>
        </p:spPr>
        <p:txBody>
          <a:bodyPr wrap="square">
            <a:normAutofit/>
          </a:bodyPr>
          <a:lstStyle>
            <a:lvl1pPr>
              <a:defRPr sz="1400" b="0" i="0">
                <a:solidFill>
                  <a:schemeClr val="tx1"/>
                </a:solidFill>
                <a:latin typeface="Aptos" panose="020B0004020202020204" pitchFamily="34" charset="0"/>
                <a:cs typeface="Aptos" panose="020B0004020202020204" pitchFamily="34" charset="0"/>
              </a:defRPr>
            </a:lvl1pPr>
            <a:lvl2pPr>
              <a:defRPr sz="1400" b="0" i="0">
                <a:solidFill>
                  <a:schemeClr val="tx1"/>
                </a:solidFill>
                <a:latin typeface="Aptos" panose="020B0004020202020204" pitchFamily="34" charset="0"/>
                <a:cs typeface="Aptos" panose="020B000402020202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GB"/>
              <a:t>Click to edit Master text styles</a:t>
            </a:r>
          </a:p>
          <a:p>
            <a:pPr lvl="1"/>
            <a:r>
              <a:rPr lang="en-GB"/>
              <a:t>Second level</a:t>
            </a:r>
          </a:p>
        </p:txBody>
      </p:sp>
      <p:sp>
        <p:nvSpPr>
          <p:cNvPr id="15" name="TextBox 14">
            <a:extLst>
              <a:ext uri="{FF2B5EF4-FFF2-40B4-BE49-F238E27FC236}">
                <a16:creationId xmlns:a16="http://schemas.microsoft.com/office/drawing/2014/main" id="{B73689D8-C9B4-2D34-07F0-DB463189E114}"/>
              </a:ext>
            </a:extLst>
          </p:cNvPr>
          <p:cNvSpPr txBox="1"/>
          <p:nvPr userDrawn="1"/>
        </p:nvSpPr>
        <p:spPr>
          <a:xfrm>
            <a:off x="9434383" y="1799321"/>
            <a:ext cx="2074091" cy="246221"/>
          </a:xfrm>
          <a:prstGeom prst="rect">
            <a:avLst/>
          </a:prstGeom>
          <a:noFill/>
        </p:spPr>
        <p:txBody>
          <a:bodyPr wrap="square" lIns="0" tIns="0" rIns="0" bIns="0" anchor="ctr">
            <a:spAutoFit/>
          </a:bodyPr>
          <a:lstStyle/>
          <a:p>
            <a:pPr algn="l"/>
            <a:r>
              <a:rPr lang="en-US" sz="1600" b="1">
                <a:solidFill>
                  <a:schemeClr val="bg1"/>
                </a:solidFill>
                <a:latin typeface="Verdana" panose="020B0604030504040204" pitchFamily="34" charset="0"/>
                <a:ea typeface="Verdana" panose="020B0604030504040204" pitchFamily="34" charset="0"/>
                <a:cs typeface="Verdana" panose="020B0604030504040204" pitchFamily="34" charset="0"/>
              </a:rPr>
              <a:t>Client </a:t>
            </a:r>
            <a:r>
              <a:rPr lang="en-US" sz="1600" b="1" err="1">
                <a:solidFill>
                  <a:schemeClr val="bg1"/>
                </a:solidFill>
                <a:latin typeface="Verdana" panose="020B0604030504040204" pitchFamily="34" charset="0"/>
                <a:ea typeface="Verdana" panose="020B0604030504040204" pitchFamily="34" charset="0"/>
                <a:cs typeface="Verdana" panose="020B0604030504040204" pitchFamily="34" charset="0"/>
              </a:rPr>
              <a:t>Benifits</a:t>
            </a:r>
            <a:endParaRPr lang="en-US" sz="1600" b="1">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16" name="TextBox 15">
            <a:extLst>
              <a:ext uri="{FF2B5EF4-FFF2-40B4-BE49-F238E27FC236}">
                <a16:creationId xmlns:a16="http://schemas.microsoft.com/office/drawing/2014/main" id="{5E5B966B-1280-A9DA-8598-2560A332500B}"/>
              </a:ext>
            </a:extLst>
          </p:cNvPr>
          <p:cNvSpPr txBox="1"/>
          <p:nvPr userDrawn="1"/>
        </p:nvSpPr>
        <p:spPr>
          <a:xfrm>
            <a:off x="139492" y="5662523"/>
            <a:ext cx="1827567" cy="184666"/>
          </a:xfrm>
          <a:prstGeom prst="rect">
            <a:avLst/>
          </a:prstGeom>
          <a:noFill/>
        </p:spPr>
        <p:txBody>
          <a:bodyPr wrap="square" lIns="0" tIns="0" rIns="0" bIns="0">
            <a:spAutoFit/>
          </a:bodyPr>
          <a:lstStyle/>
          <a:p>
            <a:pPr algn="l"/>
            <a:r>
              <a:rPr lang="en-US" sz="1200" b="1" i="0">
                <a:solidFill>
                  <a:schemeClr val="bg1"/>
                </a:solidFill>
                <a:latin typeface="Verdana" panose="020B0604030504040204" pitchFamily="34" charset="0"/>
                <a:ea typeface="Verdana" panose="020B0604030504040204" pitchFamily="34" charset="0"/>
                <a:cs typeface="Verdana" panose="020B0604030504040204" pitchFamily="34" charset="0"/>
              </a:rPr>
              <a:t>Geo:</a:t>
            </a:r>
          </a:p>
        </p:txBody>
      </p:sp>
      <p:sp>
        <p:nvSpPr>
          <p:cNvPr id="24" name="Text Placeholder 20">
            <a:extLst>
              <a:ext uri="{FF2B5EF4-FFF2-40B4-BE49-F238E27FC236}">
                <a16:creationId xmlns:a16="http://schemas.microsoft.com/office/drawing/2014/main" id="{3B36562D-95D3-D0A4-CCA6-FA7F6904A36A}"/>
              </a:ext>
            </a:extLst>
          </p:cNvPr>
          <p:cNvSpPr>
            <a:spLocks noGrp="1"/>
          </p:cNvSpPr>
          <p:nvPr>
            <p:ph type="body" sz="quarter" idx="36"/>
          </p:nvPr>
        </p:nvSpPr>
        <p:spPr>
          <a:xfrm>
            <a:off x="139492" y="5253750"/>
            <a:ext cx="1724025" cy="350647"/>
          </a:xfrm>
        </p:spPr>
        <p:txBody>
          <a:bodyPr wrap="square">
            <a:normAutofit/>
          </a:bodyPr>
          <a:lstStyle>
            <a:lvl1pPr marL="0" indent="0">
              <a:buNone/>
              <a:defRPr sz="1200" b="0" i="0">
                <a:solidFill>
                  <a:schemeClr val="bg1"/>
                </a:solidFill>
                <a:latin typeface="Aptos" panose="020B0004020202020204" pitchFamily="34" charset="0"/>
              </a:defRPr>
            </a:lvl1pPr>
          </a:lstStyle>
          <a:p>
            <a:pPr lvl="0"/>
            <a:r>
              <a:rPr lang="en-GB"/>
              <a:t>Click to edit Master text styles</a:t>
            </a:r>
          </a:p>
        </p:txBody>
      </p:sp>
      <p:sp>
        <p:nvSpPr>
          <p:cNvPr id="25" name="Text Placeholder 20">
            <a:extLst>
              <a:ext uri="{FF2B5EF4-FFF2-40B4-BE49-F238E27FC236}">
                <a16:creationId xmlns:a16="http://schemas.microsoft.com/office/drawing/2014/main" id="{5979479E-8C44-825E-CA22-2ECE22F9D655}"/>
              </a:ext>
            </a:extLst>
          </p:cNvPr>
          <p:cNvSpPr>
            <a:spLocks noGrp="1"/>
          </p:cNvSpPr>
          <p:nvPr>
            <p:ph type="body" sz="quarter" idx="37"/>
          </p:nvPr>
        </p:nvSpPr>
        <p:spPr>
          <a:xfrm>
            <a:off x="139492" y="5897753"/>
            <a:ext cx="1724025" cy="350647"/>
          </a:xfrm>
        </p:spPr>
        <p:txBody>
          <a:bodyPr wrap="square">
            <a:normAutofit/>
          </a:bodyPr>
          <a:lstStyle>
            <a:lvl1pPr marL="0" indent="0">
              <a:buNone/>
              <a:defRPr sz="1200" b="0" i="0">
                <a:solidFill>
                  <a:schemeClr val="bg1"/>
                </a:solidFill>
                <a:latin typeface="Aptos" panose="020B0004020202020204" pitchFamily="34" charset="0"/>
              </a:defRPr>
            </a:lvl1pPr>
          </a:lstStyle>
          <a:p>
            <a:pPr lvl="0"/>
            <a:r>
              <a:rPr lang="en-GB"/>
              <a:t>Click to edit Master text styles</a:t>
            </a:r>
          </a:p>
        </p:txBody>
      </p:sp>
      <p:sp>
        <p:nvSpPr>
          <p:cNvPr id="11" name="Title 1">
            <a:extLst>
              <a:ext uri="{FF2B5EF4-FFF2-40B4-BE49-F238E27FC236}">
                <a16:creationId xmlns:a16="http://schemas.microsoft.com/office/drawing/2014/main" id="{0773BCE4-316C-2824-8669-331C25E93F9D}"/>
              </a:ext>
            </a:extLst>
          </p:cNvPr>
          <p:cNvSpPr>
            <a:spLocks noGrp="1"/>
          </p:cNvSpPr>
          <p:nvPr>
            <p:ph type="title" hasCustomPrompt="1"/>
          </p:nvPr>
        </p:nvSpPr>
        <p:spPr>
          <a:xfrm>
            <a:off x="2241628" y="394087"/>
            <a:ext cx="9445985" cy="965200"/>
          </a:xfrm>
        </p:spPr>
        <p:txBody>
          <a:bodyPr>
            <a:noAutofit/>
          </a:bodyPr>
          <a:lstStyle/>
          <a:p>
            <a:r>
              <a:rPr lang="en-US"/>
              <a:t>Click To Edit Master Title Style</a:t>
            </a:r>
            <a:endParaRPr lang="en-AU"/>
          </a:p>
        </p:txBody>
      </p:sp>
      <p:sp>
        <p:nvSpPr>
          <p:cNvPr id="4" name="TextBox 3">
            <a:extLst>
              <a:ext uri="{FF2B5EF4-FFF2-40B4-BE49-F238E27FC236}">
                <a16:creationId xmlns:a16="http://schemas.microsoft.com/office/drawing/2014/main" id="{2B0E784C-5043-428D-DC33-634365C56E4F}"/>
              </a:ext>
            </a:extLst>
          </p:cNvPr>
          <p:cNvSpPr txBox="1"/>
          <p:nvPr userDrawn="1"/>
        </p:nvSpPr>
        <p:spPr>
          <a:xfrm>
            <a:off x="139492" y="2852936"/>
            <a:ext cx="1702008" cy="184666"/>
          </a:xfrm>
          <a:prstGeom prst="rect">
            <a:avLst/>
          </a:prstGeom>
          <a:noFill/>
        </p:spPr>
        <p:txBody>
          <a:bodyPr wrap="square" lIns="0" tIns="0" rIns="0" bIns="0">
            <a:spAutoFit/>
          </a:bodyPr>
          <a:lstStyle/>
          <a:p>
            <a:pPr algn="l"/>
            <a:r>
              <a:rPr lang="en-US" sz="1200" b="1" i="0">
                <a:solidFill>
                  <a:schemeClr val="bg1"/>
                </a:solidFill>
                <a:latin typeface="Verdana" panose="020B0604030504040204" pitchFamily="34" charset="0"/>
                <a:ea typeface="Verdana" panose="020B0604030504040204" pitchFamily="34" charset="0"/>
                <a:cs typeface="Verdana" panose="020B0604030504040204" pitchFamily="34" charset="0"/>
              </a:rPr>
              <a:t>About the client:</a:t>
            </a:r>
          </a:p>
        </p:txBody>
      </p:sp>
      <p:sp>
        <p:nvSpPr>
          <p:cNvPr id="7" name="Text Placeholder 20">
            <a:extLst>
              <a:ext uri="{FF2B5EF4-FFF2-40B4-BE49-F238E27FC236}">
                <a16:creationId xmlns:a16="http://schemas.microsoft.com/office/drawing/2014/main" id="{9F235FC0-4E27-D968-58A3-F9EAFA92D967}"/>
              </a:ext>
            </a:extLst>
          </p:cNvPr>
          <p:cNvSpPr>
            <a:spLocks noGrp="1"/>
          </p:cNvSpPr>
          <p:nvPr>
            <p:ph type="body" sz="quarter" idx="38"/>
          </p:nvPr>
        </p:nvSpPr>
        <p:spPr>
          <a:xfrm>
            <a:off x="139492" y="3068960"/>
            <a:ext cx="1724025" cy="1337940"/>
          </a:xfrm>
        </p:spPr>
        <p:txBody>
          <a:bodyPr wrap="square">
            <a:normAutofit/>
          </a:bodyPr>
          <a:lstStyle>
            <a:lvl1pPr marL="0" indent="0">
              <a:buNone/>
              <a:defRPr sz="1200" b="0" i="0">
                <a:solidFill>
                  <a:schemeClr val="bg1"/>
                </a:solidFill>
                <a:latin typeface="Aptos" panose="020B0004020202020204" pitchFamily="34" charset="0"/>
              </a:defRPr>
            </a:lvl1pPr>
          </a:lstStyle>
          <a:p>
            <a:pPr lvl="0"/>
            <a:r>
              <a:rPr lang="en-GB"/>
              <a:t>Click to edit Master text styles</a:t>
            </a:r>
          </a:p>
        </p:txBody>
      </p:sp>
      <p:grpSp>
        <p:nvGrpSpPr>
          <p:cNvPr id="17" name="Group 16">
            <a:extLst>
              <a:ext uri="{FF2B5EF4-FFF2-40B4-BE49-F238E27FC236}">
                <a16:creationId xmlns:a16="http://schemas.microsoft.com/office/drawing/2014/main" id="{01D73FCF-34CD-7A47-56EC-55C24F57E5EA}"/>
              </a:ext>
            </a:extLst>
          </p:cNvPr>
          <p:cNvGrpSpPr/>
          <p:nvPr userDrawn="1"/>
        </p:nvGrpSpPr>
        <p:grpSpPr>
          <a:xfrm>
            <a:off x="5082023" y="2315096"/>
            <a:ext cx="3879816" cy="4085704"/>
            <a:chOff x="5082023" y="1737765"/>
            <a:chExt cx="3879816" cy="385584"/>
          </a:xfrm>
        </p:grpSpPr>
        <p:cxnSp>
          <p:nvCxnSpPr>
            <p:cNvPr id="19" name="Straight Connector 18">
              <a:extLst>
                <a:ext uri="{FF2B5EF4-FFF2-40B4-BE49-F238E27FC236}">
                  <a16:creationId xmlns:a16="http://schemas.microsoft.com/office/drawing/2014/main" id="{5DF3B407-BDE4-335A-5A8C-1E0B8BF216D8}"/>
                </a:ext>
              </a:extLst>
            </p:cNvPr>
            <p:cNvCxnSpPr>
              <a:cxnSpLocks/>
            </p:cNvCxnSpPr>
            <p:nvPr userDrawn="1"/>
          </p:nvCxnSpPr>
          <p:spPr>
            <a:xfrm>
              <a:off x="8961839" y="1737765"/>
              <a:ext cx="0" cy="3855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D466F1C-B3D4-533E-3981-AEB2F79776A1}"/>
                </a:ext>
              </a:extLst>
            </p:cNvPr>
            <p:cNvCxnSpPr>
              <a:cxnSpLocks/>
            </p:cNvCxnSpPr>
            <p:nvPr userDrawn="1"/>
          </p:nvCxnSpPr>
          <p:spPr>
            <a:xfrm>
              <a:off x="5082023" y="1737765"/>
              <a:ext cx="0" cy="3855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559384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 Case Study Template - Ligh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6D9BE2CB-078E-195D-BC0F-19DCEDE5A835}"/>
              </a:ext>
            </a:extLst>
          </p:cNvPr>
          <p:cNvSpPr>
            <a:spLocks noGrp="1"/>
          </p:cNvSpPr>
          <p:nvPr>
            <p:ph type="pic" sz="quarter" idx="10"/>
          </p:nvPr>
        </p:nvSpPr>
        <p:spPr>
          <a:xfrm>
            <a:off x="7895065" y="1613446"/>
            <a:ext cx="4296937" cy="4598596"/>
          </a:xfrm>
          <a:prstGeom prst="rect">
            <a:avLst/>
          </a:prstGeom>
          <a:solidFill>
            <a:schemeClr val="bg2">
              <a:lumMod val="20000"/>
              <a:lumOff val="80000"/>
            </a:schemeClr>
          </a:solidFill>
        </p:spPr>
        <p:txBody>
          <a:bodyPr wrap="square" anchor="ctr">
            <a:noAutofit/>
          </a:bodyPr>
          <a:lstStyle>
            <a:lvl1pPr marL="0" indent="0" algn="ctr">
              <a:buNone/>
              <a:defRPr b="0" i="0">
                <a:latin typeface="Verdana" panose="020B0604030504040204" pitchFamily="34" charset="0"/>
                <a:ea typeface="Verdana" panose="020B0604030504040204" pitchFamily="34" charset="0"/>
                <a:cs typeface="Verdana" panose="020B0604030504040204" pitchFamily="34" charset="0"/>
              </a:defRPr>
            </a:lvl1pPr>
          </a:lstStyle>
          <a:p>
            <a:r>
              <a:rPr lang="en-GB"/>
              <a:t>Click icon to add picture</a:t>
            </a:r>
            <a:endParaRPr lang="de-DE"/>
          </a:p>
        </p:txBody>
      </p:sp>
      <p:sp>
        <p:nvSpPr>
          <p:cNvPr id="9" name="Rectangle 8">
            <a:extLst>
              <a:ext uri="{FF2B5EF4-FFF2-40B4-BE49-F238E27FC236}">
                <a16:creationId xmlns:a16="http://schemas.microsoft.com/office/drawing/2014/main" id="{D74601F4-528F-F337-00F9-6759A7127E8E}"/>
              </a:ext>
            </a:extLst>
          </p:cNvPr>
          <p:cNvSpPr/>
          <p:nvPr userDrawn="1"/>
        </p:nvSpPr>
        <p:spPr>
          <a:xfrm>
            <a:off x="515937" y="1603637"/>
            <a:ext cx="7011136" cy="379141"/>
          </a:xfrm>
          <a:prstGeom prst="rect">
            <a:avLst/>
          </a:prstGeom>
          <a:solidFill>
            <a:schemeClr val="accent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b="0" i="0">
              <a:latin typeface="Verdana" panose="020B0604030504040204" pitchFamily="34" charset="0"/>
              <a:ea typeface="Verdana" panose="020B0604030504040204" pitchFamily="34" charset="0"/>
              <a:cs typeface="Verdana" panose="020B0604030504040204" pitchFamily="34" charset="0"/>
            </a:endParaRPr>
          </a:p>
        </p:txBody>
      </p:sp>
      <p:sp>
        <p:nvSpPr>
          <p:cNvPr id="10" name="Rectangle 9">
            <a:extLst>
              <a:ext uri="{FF2B5EF4-FFF2-40B4-BE49-F238E27FC236}">
                <a16:creationId xmlns:a16="http://schemas.microsoft.com/office/drawing/2014/main" id="{EF055DE9-65C3-3EB8-D8BF-E2BFF444B64E}"/>
              </a:ext>
            </a:extLst>
          </p:cNvPr>
          <p:cNvSpPr/>
          <p:nvPr userDrawn="1"/>
        </p:nvSpPr>
        <p:spPr>
          <a:xfrm>
            <a:off x="515938" y="3827168"/>
            <a:ext cx="3230873" cy="379141"/>
          </a:xfrm>
          <a:prstGeom prst="rect">
            <a:avLst/>
          </a:prstGeom>
          <a:solidFill>
            <a:schemeClr val="accent1"/>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b="0" i="0">
              <a:latin typeface="Verdana" panose="020B0604030504040204" pitchFamily="34" charset="0"/>
              <a:ea typeface="Verdana" panose="020B0604030504040204" pitchFamily="34" charset="0"/>
              <a:cs typeface="Verdana" panose="020B0604030504040204" pitchFamily="34" charset="0"/>
            </a:endParaRPr>
          </a:p>
        </p:txBody>
      </p:sp>
      <p:sp>
        <p:nvSpPr>
          <p:cNvPr id="11" name="Rectangle 10">
            <a:extLst>
              <a:ext uri="{FF2B5EF4-FFF2-40B4-BE49-F238E27FC236}">
                <a16:creationId xmlns:a16="http://schemas.microsoft.com/office/drawing/2014/main" id="{2230974A-A07E-A5F1-A9BD-7A4B30E3891D}"/>
              </a:ext>
            </a:extLst>
          </p:cNvPr>
          <p:cNvSpPr/>
          <p:nvPr userDrawn="1"/>
        </p:nvSpPr>
        <p:spPr>
          <a:xfrm>
            <a:off x="4296201" y="3827168"/>
            <a:ext cx="3230873" cy="379141"/>
          </a:xfrm>
          <a:prstGeom prst="rect">
            <a:avLst/>
          </a:prstGeom>
          <a:solidFill>
            <a:schemeClr val="accent4"/>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b="0" i="0">
              <a:latin typeface="Verdana" panose="020B0604030504040204" pitchFamily="34" charset="0"/>
              <a:ea typeface="Verdana" panose="020B0604030504040204" pitchFamily="34" charset="0"/>
              <a:cs typeface="Verdana" panose="020B0604030504040204" pitchFamily="34" charset="0"/>
            </a:endParaRPr>
          </a:p>
        </p:txBody>
      </p:sp>
      <p:sp>
        <p:nvSpPr>
          <p:cNvPr id="33" name="TextBox 32">
            <a:extLst>
              <a:ext uri="{FF2B5EF4-FFF2-40B4-BE49-F238E27FC236}">
                <a16:creationId xmlns:a16="http://schemas.microsoft.com/office/drawing/2014/main" id="{63B28BD4-B927-D5D7-3E8E-3B8E9CDB9CE1}"/>
              </a:ext>
            </a:extLst>
          </p:cNvPr>
          <p:cNvSpPr txBox="1"/>
          <p:nvPr userDrawn="1"/>
        </p:nvSpPr>
        <p:spPr>
          <a:xfrm>
            <a:off x="636258" y="1613446"/>
            <a:ext cx="2990231" cy="369332"/>
          </a:xfrm>
          <a:prstGeom prst="rect">
            <a:avLst/>
          </a:prstGeom>
          <a:noFill/>
        </p:spPr>
        <p:txBody>
          <a:bodyPr wrap="square" lIns="0" tIns="0" rIns="0" bIns="0" anchor="ctr">
            <a:normAutofit/>
          </a:bodyPr>
          <a:lstStyle/>
          <a:p>
            <a:pPr algn="l"/>
            <a:r>
              <a:rPr lang="en-US" sz="1600">
                <a:solidFill>
                  <a:schemeClr val="bg1"/>
                </a:solidFill>
                <a:latin typeface="Verdana" panose="020B0604030504040204" pitchFamily="34" charset="0"/>
                <a:ea typeface="Verdana" panose="020B0604030504040204" pitchFamily="34" charset="0"/>
                <a:cs typeface="Verdana" panose="020B0604030504040204" pitchFamily="34" charset="0"/>
              </a:rPr>
              <a:t>The Challenge</a:t>
            </a:r>
          </a:p>
        </p:txBody>
      </p:sp>
      <p:sp>
        <p:nvSpPr>
          <p:cNvPr id="12" name="TextBox 11">
            <a:extLst>
              <a:ext uri="{FF2B5EF4-FFF2-40B4-BE49-F238E27FC236}">
                <a16:creationId xmlns:a16="http://schemas.microsoft.com/office/drawing/2014/main" id="{08D1FA6B-2360-0121-7292-A1CDE1A23140}"/>
              </a:ext>
            </a:extLst>
          </p:cNvPr>
          <p:cNvSpPr txBox="1"/>
          <p:nvPr userDrawn="1"/>
        </p:nvSpPr>
        <p:spPr>
          <a:xfrm>
            <a:off x="636258" y="3827169"/>
            <a:ext cx="2990231" cy="369332"/>
          </a:xfrm>
          <a:prstGeom prst="rect">
            <a:avLst/>
          </a:prstGeom>
          <a:noFill/>
        </p:spPr>
        <p:txBody>
          <a:bodyPr wrap="square" lIns="0" tIns="0" rIns="0" bIns="0" anchor="ctr">
            <a:normAutofit/>
          </a:bodyPr>
          <a:lstStyle/>
          <a:p>
            <a:pPr algn="l"/>
            <a:r>
              <a:rPr lang="en-US" sz="1600">
                <a:solidFill>
                  <a:schemeClr val="tx1"/>
                </a:solidFill>
                <a:latin typeface="Verdana" panose="020B0604030504040204" pitchFamily="34" charset="0"/>
                <a:ea typeface="Verdana" panose="020B0604030504040204" pitchFamily="34" charset="0"/>
                <a:cs typeface="Verdana" panose="020B0604030504040204" pitchFamily="34" charset="0"/>
              </a:rPr>
              <a:t>The Solution</a:t>
            </a:r>
          </a:p>
        </p:txBody>
      </p:sp>
      <p:sp>
        <p:nvSpPr>
          <p:cNvPr id="14" name="TextBox 13">
            <a:extLst>
              <a:ext uri="{FF2B5EF4-FFF2-40B4-BE49-F238E27FC236}">
                <a16:creationId xmlns:a16="http://schemas.microsoft.com/office/drawing/2014/main" id="{E8A8D9C9-402E-E931-BA12-3C00810128F6}"/>
              </a:ext>
            </a:extLst>
          </p:cNvPr>
          <p:cNvSpPr txBox="1"/>
          <p:nvPr userDrawn="1"/>
        </p:nvSpPr>
        <p:spPr>
          <a:xfrm>
            <a:off x="4416522" y="3836977"/>
            <a:ext cx="2990231" cy="369332"/>
          </a:xfrm>
          <a:prstGeom prst="rect">
            <a:avLst/>
          </a:prstGeom>
          <a:noFill/>
        </p:spPr>
        <p:txBody>
          <a:bodyPr wrap="square" lIns="0" tIns="0" rIns="0" bIns="0" anchor="ctr">
            <a:normAutofit/>
          </a:bodyPr>
          <a:lstStyle/>
          <a:p>
            <a:pPr algn="l"/>
            <a:r>
              <a:rPr lang="en-US" sz="1600">
                <a:solidFill>
                  <a:schemeClr val="bg1"/>
                </a:solidFill>
                <a:latin typeface="Verdana" panose="020B0604030504040204" pitchFamily="34" charset="0"/>
                <a:ea typeface="Verdana" panose="020B0604030504040204" pitchFamily="34" charset="0"/>
                <a:cs typeface="Verdana" panose="020B0604030504040204" pitchFamily="34" charset="0"/>
              </a:rPr>
              <a:t>Business Impact</a:t>
            </a:r>
          </a:p>
        </p:txBody>
      </p:sp>
      <p:sp>
        <p:nvSpPr>
          <p:cNvPr id="20" name="Content Placeholder 2">
            <a:extLst>
              <a:ext uri="{FF2B5EF4-FFF2-40B4-BE49-F238E27FC236}">
                <a16:creationId xmlns:a16="http://schemas.microsoft.com/office/drawing/2014/main" id="{4B07B6CE-3309-07D1-52B1-7F1448FF875F}"/>
              </a:ext>
            </a:extLst>
          </p:cNvPr>
          <p:cNvSpPr>
            <a:spLocks noGrp="1"/>
          </p:cNvSpPr>
          <p:nvPr>
            <p:ph sz="half" idx="28"/>
          </p:nvPr>
        </p:nvSpPr>
        <p:spPr>
          <a:xfrm>
            <a:off x="515933" y="2172350"/>
            <a:ext cx="7011136" cy="1462461"/>
          </a:xfrm>
        </p:spPr>
        <p:txBody>
          <a:bodyPr wrap="square">
            <a:normAutofit/>
          </a:bodyPr>
          <a:lstStyle>
            <a:lvl1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GB"/>
              <a:t>Click to edit Master text styles</a:t>
            </a:r>
          </a:p>
          <a:p>
            <a:pPr lvl="1"/>
            <a:r>
              <a:rPr lang="en-GB"/>
              <a:t>Second level</a:t>
            </a:r>
          </a:p>
        </p:txBody>
      </p:sp>
      <p:sp>
        <p:nvSpPr>
          <p:cNvPr id="26" name="Content Placeholder 2">
            <a:extLst>
              <a:ext uri="{FF2B5EF4-FFF2-40B4-BE49-F238E27FC236}">
                <a16:creationId xmlns:a16="http://schemas.microsoft.com/office/drawing/2014/main" id="{30FC2570-2B4A-0849-BB7F-453DC1B0B2A8}"/>
              </a:ext>
            </a:extLst>
          </p:cNvPr>
          <p:cNvSpPr>
            <a:spLocks noGrp="1"/>
          </p:cNvSpPr>
          <p:nvPr>
            <p:ph sz="half" idx="29"/>
          </p:nvPr>
        </p:nvSpPr>
        <p:spPr>
          <a:xfrm>
            <a:off x="515934" y="4398667"/>
            <a:ext cx="3230873" cy="1813375"/>
          </a:xfrm>
        </p:spPr>
        <p:txBody>
          <a:bodyPr wrap="square">
            <a:normAutofit/>
          </a:bodyPr>
          <a:lstStyle>
            <a:lvl1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GB"/>
              <a:t>Click to edit Master text styles</a:t>
            </a:r>
          </a:p>
          <a:p>
            <a:pPr lvl="1"/>
            <a:r>
              <a:rPr lang="en-GB"/>
              <a:t>Second level</a:t>
            </a:r>
          </a:p>
        </p:txBody>
      </p:sp>
      <p:sp>
        <p:nvSpPr>
          <p:cNvPr id="27" name="Content Placeholder 2">
            <a:extLst>
              <a:ext uri="{FF2B5EF4-FFF2-40B4-BE49-F238E27FC236}">
                <a16:creationId xmlns:a16="http://schemas.microsoft.com/office/drawing/2014/main" id="{915EB2C9-7B59-46AC-C4E8-243BB8DEA0BE}"/>
              </a:ext>
            </a:extLst>
          </p:cNvPr>
          <p:cNvSpPr>
            <a:spLocks noGrp="1"/>
          </p:cNvSpPr>
          <p:nvPr>
            <p:ph sz="half" idx="30"/>
          </p:nvPr>
        </p:nvSpPr>
        <p:spPr>
          <a:xfrm>
            <a:off x="4296201" y="4398667"/>
            <a:ext cx="3230873" cy="1813375"/>
          </a:xfrm>
        </p:spPr>
        <p:txBody>
          <a:bodyPr wrap="square">
            <a:normAutofit/>
          </a:bodyPr>
          <a:lstStyle>
            <a:lvl1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GB"/>
              <a:t>Click to edit Master text styles</a:t>
            </a:r>
          </a:p>
          <a:p>
            <a:pPr lvl="1"/>
            <a:r>
              <a:rPr lang="en-GB"/>
              <a:t>Second level</a:t>
            </a:r>
          </a:p>
        </p:txBody>
      </p:sp>
      <p:sp>
        <p:nvSpPr>
          <p:cNvPr id="3" name="Title 1">
            <a:extLst>
              <a:ext uri="{FF2B5EF4-FFF2-40B4-BE49-F238E27FC236}">
                <a16:creationId xmlns:a16="http://schemas.microsoft.com/office/drawing/2014/main" id="{A95EDC12-290F-485B-9E72-9551694D7FB0}"/>
              </a:ext>
            </a:extLst>
          </p:cNvPr>
          <p:cNvSpPr>
            <a:spLocks noGrp="1"/>
          </p:cNvSpPr>
          <p:nvPr>
            <p:ph type="title" hasCustomPrompt="1"/>
          </p:nvPr>
        </p:nvSpPr>
        <p:spPr>
          <a:xfrm>
            <a:off x="515937" y="394087"/>
            <a:ext cx="11171676" cy="430887"/>
          </a:xfrm>
        </p:spPr>
        <p:txBody>
          <a:bodyPr>
            <a:spAutoFit/>
          </a:bodyPr>
          <a:lstStyle/>
          <a:p>
            <a:r>
              <a:rPr lang="en-US"/>
              <a:t>Click To Edit Master Title Style</a:t>
            </a:r>
            <a:endParaRPr lang="en-AU"/>
          </a:p>
        </p:txBody>
      </p:sp>
    </p:spTree>
    <p:extLst>
      <p:ext uri="{BB962C8B-B14F-4D97-AF65-F5344CB8AC3E}">
        <p14:creationId xmlns:p14="http://schemas.microsoft.com/office/powerpoint/2010/main" val="33892470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One Content - Light_used">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13AE9919-8BE1-9B8D-8546-E7527B31B533}"/>
              </a:ext>
            </a:extLst>
          </p:cNvPr>
          <p:cNvSpPr>
            <a:spLocks noGrp="1"/>
          </p:cNvSpPr>
          <p:nvPr>
            <p:ph type="title" hasCustomPrompt="1"/>
          </p:nvPr>
        </p:nvSpPr>
        <p:spPr>
          <a:xfrm>
            <a:off x="555626" y="232992"/>
            <a:ext cx="10361757" cy="567109"/>
          </a:xfrm>
          <a:prstGeom prst="rect">
            <a:avLst/>
          </a:prstGeom>
        </p:spPr>
        <p:txBody>
          <a:bodyPr vert="horz" lIns="0" tIns="0" rIns="0" bIns="0" rtlCol="0" anchor="t">
            <a:noAutofit/>
          </a:bodyPr>
          <a:lstStyle>
            <a:lvl1pPr>
              <a:defRPr sz="3000">
                <a:latin typeface="PP Neue Machina Plain Italic" panose="020B0604020202020204" charset="0"/>
              </a:defRPr>
            </a:lvl1pPr>
          </a:lstStyle>
          <a:p>
            <a:r>
              <a:rPr lang="en-US"/>
              <a:t>Click To Edit Master Title Style</a:t>
            </a:r>
          </a:p>
        </p:txBody>
      </p:sp>
      <p:sp>
        <p:nvSpPr>
          <p:cNvPr id="4" name="Content Placeholder 3">
            <a:extLst>
              <a:ext uri="{FF2B5EF4-FFF2-40B4-BE49-F238E27FC236}">
                <a16:creationId xmlns:a16="http://schemas.microsoft.com/office/drawing/2014/main" id="{27962594-0612-4734-B801-D3A8ACEC8AD4}"/>
              </a:ext>
            </a:extLst>
          </p:cNvPr>
          <p:cNvSpPr>
            <a:spLocks noGrp="1"/>
          </p:cNvSpPr>
          <p:nvPr>
            <p:ph sz="quarter" idx="15"/>
          </p:nvPr>
        </p:nvSpPr>
        <p:spPr>
          <a:xfrm>
            <a:off x="555626" y="1839914"/>
            <a:ext cx="11120439" cy="43307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Graphic 24">
            <a:extLst>
              <a:ext uri="{FF2B5EF4-FFF2-40B4-BE49-F238E27FC236}">
                <a16:creationId xmlns:a16="http://schemas.microsoft.com/office/drawing/2014/main" id="{6E1E8192-4301-9E2C-0BEC-A3F968017D70}"/>
              </a:ext>
            </a:extLst>
          </p:cNvPr>
          <p:cNvSpPr/>
          <p:nvPr userDrawn="1"/>
        </p:nvSpPr>
        <p:spPr>
          <a:xfrm>
            <a:off x="0" y="0"/>
            <a:ext cx="121768" cy="1959429"/>
          </a:xfrm>
          <a:custGeom>
            <a:avLst/>
            <a:gdLst>
              <a:gd name="connsiteX0" fmla="*/ 0 w 190722"/>
              <a:gd name="connsiteY0" fmla="*/ 0 h 3068991"/>
              <a:gd name="connsiteX1" fmla="*/ 0 w 190722"/>
              <a:gd name="connsiteY1" fmla="*/ 3068992 h 3068991"/>
              <a:gd name="connsiteX2" fmla="*/ 190722 w 190722"/>
              <a:gd name="connsiteY2" fmla="*/ 2669273 h 3068991"/>
              <a:gd name="connsiteX3" fmla="*/ 0 w 190722"/>
              <a:gd name="connsiteY3" fmla="*/ 0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0" y="0"/>
                </a:moveTo>
                <a:lnTo>
                  <a:pt x="0" y="3068992"/>
                </a:lnTo>
                <a:cubicBezTo>
                  <a:pt x="63644" y="2935822"/>
                  <a:pt x="127078" y="2802442"/>
                  <a:pt x="190722" y="2669273"/>
                </a:cubicBezTo>
                <a:cubicBezTo>
                  <a:pt x="127078" y="1779515"/>
                  <a:pt x="63644" y="889758"/>
                  <a:pt x="0" y="0"/>
                </a:cubicBezTo>
                <a:close/>
              </a:path>
            </a:pathLst>
          </a:custGeom>
          <a:solidFill>
            <a:schemeClr val="accent1"/>
          </a:solidFill>
          <a:ln w="20108" cap="flat">
            <a:noFill/>
            <a:prstDash val="solid"/>
            <a:miter/>
          </a:ln>
        </p:spPr>
        <p:txBody>
          <a:bodyPr rtlCol="0" anchor="ctr"/>
          <a:lstStyle/>
          <a:p>
            <a:endParaRPr lang="en-US" sz="1400"/>
          </a:p>
        </p:txBody>
      </p:sp>
      <p:sp>
        <p:nvSpPr>
          <p:cNvPr id="6" name="Graphic 26">
            <a:extLst>
              <a:ext uri="{FF2B5EF4-FFF2-40B4-BE49-F238E27FC236}">
                <a16:creationId xmlns:a16="http://schemas.microsoft.com/office/drawing/2014/main" id="{C7044421-654C-898B-E43A-07F00E643171}"/>
              </a:ext>
            </a:extLst>
          </p:cNvPr>
          <p:cNvSpPr/>
          <p:nvPr userDrawn="1"/>
        </p:nvSpPr>
        <p:spPr>
          <a:xfrm>
            <a:off x="12070232" y="5008132"/>
            <a:ext cx="121768" cy="1959429"/>
          </a:xfrm>
          <a:custGeom>
            <a:avLst/>
            <a:gdLst>
              <a:gd name="connsiteX0" fmla="*/ 190722 w 190722"/>
              <a:gd name="connsiteY0" fmla="*/ 3068992 h 3068991"/>
              <a:gd name="connsiteX1" fmla="*/ 190722 w 190722"/>
              <a:gd name="connsiteY1" fmla="*/ 0 h 3068991"/>
              <a:gd name="connsiteX2" fmla="*/ 0 w 190722"/>
              <a:gd name="connsiteY2" fmla="*/ 399719 h 3068991"/>
              <a:gd name="connsiteX3" fmla="*/ 190722 w 190722"/>
              <a:gd name="connsiteY3" fmla="*/ 3068992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190722" y="3068992"/>
                </a:moveTo>
                <a:lnTo>
                  <a:pt x="190722" y="0"/>
                </a:lnTo>
                <a:cubicBezTo>
                  <a:pt x="127078" y="133170"/>
                  <a:pt x="63644" y="266549"/>
                  <a:pt x="0" y="399719"/>
                </a:cubicBezTo>
                <a:cubicBezTo>
                  <a:pt x="63644" y="1289476"/>
                  <a:pt x="127078" y="2179234"/>
                  <a:pt x="190722" y="3068992"/>
                </a:cubicBezTo>
                <a:close/>
              </a:path>
            </a:pathLst>
          </a:custGeom>
          <a:solidFill>
            <a:schemeClr val="accent1"/>
          </a:solidFill>
          <a:ln w="20108" cap="flat">
            <a:noFill/>
            <a:prstDash val="solid"/>
            <a:miter/>
          </a:ln>
        </p:spPr>
        <p:txBody>
          <a:bodyPr rtlCol="0" anchor="ctr"/>
          <a:lstStyle/>
          <a:p>
            <a:endParaRPr lang="en-US" sz="1400"/>
          </a:p>
        </p:txBody>
      </p:sp>
      <p:pic>
        <p:nvPicPr>
          <p:cNvPr id="9" name="Graphic 8">
            <a:extLst>
              <a:ext uri="{FF2B5EF4-FFF2-40B4-BE49-F238E27FC236}">
                <a16:creationId xmlns:a16="http://schemas.microsoft.com/office/drawing/2014/main" id="{451ED5CD-E0BA-AFA1-4E70-2639686FDDE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a:ext>
            </a:extLst>
          </a:blip>
          <a:stretch>
            <a:fillRect/>
          </a:stretch>
        </p:blipFill>
        <p:spPr>
          <a:xfrm>
            <a:off x="11339089" y="108515"/>
            <a:ext cx="673947" cy="871200"/>
          </a:xfrm>
          <a:prstGeom prst="rect">
            <a:avLst/>
          </a:prstGeom>
        </p:spPr>
      </p:pic>
    </p:spTree>
    <p:extLst>
      <p:ext uri="{BB962C8B-B14F-4D97-AF65-F5344CB8AC3E}">
        <p14:creationId xmlns:p14="http://schemas.microsoft.com/office/powerpoint/2010/main" val="752389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F44E4-26F1-9FE4-8F65-0078B5BF2EF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191140A-93A6-6DD2-7B86-5BC57B0B0E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206A090-501A-E8D8-4DAA-649D25D50D89}"/>
              </a:ext>
            </a:extLst>
          </p:cNvPr>
          <p:cNvSpPr>
            <a:spLocks noGrp="1"/>
          </p:cNvSpPr>
          <p:nvPr>
            <p:ph type="dt" sz="half" idx="10"/>
          </p:nvPr>
        </p:nvSpPr>
        <p:spPr/>
        <p:txBody>
          <a:bodyPr/>
          <a:lstStyle/>
          <a:p>
            <a:fld id="{A6C04EF3-5FF9-4ACE-BC3C-8DFDE9012084}" type="datetimeFigureOut">
              <a:rPr lang="en-IN" smtClean="0"/>
              <a:t>09/04/26</a:t>
            </a:fld>
            <a:endParaRPr lang="en-IN"/>
          </a:p>
        </p:txBody>
      </p:sp>
      <p:sp>
        <p:nvSpPr>
          <p:cNvPr id="5" name="Footer Placeholder 4">
            <a:extLst>
              <a:ext uri="{FF2B5EF4-FFF2-40B4-BE49-F238E27FC236}">
                <a16:creationId xmlns:a16="http://schemas.microsoft.com/office/drawing/2014/main" id="{C7239976-A5C5-A93D-990B-6C965A2525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D984A7-1015-5F69-E87E-21CD3D1E9955}"/>
              </a:ext>
            </a:extLst>
          </p:cNvPr>
          <p:cNvSpPr>
            <a:spLocks noGrp="1"/>
          </p:cNvSpPr>
          <p:nvPr>
            <p:ph type="sldNum" sz="quarter" idx="12"/>
          </p:nvPr>
        </p:nvSpPr>
        <p:spPr/>
        <p:txBody>
          <a:bodyPr/>
          <a:lstStyle/>
          <a:p>
            <a:fld id="{0DBB8376-9A29-4DB9-904C-0C045F07F6E8}" type="slidenum">
              <a:rPr lang="en-IN" smtClean="0"/>
              <a:t>‹#›</a:t>
            </a:fld>
            <a:endParaRPr lang="en-IN"/>
          </a:p>
        </p:txBody>
      </p:sp>
    </p:spTree>
    <p:extLst>
      <p:ext uri="{BB962C8B-B14F-4D97-AF65-F5344CB8AC3E}">
        <p14:creationId xmlns:p14="http://schemas.microsoft.com/office/powerpoint/2010/main" val="32292368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userDrawn="1">
  <p:cSld name="Title HALF IMAGE white">
    <p:spTree>
      <p:nvGrpSpPr>
        <p:cNvPr id="1" name=""/>
        <p:cNvGrpSpPr/>
        <p:nvPr/>
      </p:nvGrpSpPr>
      <p:grpSpPr>
        <a:xfrm>
          <a:off x="0" y="0"/>
          <a:ext cx="0" cy="0"/>
          <a:chOff x="0" y="0"/>
          <a:chExt cx="0" cy="0"/>
        </a:xfrm>
      </p:grpSpPr>
      <p:sp>
        <p:nvSpPr>
          <p:cNvPr id="33" name="Picture Placeholder 32">
            <a:extLst>
              <a:ext uri="{FF2B5EF4-FFF2-40B4-BE49-F238E27FC236}">
                <a16:creationId xmlns:a16="http://schemas.microsoft.com/office/drawing/2014/main" id="{01F54CCE-2A05-56EB-965D-AE06B1C43403}"/>
              </a:ext>
            </a:extLst>
          </p:cNvPr>
          <p:cNvSpPr>
            <a:spLocks noGrp="1"/>
          </p:cNvSpPr>
          <p:nvPr>
            <p:ph type="pic" sz="quarter" idx="13" hasCustomPrompt="1"/>
          </p:nvPr>
        </p:nvSpPr>
        <p:spPr>
          <a:xfrm>
            <a:off x="6096000" y="0"/>
            <a:ext cx="6096000" cy="6858000"/>
          </a:xfrm>
        </p:spPr>
        <p:txBody>
          <a:bodyPr>
            <a:noAutofit/>
          </a:bodyPr>
          <a:lstStyle>
            <a:lvl1pPr marL="0" indent="0">
              <a:buNone/>
              <a:defRPr/>
            </a:lvl1pPr>
          </a:lstStyle>
          <a:p>
            <a:r>
              <a:rPr lang="en-US"/>
              <a:t>Click icon to add image</a:t>
            </a:r>
          </a:p>
        </p:txBody>
      </p:sp>
      <p:sp>
        <p:nvSpPr>
          <p:cNvPr id="4" name="Title 1">
            <a:extLst>
              <a:ext uri="{FF2B5EF4-FFF2-40B4-BE49-F238E27FC236}">
                <a16:creationId xmlns:a16="http://schemas.microsoft.com/office/drawing/2014/main" id="{F02C194C-2167-463C-2D56-9EF334BEF112}"/>
              </a:ext>
            </a:extLst>
          </p:cNvPr>
          <p:cNvSpPr>
            <a:spLocks noGrp="1"/>
          </p:cNvSpPr>
          <p:nvPr>
            <p:ph type="ctrTitle"/>
          </p:nvPr>
        </p:nvSpPr>
        <p:spPr>
          <a:xfrm>
            <a:off x="501650" y="1803400"/>
            <a:ext cx="5358823" cy="2170147"/>
          </a:xfrm>
        </p:spPr>
        <p:txBody>
          <a:bodyPr anchor="b">
            <a:noAutofit/>
          </a:bodyPr>
          <a:lstStyle>
            <a:lvl1pPr algn="l">
              <a:defRPr sz="4800">
                <a:solidFill>
                  <a:schemeClr val="tx1"/>
                </a:solidFill>
              </a:defRPr>
            </a:lvl1pPr>
          </a:lstStyle>
          <a:p>
            <a:r>
              <a:rPr lang="en-US"/>
              <a:t>Click to edit Master title style</a:t>
            </a:r>
          </a:p>
        </p:txBody>
      </p:sp>
      <p:sp>
        <p:nvSpPr>
          <p:cNvPr id="5" name="Subtitle 2">
            <a:extLst>
              <a:ext uri="{FF2B5EF4-FFF2-40B4-BE49-F238E27FC236}">
                <a16:creationId xmlns:a16="http://schemas.microsoft.com/office/drawing/2014/main" id="{074F4C90-FB68-4591-7579-3DC050EF8679}"/>
              </a:ext>
            </a:extLst>
          </p:cNvPr>
          <p:cNvSpPr>
            <a:spLocks noGrp="1"/>
          </p:cNvSpPr>
          <p:nvPr>
            <p:ph type="subTitle" idx="1"/>
          </p:nvPr>
        </p:nvSpPr>
        <p:spPr>
          <a:xfrm>
            <a:off x="501650" y="4065623"/>
            <a:ext cx="5358824" cy="1655762"/>
          </a:xfrm>
        </p:spPr>
        <p:txBody>
          <a:bodyPr>
            <a:noAutofit/>
          </a:bodyPr>
          <a:lstStyle>
            <a:lvl1pPr marL="0" indent="0" algn="l">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Text Placeholder 4">
            <a:extLst>
              <a:ext uri="{FF2B5EF4-FFF2-40B4-BE49-F238E27FC236}">
                <a16:creationId xmlns:a16="http://schemas.microsoft.com/office/drawing/2014/main" id="{A2EF5E5F-34DB-85E8-6CEC-189B4E724A2E}"/>
              </a:ext>
            </a:extLst>
          </p:cNvPr>
          <p:cNvSpPr>
            <a:spLocks noGrp="1"/>
          </p:cNvSpPr>
          <p:nvPr>
            <p:ph type="body" sz="quarter" idx="14"/>
          </p:nvPr>
        </p:nvSpPr>
        <p:spPr>
          <a:xfrm>
            <a:off x="501650" y="5928527"/>
            <a:ext cx="5594350" cy="259548"/>
          </a:xfrm>
        </p:spPr>
        <p:txBody>
          <a:bodyPr anchor="b">
            <a:noAutofit/>
          </a:bodyPr>
          <a:lstStyle>
            <a:lvl1pPr marL="0" indent="0">
              <a:buNone/>
              <a:defRPr b="0" i="0">
                <a:latin typeface="PP Neue Machina Plain Italic" pitchFamily="2" charset="77"/>
              </a:defRPr>
            </a:lvl1pPr>
          </a:lstStyle>
          <a:p>
            <a:pPr lvl="0"/>
            <a:r>
              <a:rPr lang="en-US"/>
              <a:t>Click to edit Master text styles</a:t>
            </a:r>
          </a:p>
        </p:txBody>
      </p:sp>
      <p:pic>
        <p:nvPicPr>
          <p:cNvPr id="2" name="Graphic 1">
            <a:extLst>
              <a:ext uri="{FF2B5EF4-FFF2-40B4-BE49-F238E27FC236}">
                <a16:creationId xmlns:a16="http://schemas.microsoft.com/office/drawing/2014/main" id="{ADD9A8CD-3B41-5263-B917-086B4798864E}"/>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a:ext>
            </a:extLst>
          </a:blip>
          <a:stretch>
            <a:fillRect/>
          </a:stretch>
        </p:blipFill>
        <p:spPr>
          <a:xfrm>
            <a:off x="11339088" y="102191"/>
            <a:ext cx="673947" cy="871200"/>
          </a:xfrm>
          <a:prstGeom prst="rect">
            <a:avLst/>
          </a:prstGeom>
        </p:spPr>
      </p:pic>
      <p:sp>
        <p:nvSpPr>
          <p:cNvPr id="3" name="Graphic 24">
            <a:extLst>
              <a:ext uri="{FF2B5EF4-FFF2-40B4-BE49-F238E27FC236}">
                <a16:creationId xmlns:a16="http://schemas.microsoft.com/office/drawing/2014/main" id="{846B7DF7-B8E6-19E4-04B8-1189A69B7B44}"/>
              </a:ext>
            </a:extLst>
          </p:cNvPr>
          <p:cNvSpPr/>
          <p:nvPr userDrawn="1"/>
        </p:nvSpPr>
        <p:spPr>
          <a:xfrm>
            <a:off x="0" y="0"/>
            <a:ext cx="121768" cy="1959429"/>
          </a:xfrm>
          <a:custGeom>
            <a:avLst/>
            <a:gdLst>
              <a:gd name="connsiteX0" fmla="*/ 0 w 190722"/>
              <a:gd name="connsiteY0" fmla="*/ 0 h 3068991"/>
              <a:gd name="connsiteX1" fmla="*/ 0 w 190722"/>
              <a:gd name="connsiteY1" fmla="*/ 3068992 h 3068991"/>
              <a:gd name="connsiteX2" fmla="*/ 190722 w 190722"/>
              <a:gd name="connsiteY2" fmla="*/ 2669273 h 3068991"/>
              <a:gd name="connsiteX3" fmla="*/ 0 w 190722"/>
              <a:gd name="connsiteY3" fmla="*/ 0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0" y="0"/>
                </a:moveTo>
                <a:lnTo>
                  <a:pt x="0" y="3068992"/>
                </a:lnTo>
                <a:cubicBezTo>
                  <a:pt x="63644" y="2935822"/>
                  <a:pt x="127078" y="2802442"/>
                  <a:pt x="190722" y="2669273"/>
                </a:cubicBezTo>
                <a:cubicBezTo>
                  <a:pt x="127078" y="1779515"/>
                  <a:pt x="63644" y="889758"/>
                  <a:pt x="0" y="0"/>
                </a:cubicBezTo>
                <a:close/>
              </a:path>
            </a:pathLst>
          </a:custGeom>
          <a:solidFill>
            <a:schemeClr val="accent1"/>
          </a:solidFill>
          <a:ln w="20108" cap="flat">
            <a:noFill/>
            <a:prstDash val="solid"/>
            <a:miter/>
          </a:ln>
        </p:spPr>
        <p:txBody>
          <a:bodyPr rtlCol="0" anchor="ctr"/>
          <a:lstStyle/>
          <a:p>
            <a:endParaRPr lang="en-US"/>
          </a:p>
        </p:txBody>
      </p:sp>
      <p:sp>
        <p:nvSpPr>
          <p:cNvPr id="6" name="Graphic 26">
            <a:extLst>
              <a:ext uri="{FF2B5EF4-FFF2-40B4-BE49-F238E27FC236}">
                <a16:creationId xmlns:a16="http://schemas.microsoft.com/office/drawing/2014/main" id="{0E4A48D2-E6DA-A08A-148D-8552C304B628}"/>
              </a:ext>
            </a:extLst>
          </p:cNvPr>
          <p:cNvSpPr/>
          <p:nvPr userDrawn="1"/>
        </p:nvSpPr>
        <p:spPr>
          <a:xfrm>
            <a:off x="12070232" y="5008131"/>
            <a:ext cx="121768" cy="1959429"/>
          </a:xfrm>
          <a:custGeom>
            <a:avLst/>
            <a:gdLst>
              <a:gd name="connsiteX0" fmla="*/ 190722 w 190722"/>
              <a:gd name="connsiteY0" fmla="*/ 3068992 h 3068991"/>
              <a:gd name="connsiteX1" fmla="*/ 190722 w 190722"/>
              <a:gd name="connsiteY1" fmla="*/ 0 h 3068991"/>
              <a:gd name="connsiteX2" fmla="*/ 0 w 190722"/>
              <a:gd name="connsiteY2" fmla="*/ 399719 h 3068991"/>
              <a:gd name="connsiteX3" fmla="*/ 190722 w 190722"/>
              <a:gd name="connsiteY3" fmla="*/ 3068992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190722" y="3068992"/>
                </a:moveTo>
                <a:lnTo>
                  <a:pt x="190722" y="0"/>
                </a:lnTo>
                <a:cubicBezTo>
                  <a:pt x="127078" y="133170"/>
                  <a:pt x="63644" y="266549"/>
                  <a:pt x="0" y="399719"/>
                </a:cubicBezTo>
                <a:cubicBezTo>
                  <a:pt x="63644" y="1289476"/>
                  <a:pt x="127078" y="2179234"/>
                  <a:pt x="190722" y="3068992"/>
                </a:cubicBezTo>
                <a:close/>
              </a:path>
            </a:pathLst>
          </a:custGeom>
          <a:solidFill>
            <a:schemeClr val="accent1"/>
          </a:solidFill>
          <a:ln w="20108" cap="flat">
            <a:noFill/>
            <a:prstDash val="solid"/>
            <a:miter/>
          </a:ln>
        </p:spPr>
        <p:txBody>
          <a:bodyPr rtlCol="0" anchor="ctr"/>
          <a:lstStyle/>
          <a:p>
            <a:endParaRPr lang="en-US"/>
          </a:p>
        </p:txBody>
      </p:sp>
    </p:spTree>
    <p:extLst>
      <p:ext uri="{BB962C8B-B14F-4D97-AF65-F5344CB8AC3E}">
        <p14:creationId xmlns:p14="http://schemas.microsoft.com/office/powerpoint/2010/main" val="2316048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with image">
  <p:cSld name="Title with image">
    <p:spTree>
      <p:nvGrpSpPr>
        <p:cNvPr id="1" name="Shape 15"/>
        <p:cNvGrpSpPr/>
        <p:nvPr/>
      </p:nvGrpSpPr>
      <p:grpSpPr>
        <a:xfrm>
          <a:off x="0" y="0"/>
          <a:ext cx="0" cy="0"/>
          <a:chOff x="0" y="0"/>
          <a:chExt cx="0" cy="0"/>
        </a:xfrm>
      </p:grpSpPr>
      <p:sp>
        <p:nvSpPr>
          <p:cNvPr id="16" name="Google Shape;16;p2"/>
          <p:cNvSpPr>
            <a:spLocks noGrp="1"/>
          </p:cNvSpPr>
          <p:nvPr>
            <p:ph type="pic" idx="2"/>
          </p:nvPr>
        </p:nvSpPr>
        <p:spPr>
          <a:xfrm>
            <a:off x="0" y="0"/>
            <a:ext cx="12192000" cy="6858000"/>
          </a:xfrm>
          <a:prstGeom prst="rect">
            <a:avLst/>
          </a:prstGeom>
          <a:noFill/>
          <a:ln>
            <a:noFill/>
          </a:ln>
        </p:spPr>
      </p:sp>
      <p:sp>
        <p:nvSpPr>
          <p:cNvPr id="17" name="Google Shape;17;p2"/>
          <p:cNvSpPr txBox="1">
            <a:spLocks noGrp="1"/>
          </p:cNvSpPr>
          <p:nvPr>
            <p:ph type="ctrTitle"/>
          </p:nvPr>
        </p:nvSpPr>
        <p:spPr>
          <a:xfrm>
            <a:off x="387927" y="2772928"/>
            <a:ext cx="9144000" cy="102552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3600"/>
              <a:buFont typeface="Arial"/>
              <a:buNone/>
              <a:defRPr sz="3600">
                <a:latin typeface="PP Neue Machina" panose="00000500000000000000" pitchFamily="50" charset="0"/>
                <a:ea typeface="PP Neue Machina" panose="00000500000000000000" pitchFamily="50" charset="0"/>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2"/>
          <p:cNvSpPr txBox="1">
            <a:spLocks noGrp="1"/>
          </p:cNvSpPr>
          <p:nvPr>
            <p:ph type="subTitle" idx="1"/>
          </p:nvPr>
        </p:nvSpPr>
        <p:spPr>
          <a:xfrm>
            <a:off x="387927" y="3971492"/>
            <a:ext cx="9144000" cy="49890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chemeClr val="dk1"/>
              </a:buClr>
              <a:buSzPts val="2000"/>
              <a:buNone/>
              <a:defRPr sz="2000">
                <a:latin typeface="Century Gothic"/>
                <a:ea typeface="Century Gothic"/>
                <a:cs typeface="Century Gothic"/>
                <a:sym typeface="Century Gothic"/>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r>
              <a:rPr lang="en-US"/>
              <a:t>Click to edit Master subtitle style</a:t>
            </a:r>
            <a:endParaRPr/>
          </a:p>
        </p:txBody>
      </p:sp>
    </p:spTree>
    <p:extLst>
      <p:ext uri="{BB962C8B-B14F-4D97-AF65-F5344CB8AC3E}">
        <p14:creationId xmlns:p14="http://schemas.microsoft.com/office/powerpoint/2010/main" val="176207900"/>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Content">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1949B20-CE4F-2CE3-7EBD-9F382E2320AD}"/>
              </a:ext>
            </a:extLst>
          </p:cNvPr>
          <p:cNvSpPr>
            <a:spLocks noGrp="1"/>
          </p:cNvSpPr>
          <p:nvPr>
            <p:ph type="body" sz="quarter" idx="10"/>
          </p:nvPr>
        </p:nvSpPr>
        <p:spPr>
          <a:xfrm>
            <a:off x="505884" y="1604434"/>
            <a:ext cx="11159067" cy="4627033"/>
          </a:xfrm>
        </p:spPr>
        <p:txBody>
          <a:bodyPr/>
          <a:lstStyle>
            <a:lvl1pPr>
              <a:defRPr>
                <a:latin typeface="Verdana" panose="020B0604030504040204" pitchFamily="34" charset="0"/>
                <a:ea typeface="Verdana" panose="020B0604030504040204" pitchFamily="34" charset="0"/>
                <a:cs typeface="Verdana" panose="020B0604030504040204" pitchFamily="34" charset="0"/>
              </a:defRPr>
            </a:lvl1pPr>
            <a:lvl2pPr>
              <a:defRPr>
                <a:latin typeface="Verdana" panose="020B0604030504040204" pitchFamily="34" charset="0"/>
                <a:ea typeface="Verdana" panose="020B0604030504040204" pitchFamily="34" charset="0"/>
                <a:cs typeface="Verdana" panose="020B0604030504040204" pitchFamily="34" charset="0"/>
              </a:defRPr>
            </a:lvl2pPr>
            <a:lvl3pPr>
              <a:defRPr>
                <a:latin typeface="Verdana" panose="020B0604030504040204" pitchFamily="34" charset="0"/>
                <a:ea typeface="Verdana" panose="020B0604030504040204" pitchFamily="34" charset="0"/>
                <a:cs typeface="Verdana" panose="020B0604030504040204" pitchFamily="34" charset="0"/>
              </a:defRPr>
            </a:lvl3pPr>
            <a:lvl4pPr>
              <a:defRPr>
                <a:latin typeface="Verdana" panose="020B0604030504040204" pitchFamily="34" charset="0"/>
                <a:ea typeface="Verdana" panose="020B0604030504040204" pitchFamily="34" charset="0"/>
                <a:cs typeface="Verdana" panose="020B0604030504040204" pitchFamily="34" charset="0"/>
              </a:defRPr>
            </a:lvl4pPr>
            <a:lvl5pPr>
              <a:defRPr>
                <a:latin typeface="Verdana" panose="020B0604030504040204" pitchFamily="34" charset="0"/>
                <a:ea typeface="Verdana" panose="020B0604030504040204" pitchFamily="34" charset="0"/>
                <a:cs typeface="Verdana" panose="020B060403050404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Title Placeholder 1">
            <a:extLst>
              <a:ext uri="{FF2B5EF4-FFF2-40B4-BE49-F238E27FC236}">
                <a16:creationId xmlns:a16="http://schemas.microsoft.com/office/drawing/2014/main" id="{8A1DDE92-DA1C-8399-049A-66BFF7CE613C}"/>
              </a:ext>
            </a:extLst>
          </p:cNvPr>
          <p:cNvSpPr>
            <a:spLocks noGrp="1"/>
          </p:cNvSpPr>
          <p:nvPr>
            <p:ph type="title"/>
          </p:nvPr>
        </p:nvSpPr>
        <p:spPr>
          <a:xfrm>
            <a:off x="515937" y="394087"/>
            <a:ext cx="11160121" cy="430887"/>
          </a:xfrm>
          <a:prstGeom prst="rect">
            <a:avLst/>
          </a:prstGeom>
        </p:spPr>
        <p:txBody>
          <a:bodyPr vert="horz" lIns="0" tIns="0" rIns="0" bIns="0" rtlCol="0" anchor="t">
            <a:spAutoFit/>
          </a:bodyPr>
          <a:lstStyle/>
          <a:p>
            <a:r>
              <a:rPr lang="en-GB"/>
              <a:t>Click to edit Master title style</a:t>
            </a:r>
            <a:endParaRPr lang="en-US"/>
          </a:p>
        </p:txBody>
      </p:sp>
    </p:spTree>
    <p:extLst>
      <p:ext uri="{BB962C8B-B14F-4D97-AF65-F5344CB8AC3E}">
        <p14:creationId xmlns:p14="http://schemas.microsoft.com/office/powerpoint/2010/main" val="5421240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Only Titl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89AFEFB-CFB0-3C09-5A99-8882AAEFE884}"/>
              </a:ext>
            </a:extLst>
          </p:cNvPr>
          <p:cNvSpPr>
            <a:spLocks noGrp="1"/>
          </p:cNvSpPr>
          <p:nvPr>
            <p:ph type="title"/>
          </p:nvPr>
        </p:nvSpPr>
        <p:spPr>
          <a:xfrm>
            <a:off x="515937" y="394087"/>
            <a:ext cx="11160121" cy="430887"/>
          </a:xfrm>
          <a:prstGeom prst="rect">
            <a:avLst/>
          </a:prstGeom>
        </p:spPr>
        <p:txBody>
          <a:bodyPr vert="horz" lIns="0" tIns="0" rIns="0" bIns="0" rtlCol="0" anchor="t">
            <a:spAutoFit/>
          </a:bodyPr>
          <a:lstStyle/>
          <a:p>
            <a:r>
              <a:rPr lang="en-GB"/>
              <a:t>Click to edit Master title style</a:t>
            </a:r>
            <a:endParaRPr lang="en-US"/>
          </a:p>
        </p:txBody>
      </p:sp>
    </p:spTree>
    <p:extLst>
      <p:ext uri="{BB962C8B-B14F-4D97-AF65-F5344CB8AC3E}">
        <p14:creationId xmlns:p14="http://schemas.microsoft.com/office/powerpoint/2010/main" val="4918765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1 - Case Study Template - Ligh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A6A9094-A25C-C476-ADF7-5818D23514A1}"/>
              </a:ext>
            </a:extLst>
          </p:cNvPr>
          <p:cNvSpPr/>
          <p:nvPr userDrawn="1"/>
        </p:nvSpPr>
        <p:spPr>
          <a:xfrm>
            <a:off x="0" y="2813116"/>
            <a:ext cx="2071688" cy="3574984"/>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de-DE" sz="1400" b="0" i="0">
              <a:latin typeface="Aptos" panose="020B0004020202020204" pitchFamily="34" charset="0"/>
            </a:endParaRPr>
          </a:p>
        </p:txBody>
      </p:sp>
      <p:sp>
        <p:nvSpPr>
          <p:cNvPr id="3" name="Rectangle 2">
            <a:extLst>
              <a:ext uri="{FF2B5EF4-FFF2-40B4-BE49-F238E27FC236}">
                <a16:creationId xmlns:a16="http://schemas.microsoft.com/office/drawing/2014/main" id="{8FC091E0-9FAF-4FE5-D106-FA3E43B76942}"/>
              </a:ext>
            </a:extLst>
          </p:cNvPr>
          <p:cNvSpPr/>
          <p:nvPr userDrawn="1"/>
        </p:nvSpPr>
        <p:spPr>
          <a:xfrm>
            <a:off x="2071688" y="1625370"/>
            <a:ext cx="10120312" cy="6161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0" b="0" i="0">
              <a:solidFill>
                <a:schemeClr val="bg1"/>
              </a:solidFill>
              <a:latin typeface="Aptos" panose="020B0004020202020204" pitchFamily="34" charset="0"/>
            </a:endParaRPr>
          </a:p>
        </p:txBody>
      </p:sp>
      <p:sp>
        <p:nvSpPr>
          <p:cNvPr id="13" name="Picture Placeholder 12">
            <a:extLst>
              <a:ext uri="{FF2B5EF4-FFF2-40B4-BE49-F238E27FC236}">
                <a16:creationId xmlns:a16="http://schemas.microsoft.com/office/drawing/2014/main" id="{6D9BE2CB-078E-195D-BC0F-19DCEDE5A835}"/>
              </a:ext>
            </a:extLst>
          </p:cNvPr>
          <p:cNvSpPr>
            <a:spLocks noGrp="1"/>
          </p:cNvSpPr>
          <p:nvPr>
            <p:ph type="pic" sz="quarter" idx="10"/>
          </p:nvPr>
        </p:nvSpPr>
        <p:spPr>
          <a:xfrm>
            <a:off x="0" y="1"/>
            <a:ext cx="2071688" cy="2813116"/>
          </a:xfrm>
          <a:prstGeom prst="rect">
            <a:avLst/>
          </a:prstGeom>
          <a:solidFill>
            <a:schemeClr val="bg2">
              <a:lumMod val="20000"/>
              <a:lumOff val="80000"/>
            </a:schemeClr>
          </a:solidFill>
        </p:spPr>
        <p:txBody>
          <a:bodyPr wrap="square" anchor="ctr">
            <a:noAutofit/>
          </a:bodyPr>
          <a:lstStyle>
            <a:lvl1pPr marL="0" indent="0" algn="ctr">
              <a:buNone/>
              <a:defRPr b="0" i="0">
                <a:latin typeface="Aptos" panose="020B0004020202020204" pitchFamily="34" charset="0"/>
              </a:defRPr>
            </a:lvl1pPr>
          </a:lstStyle>
          <a:p>
            <a:r>
              <a:rPr lang="en-GB"/>
              <a:t>Click icon to add picture</a:t>
            </a:r>
            <a:endParaRPr lang="de-DE"/>
          </a:p>
        </p:txBody>
      </p:sp>
      <p:sp>
        <p:nvSpPr>
          <p:cNvPr id="18" name="Content Placeholder 2">
            <a:extLst>
              <a:ext uri="{FF2B5EF4-FFF2-40B4-BE49-F238E27FC236}">
                <a16:creationId xmlns:a16="http://schemas.microsoft.com/office/drawing/2014/main" id="{1E8C6222-4482-5FB1-2AE4-5A8F512E1392}"/>
              </a:ext>
            </a:extLst>
          </p:cNvPr>
          <p:cNvSpPr>
            <a:spLocks noGrp="1"/>
          </p:cNvSpPr>
          <p:nvPr>
            <p:ph sz="half" idx="28"/>
          </p:nvPr>
        </p:nvSpPr>
        <p:spPr>
          <a:xfrm>
            <a:off x="2153085" y="2362985"/>
            <a:ext cx="2859217" cy="3868483"/>
          </a:xfrm>
        </p:spPr>
        <p:txBody>
          <a:bodyPr wrap="square">
            <a:normAutofit/>
          </a:bodyPr>
          <a:lstStyle>
            <a:lvl1pPr>
              <a:defRPr sz="1400" b="0" i="0">
                <a:solidFill>
                  <a:schemeClr val="tx1"/>
                </a:solidFill>
                <a:latin typeface="Aptos" panose="020B0004020202020204" pitchFamily="34" charset="0"/>
                <a:cs typeface="Aptos" panose="020B0004020202020204" pitchFamily="34" charset="0"/>
              </a:defRPr>
            </a:lvl1pPr>
            <a:lvl2pPr>
              <a:defRPr sz="1400" b="0" i="0">
                <a:solidFill>
                  <a:schemeClr val="tx1"/>
                </a:solidFill>
                <a:latin typeface="Aptos" panose="020B0004020202020204" pitchFamily="34" charset="0"/>
                <a:cs typeface="Aptos" panose="020B000402020202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GB"/>
              <a:t>Click to edit Master text styles</a:t>
            </a:r>
          </a:p>
          <a:p>
            <a:pPr lvl="1"/>
            <a:r>
              <a:rPr lang="en-GB"/>
              <a:t>Second level</a:t>
            </a:r>
          </a:p>
        </p:txBody>
      </p:sp>
      <p:sp>
        <p:nvSpPr>
          <p:cNvPr id="21" name="Text Placeholder 20">
            <a:extLst>
              <a:ext uri="{FF2B5EF4-FFF2-40B4-BE49-F238E27FC236}">
                <a16:creationId xmlns:a16="http://schemas.microsoft.com/office/drawing/2014/main" id="{3ABF10A2-C9DA-5DAE-C7DB-0602BB4D5EE0}"/>
              </a:ext>
            </a:extLst>
          </p:cNvPr>
          <p:cNvSpPr>
            <a:spLocks noGrp="1"/>
          </p:cNvSpPr>
          <p:nvPr>
            <p:ph type="body" sz="quarter" idx="30"/>
          </p:nvPr>
        </p:nvSpPr>
        <p:spPr>
          <a:xfrm>
            <a:off x="139492" y="4637127"/>
            <a:ext cx="1724025" cy="350647"/>
          </a:xfrm>
        </p:spPr>
        <p:txBody>
          <a:bodyPr wrap="square">
            <a:normAutofit/>
          </a:bodyPr>
          <a:lstStyle>
            <a:lvl1pPr marL="0" indent="0">
              <a:buNone/>
              <a:defRPr sz="1200" b="0" i="0">
                <a:solidFill>
                  <a:schemeClr val="bg1"/>
                </a:solidFill>
                <a:latin typeface="Aptos" panose="020B0004020202020204" pitchFamily="34" charset="0"/>
              </a:defRPr>
            </a:lvl1pPr>
          </a:lstStyle>
          <a:p>
            <a:pPr lvl="0"/>
            <a:r>
              <a:rPr lang="en-GB"/>
              <a:t>Click to edit Master text styles</a:t>
            </a:r>
          </a:p>
        </p:txBody>
      </p:sp>
      <p:sp>
        <p:nvSpPr>
          <p:cNvPr id="28" name="TextBox 27">
            <a:extLst>
              <a:ext uri="{FF2B5EF4-FFF2-40B4-BE49-F238E27FC236}">
                <a16:creationId xmlns:a16="http://schemas.microsoft.com/office/drawing/2014/main" id="{5B26B514-4B29-D25C-E426-090F0CCDED2B}"/>
              </a:ext>
            </a:extLst>
          </p:cNvPr>
          <p:cNvSpPr txBox="1"/>
          <p:nvPr userDrawn="1"/>
        </p:nvSpPr>
        <p:spPr>
          <a:xfrm>
            <a:off x="139492" y="4423027"/>
            <a:ext cx="1250067" cy="184666"/>
          </a:xfrm>
          <a:prstGeom prst="rect">
            <a:avLst/>
          </a:prstGeom>
          <a:noFill/>
        </p:spPr>
        <p:txBody>
          <a:bodyPr wrap="square" lIns="0" tIns="0" rIns="0" bIns="0">
            <a:spAutoFit/>
          </a:bodyPr>
          <a:lstStyle/>
          <a:p>
            <a:pPr algn="l"/>
            <a:r>
              <a:rPr lang="en-US" sz="1200" b="1" i="0">
                <a:solidFill>
                  <a:schemeClr val="bg1"/>
                </a:solidFill>
                <a:latin typeface="Verdana" panose="020B0604030504040204" pitchFamily="34" charset="0"/>
                <a:ea typeface="Verdana" panose="020B0604030504040204" pitchFamily="34" charset="0"/>
                <a:cs typeface="Verdana" panose="020B0604030504040204" pitchFamily="34" charset="0"/>
              </a:rPr>
              <a:t>Industry:</a:t>
            </a:r>
          </a:p>
        </p:txBody>
      </p:sp>
      <p:sp>
        <p:nvSpPr>
          <p:cNvPr id="29" name="TextBox 28">
            <a:extLst>
              <a:ext uri="{FF2B5EF4-FFF2-40B4-BE49-F238E27FC236}">
                <a16:creationId xmlns:a16="http://schemas.microsoft.com/office/drawing/2014/main" id="{457D9ADA-1122-CD1D-3A8A-07F0E1EEE9EB}"/>
              </a:ext>
            </a:extLst>
          </p:cNvPr>
          <p:cNvSpPr txBox="1"/>
          <p:nvPr userDrawn="1"/>
        </p:nvSpPr>
        <p:spPr>
          <a:xfrm>
            <a:off x="139492" y="5027517"/>
            <a:ext cx="1827567" cy="184666"/>
          </a:xfrm>
          <a:prstGeom prst="rect">
            <a:avLst/>
          </a:prstGeom>
          <a:noFill/>
        </p:spPr>
        <p:txBody>
          <a:bodyPr wrap="square" lIns="0" tIns="0" rIns="0" bIns="0">
            <a:spAutoFit/>
          </a:bodyPr>
          <a:lstStyle/>
          <a:p>
            <a:pPr algn="l"/>
            <a:r>
              <a:rPr lang="en-US" sz="1200" b="1" i="0">
                <a:solidFill>
                  <a:schemeClr val="bg1"/>
                </a:solidFill>
                <a:latin typeface="Verdana" panose="020B0604030504040204" pitchFamily="34" charset="0"/>
                <a:ea typeface="Verdana" panose="020B0604030504040204" pitchFamily="34" charset="0"/>
                <a:cs typeface="Verdana" panose="020B0604030504040204" pitchFamily="34" charset="0"/>
              </a:rPr>
              <a:t>Core Business:</a:t>
            </a:r>
          </a:p>
        </p:txBody>
      </p:sp>
      <p:sp>
        <p:nvSpPr>
          <p:cNvPr id="33" name="TextBox 32">
            <a:extLst>
              <a:ext uri="{FF2B5EF4-FFF2-40B4-BE49-F238E27FC236}">
                <a16:creationId xmlns:a16="http://schemas.microsoft.com/office/drawing/2014/main" id="{63B28BD4-B927-D5D7-3E8E-3B8E9CDB9CE1}"/>
              </a:ext>
            </a:extLst>
          </p:cNvPr>
          <p:cNvSpPr txBox="1"/>
          <p:nvPr userDrawn="1"/>
        </p:nvSpPr>
        <p:spPr>
          <a:xfrm>
            <a:off x="2267385" y="1799321"/>
            <a:ext cx="2160356" cy="246221"/>
          </a:xfrm>
          <a:prstGeom prst="rect">
            <a:avLst/>
          </a:prstGeom>
          <a:noFill/>
        </p:spPr>
        <p:txBody>
          <a:bodyPr wrap="square" lIns="0" tIns="0" rIns="0" bIns="0" anchor="ctr">
            <a:spAutoFit/>
          </a:bodyPr>
          <a:lstStyle/>
          <a:p>
            <a:pPr algn="l"/>
            <a:r>
              <a:rPr lang="en-US" sz="1600" b="1">
                <a:solidFill>
                  <a:schemeClr val="bg1"/>
                </a:solidFill>
                <a:latin typeface="Verdana" panose="020B0604030504040204" pitchFamily="34" charset="0"/>
                <a:ea typeface="Verdana" panose="020B0604030504040204" pitchFamily="34" charset="0"/>
                <a:cs typeface="Verdana" panose="020B0604030504040204" pitchFamily="34" charset="0"/>
              </a:rPr>
              <a:t>Business Problem</a:t>
            </a:r>
          </a:p>
        </p:txBody>
      </p:sp>
      <p:sp>
        <p:nvSpPr>
          <p:cNvPr id="34" name="TextBox 33">
            <a:extLst>
              <a:ext uri="{FF2B5EF4-FFF2-40B4-BE49-F238E27FC236}">
                <a16:creationId xmlns:a16="http://schemas.microsoft.com/office/drawing/2014/main" id="{422F0849-857F-20D1-6423-0570268546AD}"/>
              </a:ext>
            </a:extLst>
          </p:cNvPr>
          <p:cNvSpPr txBox="1"/>
          <p:nvPr userDrawn="1"/>
        </p:nvSpPr>
        <p:spPr>
          <a:xfrm>
            <a:off x="5209534" y="1799322"/>
            <a:ext cx="2524766" cy="246221"/>
          </a:xfrm>
          <a:prstGeom prst="rect">
            <a:avLst/>
          </a:prstGeom>
          <a:noFill/>
        </p:spPr>
        <p:txBody>
          <a:bodyPr wrap="square" lIns="0" tIns="0" rIns="0" bIns="0" anchor="ctr">
            <a:spAutoFit/>
          </a:bodyPr>
          <a:lstStyle/>
          <a:p>
            <a:pPr algn="l"/>
            <a:r>
              <a:rPr lang="en-US" sz="1600" b="1">
                <a:solidFill>
                  <a:schemeClr val="bg1"/>
                </a:solidFill>
                <a:latin typeface="Verdana" panose="020B0604030504040204" pitchFamily="34" charset="0"/>
                <a:ea typeface="Verdana" panose="020B0604030504040204" pitchFamily="34" charset="0"/>
                <a:cs typeface="Verdana" panose="020B0604030504040204" pitchFamily="34" charset="0"/>
              </a:rPr>
              <a:t>Ascendion Solution</a:t>
            </a:r>
          </a:p>
        </p:txBody>
      </p:sp>
      <p:grpSp>
        <p:nvGrpSpPr>
          <p:cNvPr id="14" name="Group 13">
            <a:extLst>
              <a:ext uri="{FF2B5EF4-FFF2-40B4-BE49-F238E27FC236}">
                <a16:creationId xmlns:a16="http://schemas.microsoft.com/office/drawing/2014/main" id="{4C0A1CE8-E014-EA9F-C34B-BE5A8E282ECC}"/>
              </a:ext>
            </a:extLst>
          </p:cNvPr>
          <p:cNvGrpSpPr/>
          <p:nvPr userDrawn="1"/>
        </p:nvGrpSpPr>
        <p:grpSpPr>
          <a:xfrm>
            <a:off x="5082023" y="1737765"/>
            <a:ext cx="3879816" cy="385584"/>
            <a:chOff x="5082023" y="1737765"/>
            <a:chExt cx="3879816" cy="385584"/>
          </a:xfrm>
        </p:grpSpPr>
        <p:cxnSp>
          <p:nvCxnSpPr>
            <p:cNvPr id="20" name="Straight Connector 19">
              <a:extLst>
                <a:ext uri="{FF2B5EF4-FFF2-40B4-BE49-F238E27FC236}">
                  <a16:creationId xmlns:a16="http://schemas.microsoft.com/office/drawing/2014/main" id="{8F52324D-44E9-7A47-42C3-953653BD00DF}"/>
                </a:ext>
              </a:extLst>
            </p:cNvPr>
            <p:cNvCxnSpPr>
              <a:cxnSpLocks/>
            </p:cNvCxnSpPr>
            <p:nvPr userDrawn="1"/>
          </p:nvCxnSpPr>
          <p:spPr>
            <a:xfrm>
              <a:off x="8961839" y="1737765"/>
              <a:ext cx="0" cy="38558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DE24740-BF49-13A2-D93B-760FA193E090}"/>
                </a:ext>
              </a:extLst>
            </p:cNvPr>
            <p:cNvCxnSpPr>
              <a:cxnSpLocks/>
            </p:cNvCxnSpPr>
            <p:nvPr userDrawn="1"/>
          </p:nvCxnSpPr>
          <p:spPr>
            <a:xfrm>
              <a:off x="5082023" y="1737765"/>
              <a:ext cx="0" cy="38558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 name="Content Placeholder 2">
            <a:extLst>
              <a:ext uri="{FF2B5EF4-FFF2-40B4-BE49-F238E27FC236}">
                <a16:creationId xmlns:a16="http://schemas.microsoft.com/office/drawing/2014/main" id="{6FE8FD2C-FFE2-E8F7-2153-D79EBD4A283A}"/>
              </a:ext>
            </a:extLst>
          </p:cNvPr>
          <p:cNvSpPr>
            <a:spLocks noGrp="1"/>
          </p:cNvSpPr>
          <p:nvPr>
            <p:ph sz="half" idx="32"/>
          </p:nvPr>
        </p:nvSpPr>
        <p:spPr>
          <a:xfrm>
            <a:off x="5184134" y="2362985"/>
            <a:ext cx="3693166" cy="3868483"/>
          </a:xfrm>
        </p:spPr>
        <p:txBody>
          <a:bodyPr wrap="square">
            <a:normAutofit/>
          </a:bodyPr>
          <a:lstStyle>
            <a:lvl1pPr>
              <a:defRPr sz="1400" b="0" i="0">
                <a:solidFill>
                  <a:schemeClr val="tx1"/>
                </a:solidFill>
                <a:latin typeface="Aptos" panose="020B0004020202020204" pitchFamily="34" charset="0"/>
                <a:cs typeface="Aptos" panose="020B0004020202020204" pitchFamily="34" charset="0"/>
              </a:defRPr>
            </a:lvl1pPr>
            <a:lvl2pPr>
              <a:defRPr sz="1400" b="0" i="0">
                <a:solidFill>
                  <a:schemeClr val="tx1"/>
                </a:solidFill>
                <a:latin typeface="Aptos" panose="020B0004020202020204" pitchFamily="34" charset="0"/>
                <a:cs typeface="Aptos" panose="020B000402020202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GB"/>
              <a:t>Click to edit Master text styles</a:t>
            </a:r>
          </a:p>
          <a:p>
            <a:pPr lvl="1"/>
            <a:r>
              <a:rPr lang="en-GB"/>
              <a:t>Second level</a:t>
            </a:r>
          </a:p>
        </p:txBody>
      </p:sp>
      <p:sp>
        <p:nvSpPr>
          <p:cNvPr id="5" name="Content Placeholder 2">
            <a:extLst>
              <a:ext uri="{FF2B5EF4-FFF2-40B4-BE49-F238E27FC236}">
                <a16:creationId xmlns:a16="http://schemas.microsoft.com/office/drawing/2014/main" id="{4943A43A-EBDD-8F84-F264-07442277D8F0}"/>
              </a:ext>
            </a:extLst>
          </p:cNvPr>
          <p:cNvSpPr>
            <a:spLocks noGrp="1"/>
          </p:cNvSpPr>
          <p:nvPr>
            <p:ph sz="half" idx="33"/>
          </p:nvPr>
        </p:nvSpPr>
        <p:spPr>
          <a:xfrm>
            <a:off x="9091483" y="2362985"/>
            <a:ext cx="2859217" cy="3868483"/>
          </a:xfrm>
        </p:spPr>
        <p:txBody>
          <a:bodyPr wrap="square">
            <a:normAutofit/>
          </a:bodyPr>
          <a:lstStyle>
            <a:lvl1pPr>
              <a:defRPr sz="1400" b="0" i="0">
                <a:solidFill>
                  <a:schemeClr val="tx1"/>
                </a:solidFill>
                <a:latin typeface="Aptos" panose="020B0004020202020204" pitchFamily="34" charset="0"/>
                <a:cs typeface="Aptos" panose="020B0004020202020204" pitchFamily="34" charset="0"/>
              </a:defRPr>
            </a:lvl1pPr>
            <a:lvl2pPr>
              <a:defRPr sz="1400" b="0" i="0">
                <a:solidFill>
                  <a:schemeClr val="tx1"/>
                </a:solidFill>
                <a:latin typeface="Aptos" panose="020B0004020202020204" pitchFamily="34" charset="0"/>
                <a:cs typeface="Aptos" panose="020B000402020202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GB"/>
              <a:t>Click to edit Master text styles</a:t>
            </a:r>
          </a:p>
          <a:p>
            <a:pPr lvl="1"/>
            <a:r>
              <a:rPr lang="en-GB"/>
              <a:t>Second level</a:t>
            </a:r>
          </a:p>
        </p:txBody>
      </p:sp>
      <p:sp>
        <p:nvSpPr>
          <p:cNvPr id="15" name="TextBox 14">
            <a:extLst>
              <a:ext uri="{FF2B5EF4-FFF2-40B4-BE49-F238E27FC236}">
                <a16:creationId xmlns:a16="http://schemas.microsoft.com/office/drawing/2014/main" id="{B73689D8-C9B4-2D34-07F0-DB463189E114}"/>
              </a:ext>
            </a:extLst>
          </p:cNvPr>
          <p:cNvSpPr txBox="1"/>
          <p:nvPr userDrawn="1"/>
        </p:nvSpPr>
        <p:spPr>
          <a:xfrm>
            <a:off x="9434383" y="1799321"/>
            <a:ext cx="2074091" cy="246221"/>
          </a:xfrm>
          <a:prstGeom prst="rect">
            <a:avLst/>
          </a:prstGeom>
          <a:noFill/>
        </p:spPr>
        <p:txBody>
          <a:bodyPr wrap="square" lIns="0" tIns="0" rIns="0" bIns="0" anchor="ctr">
            <a:spAutoFit/>
          </a:bodyPr>
          <a:lstStyle/>
          <a:p>
            <a:pPr algn="l"/>
            <a:r>
              <a:rPr lang="en-US" sz="1600" b="1">
                <a:solidFill>
                  <a:schemeClr val="bg1"/>
                </a:solidFill>
                <a:latin typeface="Verdana" panose="020B0604030504040204" pitchFamily="34" charset="0"/>
                <a:ea typeface="Verdana" panose="020B0604030504040204" pitchFamily="34" charset="0"/>
                <a:cs typeface="Verdana" panose="020B0604030504040204" pitchFamily="34" charset="0"/>
              </a:rPr>
              <a:t>Client </a:t>
            </a:r>
            <a:r>
              <a:rPr lang="en-US" sz="1600" b="1" err="1">
                <a:solidFill>
                  <a:schemeClr val="bg1"/>
                </a:solidFill>
                <a:latin typeface="Verdana" panose="020B0604030504040204" pitchFamily="34" charset="0"/>
                <a:ea typeface="Verdana" panose="020B0604030504040204" pitchFamily="34" charset="0"/>
                <a:cs typeface="Verdana" panose="020B0604030504040204" pitchFamily="34" charset="0"/>
              </a:rPr>
              <a:t>Benifits</a:t>
            </a:r>
            <a:endParaRPr lang="en-US" sz="1600" b="1">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16" name="TextBox 15">
            <a:extLst>
              <a:ext uri="{FF2B5EF4-FFF2-40B4-BE49-F238E27FC236}">
                <a16:creationId xmlns:a16="http://schemas.microsoft.com/office/drawing/2014/main" id="{5E5B966B-1280-A9DA-8598-2560A332500B}"/>
              </a:ext>
            </a:extLst>
          </p:cNvPr>
          <p:cNvSpPr txBox="1"/>
          <p:nvPr userDrawn="1"/>
        </p:nvSpPr>
        <p:spPr>
          <a:xfrm>
            <a:off x="139492" y="5662523"/>
            <a:ext cx="1827567" cy="184666"/>
          </a:xfrm>
          <a:prstGeom prst="rect">
            <a:avLst/>
          </a:prstGeom>
          <a:noFill/>
        </p:spPr>
        <p:txBody>
          <a:bodyPr wrap="square" lIns="0" tIns="0" rIns="0" bIns="0">
            <a:spAutoFit/>
          </a:bodyPr>
          <a:lstStyle/>
          <a:p>
            <a:pPr algn="l"/>
            <a:r>
              <a:rPr lang="en-US" sz="1200" b="1" i="0">
                <a:solidFill>
                  <a:schemeClr val="bg1"/>
                </a:solidFill>
                <a:latin typeface="Verdana" panose="020B0604030504040204" pitchFamily="34" charset="0"/>
                <a:ea typeface="Verdana" panose="020B0604030504040204" pitchFamily="34" charset="0"/>
                <a:cs typeface="Verdana" panose="020B0604030504040204" pitchFamily="34" charset="0"/>
              </a:rPr>
              <a:t>Geo:</a:t>
            </a:r>
          </a:p>
        </p:txBody>
      </p:sp>
      <p:sp>
        <p:nvSpPr>
          <p:cNvPr id="24" name="Text Placeholder 20">
            <a:extLst>
              <a:ext uri="{FF2B5EF4-FFF2-40B4-BE49-F238E27FC236}">
                <a16:creationId xmlns:a16="http://schemas.microsoft.com/office/drawing/2014/main" id="{3B36562D-95D3-D0A4-CCA6-FA7F6904A36A}"/>
              </a:ext>
            </a:extLst>
          </p:cNvPr>
          <p:cNvSpPr>
            <a:spLocks noGrp="1"/>
          </p:cNvSpPr>
          <p:nvPr>
            <p:ph type="body" sz="quarter" idx="36"/>
          </p:nvPr>
        </p:nvSpPr>
        <p:spPr>
          <a:xfrm>
            <a:off x="139492" y="5253750"/>
            <a:ext cx="1724025" cy="350647"/>
          </a:xfrm>
        </p:spPr>
        <p:txBody>
          <a:bodyPr wrap="square">
            <a:normAutofit/>
          </a:bodyPr>
          <a:lstStyle>
            <a:lvl1pPr marL="0" indent="0">
              <a:buNone/>
              <a:defRPr sz="1200" b="0" i="0">
                <a:solidFill>
                  <a:schemeClr val="bg1"/>
                </a:solidFill>
                <a:latin typeface="Aptos" panose="020B0004020202020204" pitchFamily="34" charset="0"/>
              </a:defRPr>
            </a:lvl1pPr>
          </a:lstStyle>
          <a:p>
            <a:pPr lvl="0"/>
            <a:r>
              <a:rPr lang="en-GB"/>
              <a:t>Click to edit Master text styles</a:t>
            </a:r>
          </a:p>
        </p:txBody>
      </p:sp>
      <p:sp>
        <p:nvSpPr>
          <p:cNvPr id="25" name="Text Placeholder 20">
            <a:extLst>
              <a:ext uri="{FF2B5EF4-FFF2-40B4-BE49-F238E27FC236}">
                <a16:creationId xmlns:a16="http://schemas.microsoft.com/office/drawing/2014/main" id="{5979479E-8C44-825E-CA22-2ECE22F9D655}"/>
              </a:ext>
            </a:extLst>
          </p:cNvPr>
          <p:cNvSpPr>
            <a:spLocks noGrp="1"/>
          </p:cNvSpPr>
          <p:nvPr>
            <p:ph type="body" sz="quarter" idx="37"/>
          </p:nvPr>
        </p:nvSpPr>
        <p:spPr>
          <a:xfrm>
            <a:off x="139492" y="5897753"/>
            <a:ext cx="1724025" cy="350647"/>
          </a:xfrm>
        </p:spPr>
        <p:txBody>
          <a:bodyPr wrap="square">
            <a:normAutofit/>
          </a:bodyPr>
          <a:lstStyle>
            <a:lvl1pPr marL="0" indent="0">
              <a:buNone/>
              <a:defRPr sz="1200" b="0" i="0">
                <a:solidFill>
                  <a:schemeClr val="bg1"/>
                </a:solidFill>
                <a:latin typeface="Aptos" panose="020B0004020202020204" pitchFamily="34" charset="0"/>
              </a:defRPr>
            </a:lvl1pPr>
          </a:lstStyle>
          <a:p>
            <a:pPr lvl="0"/>
            <a:r>
              <a:rPr lang="en-GB"/>
              <a:t>Click to edit Master text styles</a:t>
            </a:r>
          </a:p>
        </p:txBody>
      </p:sp>
      <p:sp>
        <p:nvSpPr>
          <p:cNvPr id="11" name="Title 1">
            <a:extLst>
              <a:ext uri="{FF2B5EF4-FFF2-40B4-BE49-F238E27FC236}">
                <a16:creationId xmlns:a16="http://schemas.microsoft.com/office/drawing/2014/main" id="{0773BCE4-316C-2824-8669-331C25E93F9D}"/>
              </a:ext>
            </a:extLst>
          </p:cNvPr>
          <p:cNvSpPr>
            <a:spLocks noGrp="1"/>
          </p:cNvSpPr>
          <p:nvPr>
            <p:ph type="title" hasCustomPrompt="1"/>
          </p:nvPr>
        </p:nvSpPr>
        <p:spPr>
          <a:xfrm>
            <a:off x="2241628" y="394087"/>
            <a:ext cx="9445985" cy="965200"/>
          </a:xfrm>
        </p:spPr>
        <p:txBody>
          <a:bodyPr>
            <a:noAutofit/>
          </a:bodyPr>
          <a:lstStyle/>
          <a:p>
            <a:r>
              <a:rPr lang="en-US"/>
              <a:t>Click To Edit Master Title Style</a:t>
            </a:r>
            <a:endParaRPr lang="en-AU"/>
          </a:p>
        </p:txBody>
      </p:sp>
      <p:sp>
        <p:nvSpPr>
          <p:cNvPr id="4" name="TextBox 3">
            <a:extLst>
              <a:ext uri="{FF2B5EF4-FFF2-40B4-BE49-F238E27FC236}">
                <a16:creationId xmlns:a16="http://schemas.microsoft.com/office/drawing/2014/main" id="{2B0E784C-5043-428D-DC33-634365C56E4F}"/>
              </a:ext>
            </a:extLst>
          </p:cNvPr>
          <p:cNvSpPr txBox="1"/>
          <p:nvPr userDrawn="1"/>
        </p:nvSpPr>
        <p:spPr>
          <a:xfrm>
            <a:off x="139492" y="2852936"/>
            <a:ext cx="1702008" cy="184666"/>
          </a:xfrm>
          <a:prstGeom prst="rect">
            <a:avLst/>
          </a:prstGeom>
          <a:noFill/>
        </p:spPr>
        <p:txBody>
          <a:bodyPr wrap="square" lIns="0" tIns="0" rIns="0" bIns="0">
            <a:spAutoFit/>
          </a:bodyPr>
          <a:lstStyle/>
          <a:p>
            <a:pPr algn="l"/>
            <a:r>
              <a:rPr lang="en-US" sz="1200" b="1" i="0">
                <a:solidFill>
                  <a:schemeClr val="bg1"/>
                </a:solidFill>
                <a:latin typeface="Verdana" panose="020B0604030504040204" pitchFamily="34" charset="0"/>
                <a:ea typeface="Verdana" panose="020B0604030504040204" pitchFamily="34" charset="0"/>
                <a:cs typeface="Verdana" panose="020B0604030504040204" pitchFamily="34" charset="0"/>
              </a:rPr>
              <a:t>About the client:</a:t>
            </a:r>
          </a:p>
        </p:txBody>
      </p:sp>
      <p:sp>
        <p:nvSpPr>
          <p:cNvPr id="7" name="Text Placeholder 20">
            <a:extLst>
              <a:ext uri="{FF2B5EF4-FFF2-40B4-BE49-F238E27FC236}">
                <a16:creationId xmlns:a16="http://schemas.microsoft.com/office/drawing/2014/main" id="{9F235FC0-4E27-D968-58A3-F9EAFA92D967}"/>
              </a:ext>
            </a:extLst>
          </p:cNvPr>
          <p:cNvSpPr>
            <a:spLocks noGrp="1"/>
          </p:cNvSpPr>
          <p:nvPr>
            <p:ph type="body" sz="quarter" idx="38"/>
          </p:nvPr>
        </p:nvSpPr>
        <p:spPr>
          <a:xfrm>
            <a:off x="139492" y="3068960"/>
            <a:ext cx="1724025" cy="1337940"/>
          </a:xfrm>
        </p:spPr>
        <p:txBody>
          <a:bodyPr wrap="square">
            <a:normAutofit/>
          </a:bodyPr>
          <a:lstStyle>
            <a:lvl1pPr marL="0" indent="0">
              <a:buNone/>
              <a:defRPr sz="1200" b="0" i="0">
                <a:solidFill>
                  <a:schemeClr val="bg1"/>
                </a:solidFill>
                <a:latin typeface="Aptos" panose="020B0004020202020204" pitchFamily="34" charset="0"/>
              </a:defRPr>
            </a:lvl1pPr>
          </a:lstStyle>
          <a:p>
            <a:pPr lvl="0"/>
            <a:r>
              <a:rPr lang="en-GB"/>
              <a:t>Click to edit Master text styles</a:t>
            </a:r>
          </a:p>
        </p:txBody>
      </p:sp>
      <p:grpSp>
        <p:nvGrpSpPr>
          <p:cNvPr id="17" name="Group 16">
            <a:extLst>
              <a:ext uri="{FF2B5EF4-FFF2-40B4-BE49-F238E27FC236}">
                <a16:creationId xmlns:a16="http://schemas.microsoft.com/office/drawing/2014/main" id="{01D73FCF-34CD-7A47-56EC-55C24F57E5EA}"/>
              </a:ext>
            </a:extLst>
          </p:cNvPr>
          <p:cNvGrpSpPr/>
          <p:nvPr userDrawn="1"/>
        </p:nvGrpSpPr>
        <p:grpSpPr>
          <a:xfrm>
            <a:off x="5082023" y="2315096"/>
            <a:ext cx="3879816" cy="4085704"/>
            <a:chOff x="5082023" y="1737765"/>
            <a:chExt cx="3879816" cy="385584"/>
          </a:xfrm>
        </p:grpSpPr>
        <p:cxnSp>
          <p:nvCxnSpPr>
            <p:cNvPr id="19" name="Straight Connector 18">
              <a:extLst>
                <a:ext uri="{FF2B5EF4-FFF2-40B4-BE49-F238E27FC236}">
                  <a16:creationId xmlns:a16="http://schemas.microsoft.com/office/drawing/2014/main" id="{5DF3B407-BDE4-335A-5A8C-1E0B8BF216D8}"/>
                </a:ext>
              </a:extLst>
            </p:cNvPr>
            <p:cNvCxnSpPr>
              <a:cxnSpLocks/>
            </p:cNvCxnSpPr>
            <p:nvPr userDrawn="1"/>
          </p:nvCxnSpPr>
          <p:spPr>
            <a:xfrm>
              <a:off x="8961839" y="1737765"/>
              <a:ext cx="0" cy="3855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D466F1C-B3D4-533E-3981-AEB2F79776A1}"/>
                </a:ext>
              </a:extLst>
            </p:cNvPr>
            <p:cNvCxnSpPr>
              <a:cxnSpLocks/>
            </p:cNvCxnSpPr>
            <p:nvPr userDrawn="1"/>
          </p:nvCxnSpPr>
          <p:spPr>
            <a:xfrm>
              <a:off x="5082023" y="1737765"/>
              <a:ext cx="0" cy="3855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559384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2 - Case Study Template - Ligh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6D9BE2CB-078E-195D-BC0F-19DCEDE5A835}"/>
              </a:ext>
            </a:extLst>
          </p:cNvPr>
          <p:cNvSpPr>
            <a:spLocks noGrp="1"/>
          </p:cNvSpPr>
          <p:nvPr>
            <p:ph type="pic" sz="quarter" idx="10"/>
          </p:nvPr>
        </p:nvSpPr>
        <p:spPr>
          <a:xfrm>
            <a:off x="7895065" y="1613446"/>
            <a:ext cx="4296937" cy="4598596"/>
          </a:xfrm>
          <a:prstGeom prst="rect">
            <a:avLst/>
          </a:prstGeom>
          <a:solidFill>
            <a:schemeClr val="bg2">
              <a:lumMod val="20000"/>
              <a:lumOff val="80000"/>
            </a:schemeClr>
          </a:solidFill>
        </p:spPr>
        <p:txBody>
          <a:bodyPr wrap="square" anchor="ctr">
            <a:noAutofit/>
          </a:bodyPr>
          <a:lstStyle>
            <a:lvl1pPr marL="0" indent="0" algn="ctr">
              <a:buNone/>
              <a:defRPr b="0" i="0">
                <a:latin typeface="Verdana" panose="020B0604030504040204" pitchFamily="34" charset="0"/>
                <a:ea typeface="Verdana" panose="020B0604030504040204" pitchFamily="34" charset="0"/>
                <a:cs typeface="Verdana" panose="020B0604030504040204" pitchFamily="34" charset="0"/>
              </a:defRPr>
            </a:lvl1pPr>
          </a:lstStyle>
          <a:p>
            <a:r>
              <a:rPr lang="en-GB"/>
              <a:t>Click icon to add picture</a:t>
            </a:r>
            <a:endParaRPr lang="de-DE"/>
          </a:p>
        </p:txBody>
      </p:sp>
      <p:sp>
        <p:nvSpPr>
          <p:cNvPr id="9" name="Rectangle 8">
            <a:extLst>
              <a:ext uri="{FF2B5EF4-FFF2-40B4-BE49-F238E27FC236}">
                <a16:creationId xmlns:a16="http://schemas.microsoft.com/office/drawing/2014/main" id="{D74601F4-528F-F337-00F9-6759A7127E8E}"/>
              </a:ext>
            </a:extLst>
          </p:cNvPr>
          <p:cNvSpPr/>
          <p:nvPr userDrawn="1"/>
        </p:nvSpPr>
        <p:spPr>
          <a:xfrm>
            <a:off x="515937" y="1603637"/>
            <a:ext cx="7011136" cy="379141"/>
          </a:xfrm>
          <a:prstGeom prst="rect">
            <a:avLst/>
          </a:prstGeom>
          <a:solidFill>
            <a:schemeClr val="accent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b="0" i="0">
              <a:latin typeface="Verdana" panose="020B0604030504040204" pitchFamily="34" charset="0"/>
              <a:ea typeface="Verdana" panose="020B0604030504040204" pitchFamily="34" charset="0"/>
              <a:cs typeface="Verdana" panose="020B0604030504040204" pitchFamily="34" charset="0"/>
            </a:endParaRPr>
          </a:p>
        </p:txBody>
      </p:sp>
      <p:sp>
        <p:nvSpPr>
          <p:cNvPr id="10" name="Rectangle 9">
            <a:extLst>
              <a:ext uri="{FF2B5EF4-FFF2-40B4-BE49-F238E27FC236}">
                <a16:creationId xmlns:a16="http://schemas.microsoft.com/office/drawing/2014/main" id="{EF055DE9-65C3-3EB8-D8BF-E2BFF444B64E}"/>
              </a:ext>
            </a:extLst>
          </p:cNvPr>
          <p:cNvSpPr/>
          <p:nvPr userDrawn="1"/>
        </p:nvSpPr>
        <p:spPr>
          <a:xfrm>
            <a:off x="515938" y="3827168"/>
            <a:ext cx="3230873" cy="379141"/>
          </a:xfrm>
          <a:prstGeom prst="rect">
            <a:avLst/>
          </a:prstGeom>
          <a:solidFill>
            <a:schemeClr val="accent1"/>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b="0" i="0">
              <a:latin typeface="Verdana" panose="020B0604030504040204" pitchFamily="34" charset="0"/>
              <a:ea typeface="Verdana" panose="020B0604030504040204" pitchFamily="34" charset="0"/>
              <a:cs typeface="Verdana" panose="020B0604030504040204" pitchFamily="34" charset="0"/>
            </a:endParaRPr>
          </a:p>
        </p:txBody>
      </p:sp>
      <p:sp>
        <p:nvSpPr>
          <p:cNvPr id="11" name="Rectangle 10">
            <a:extLst>
              <a:ext uri="{FF2B5EF4-FFF2-40B4-BE49-F238E27FC236}">
                <a16:creationId xmlns:a16="http://schemas.microsoft.com/office/drawing/2014/main" id="{2230974A-A07E-A5F1-A9BD-7A4B30E3891D}"/>
              </a:ext>
            </a:extLst>
          </p:cNvPr>
          <p:cNvSpPr/>
          <p:nvPr userDrawn="1"/>
        </p:nvSpPr>
        <p:spPr>
          <a:xfrm>
            <a:off x="4296201" y="3827168"/>
            <a:ext cx="3230873" cy="379141"/>
          </a:xfrm>
          <a:prstGeom prst="rect">
            <a:avLst/>
          </a:prstGeom>
          <a:solidFill>
            <a:schemeClr val="accent4"/>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b="0" i="0">
              <a:latin typeface="Verdana" panose="020B0604030504040204" pitchFamily="34" charset="0"/>
              <a:ea typeface="Verdana" panose="020B0604030504040204" pitchFamily="34" charset="0"/>
              <a:cs typeface="Verdana" panose="020B0604030504040204" pitchFamily="34" charset="0"/>
            </a:endParaRPr>
          </a:p>
        </p:txBody>
      </p:sp>
      <p:sp>
        <p:nvSpPr>
          <p:cNvPr id="33" name="TextBox 32">
            <a:extLst>
              <a:ext uri="{FF2B5EF4-FFF2-40B4-BE49-F238E27FC236}">
                <a16:creationId xmlns:a16="http://schemas.microsoft.com/office/drawing/2014/main" id="{63B28BD4-B927-D5D7-3E8E-3B8E9CDB9CE1}"/>
              </a:ext>
            </a:extLst>
          </p:cNvPr>
          <p:cNvSpPr txBox="1"/>
          <p:nvPr userDrawn="1"/>
        </p:nvSpPr>
        <p:spPr>
          <a:xfrm>
            <a:off x="636258" y="1613446"/>
            <a:ext cx="2990231" cy="369332"/>
          </a:xfrm>
          <a:prstGeom prst="rect">
            <a:avLst/>
          </a:prstGeom>
          <a:noFill/>
        </p:spPr>
        <p:txBody>
          <a:bodyPr wrap="square" lIns="0" tIns="0" rIns="0" bIns="0" anchor="ctr">
            <a:normAutofit/>
          </a:bodyPr>
          <a:lstStyle/>
          <a:p>
            <a:pPr algn="l"/>
            <a:r>
              <a:rPr lang="en-US" sz="1600">
                <a:solidFill>
                  <a:schemeClr val="bg1"/>
                </a:solidFill>
                <a:latin typeface="Verdana" panose="020B0604030504040204" pitchFamily="34" charset="0"/>
                <a:ea typeface="Verdana" panose="020B0604030504040204" pitchFamily="34" charset="0"/>
                <a:cs typeface="Verdana" panose="020B0604030504040204" pitchFamily="34" charset="0"/>
              </a:rPr>
              <a:t>The Challenge</a:t>
            </a:r>
          </a:p>
        </p:txBody>
      </p:sp>
      <p:sp>
        <p:nvSpPr>
          <p:cNvPr id="12" name="TextBox 11">
            <a:extLst>
              <a:ext uri="{FF2B5EF4-FFF2-40B4-BE49-F238E27FC236}">
                <a16:creationId xmlns:a16="http://schemas.microsoft.com/office/drawing/2014/main" id="{08D1FA6B-2360-0121-7292-A1CDE1A23140}"/>
              </a:ext>
            </a:extLst>
          </p:cNvPr>
          <p:cNvSpPr txBox="1"/>
          <p:nvPr userDrawn="1"/>
        </p:nvSpPr>
        <p:spPr>
          <a:xfrm>
            <a:off x="636258" y="3827169"/>
            <a:ext cx="2990231" cy="369332"/>
          </a:xfrm>
          <a:prstGeom prst="rect">
            <a:avLst/>
          </a:prstGeom>
          <a:noFill/>
        </p:spPr>
        <p:txBody>
          <a:bodyPr wrap="square" lIns="0" tIns="0" rIns="0" bIns="0" anchor="ctr">
            <a:normAutofit/>
          </a:bodyPr>
          <a:lstStyle/>
          <a:p>
            <a:pPr algn="l"/>
            <a:r>
              <a:rPr lang="en-US" sz="1600">
                <a:solidFill>
                  <a:schemeClr val="tx1"/>
                </a:solidFill>
                <a:latin typeface="Verdana" panose="020B0604030504040204" pitchFamily="34" charset="0"/>
                <a:ea typeface="Verdana" panose="020B0604030504040204" pitchFamily="34" charset="0"/>
                <a:cs typeface="Verdana" panose="020B0604030504040204" pitchFamily="34" charset="0"/>
              </a:rPr>
              <a:t>The Solution</a:t>
            </a:r>
          </a:p>
        </p:txBody>
      </p:sp>
      <p:sp>
        <p:nvSpPr>
          <p:cNvPr id="14" name="TextBox 13">
            <a:extLst>
              <a:ext uri="{FF2B5EF4-FFF2-40B4-BE49-F238E27FC236}">
                <a16:creationId xmlns:a16="http://schemas.microsoft.com/office/drawing/2014/main" id="{E8A8D9C9-402E-E931-BA12-3C00810128F6}"/>
              </a:ext>
            </a:extLst>
          </p:cNvPr>
          <p:cNvSpPr txBox="1"/>
          <p:nvPr userDrawn="1"/>
        </p:nvSpPr>
        <p:spPr>
          <a:xfrm>
            <a:off x="4416522" y="3836977"/>
            <a:ext cx="2990231" cy="369332"/>
          </a:xfrm>
          <a:prstGeom prst="rect">
            <a:avLst/>
          </a:prstGeom>
          <a:noFill/>
        </p:spPr>
        <p:txBody>
          <a:bodyPr wrap="square" lIns="0" tIns="0" rIns="0" bIns="0" anchor="ctr">
            <a:normAutofit/>
          </a:bodyPr>
          <a:lstStyle/>
          <a:p>
            <a:pPr algn="l"/>
            <a:r>
              <a:rPr lang="en-US" sz="1600">
                <a:solidFill>
                  <a:schemeClr val="bg1"/>
                </a:solidFill>
                <a:latin typeface="Verdana" panose="020B0604030504040204" pitchFamily="34" charset="0"/>
                <a:ea typeface="Verdana" panose="020B0604030504040204" pitchFamily="34" charset="0"/>
                <a:cs typeface="Verdana" panose="020B0604030504040204" pitchFamily="34" charset="0"/>
              </a:rPr>
              <a:t>Business Impact</a:t>
            </a:r>
          </a:p>
        </p:txBody>
      </p:sp>
      <p:sp>
        <p:nvSpPr>
          <p:cNvPr id="20" name="Content Placeholder 2">
            <a:extLst>
              <a:ext uri="{FF2B5EF4-FFF2-40B4-BE49-F238E27FC236}">
                <a16:creationId xmlns:a16="http://schemas.microsoft.com/office/drawing/2014/main" id="{4B07B6CE-3309-07D1-52B1-7F1448FF875F}"/>
              </a:ext>
            </a:extLst>
          </p:cNvPr>
          <p:cNvSpPr>
            <a:spLocks noGrp="1"/>
          </p:cNvSpPr>
          <p:nvPr>
            <p:ph sz="half" idx="28"/>
          </p:nvPr>
        </p:nvSpPr>
        <p:spPr>
          <a:xfrm>
            <a:off x="515933" y="2172350"/>
            <a:ext cx="7011136" cy="1462461"/>
          </a:xfrm>
        </p:spPr>
        <p:txBody>
          <a:bodyPr wrap="square">
            <a:normAutofit/>
          </a:bodyPr>
          <a:lstStyle>
            <a:lvl1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GB"/>
              <a:t>Click to edit Master text styles</a:t>
            </a:r>
          </a:p>
          <a:p>
            <a:pPr lvl="1"/>
            <a:r>
              <a:rPr lang="en-GB"/>
              <a:t>Second level</a:t>
            </a:r>
          </a:p>
        </p:txBody>
      </p:sp>
      <p:sp>
        <p:nvSpPr>
          <p:cNvPr id="26" name="Content Placeholder 2">
            <a:extLst>
              <a:ext uri="{FF2B5EF4-FFF2-40B4-BE49-F238E27FC236}">
                <a16:creationId xmlns:a16="http://schemas.microsoft.com/office/drawing/2014/main" id="{30FC2570-2B4A-0849-BB7F-453DC1B0B2A8}"/>
              </a:ext>
            </a:extLst>
          </p:cNvPr>
          <p:cNvSpPr>
            <a:spLocks noGrp="1"/>
          </p:cNvSpPr>
          <p:nvPr>
            <p:ph sz="half" idx="29"/>
          </p:nvPr>
        </p:nvSpPr>
        <p:spPr>
          <a:xfrm>
            <a:off x="515934" y="4398667"/>
            <a:ext cx="3230873" cy="1813375"/>
          </a:xfrm>
        </p:spPr>
        <p:txBody>
          <a:bodyPr wrap="square">
            <a:normAutofit/>
          </a:bodyPr>
          <a:lstStyle>
            <a:lvl1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GB"/>
              <a:t>Click to edit Master text styles</a:t>
            </a:r>
          </a:p>
          <a:p>
            <a:pPr lvl="1"/>
            <a:r>
              <a:rPr lang="en-GB"/>
              <a:t>Second level</a:t>
            </a:r>
          </a:p>
        </p:txBody>
      </p:sp>
      <p:sp>
        <p:nvSpPr>
          <p:cNvPr id="27" name="Content Placeholder 2">
            <a:extLst>
              <a:ext uri="{FF2B5EF4-FFF2-40B4-BE49-F238E27FC236}">
                <a16:creationId xmlns:a16="http://schemas.microsoft.com/office/drawing/2014/main" id="{915EB2C9-7B59-46AC-C4E8-243BB8DEA0BE}"/>
              </a:ext>
            </a:extLst>
          </p:cNvPr>
          <p:cNvSpPr>
            <a:spLocks noGrp="1"/>
          </p:cNvSpPr>
          <p:nvPr>
            <p:ph sz="half" idx="30"/>
          </p:nvPr>
        </p:nvSpPr>
        <p:spPr>
          <a:xfrm>
            <a:off x="4296201" y="4398667"/>
            <a:ext cx="3230873" cy="1813375"/>
          </a:xfrm>
        </p:spPr>
        <p:txBody>
          <a:bodyPr wrap="square">
            <a:normAutofit/>
          </a:bodyPr>
          <a:lstStyle>
            <a:lvl1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GB"/>
              <a:t>Click to edit Master text styles</a:t>
            </a:r>
          </a:p>
          <a:p>
            <a:pPr lvl="1"/>
            <a:r>
              <a:rPr lang="en-GB"/>
              <a:t>Second level</a:t>
            </a:r>
          </a:p>
        </p:txBody>
      </p:sp>
      <p:sp>
        <p:nvSpPr>
          <p:cNvPr id="3" name="Title 1">
            <a:extLst>
              <a:ext uri="{FF2B5EF4-FFF2-40B4-BE49-F238E27FC236}">
                <a16:creationId xmlns:a16="http://schemas.microsoft.com/office/drawing/2014/main" id="{A95EDC12-290F-485B-9E72-9551694D7FB0}"/>
              </a:ext>
            </a:extLst>
          </p:cNvPr>
          <p:cNvSpPr>
            <a:spLocks noGrp="1"/>
          </p:cNvSpPr>
          <p:nvPr>
            <p:ph type="title" hasCustomPrompt="1"/>
          </p:nvPr>
        </p:nvSpPr>
        <p:spPr>
          <a:xfrm>
            <a:off x="515937" y="394087"/>
            <a:ext cx="11171676" cy="430887"/>
          </a:xfrm>
        </p:spPr>
        <p:txBody>
          <a:bodyPr>
            <a:spAutoFit/>
          </a:bodyPr>
          <a:lstStyle/>
          <a:p>
            <a:r>
              <a:rPr lang="en-US"/>
              <a:t>Click To Edit Master Title Style</a:t>
            </a:r>
            <a:endParaRPr lang="en-AU"/>
          </a:p>
        </p:txBody>
      </p:sp>
    </p:spTree>
    <p:extLst>
      <p:ext uri="{BB962C8B-B14F-4D97-AF65-F5344CB8AC3E}">
        <p14:creationId xmlns:p14="http://schemas.microsoft.com/office/powerpoint/2010/main" val="33892470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One Content - Light_used">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13AE9919-8BE1-9B8D-8546-E7527B31B533}"/>
              </a:ext>
            </a:extLst>
          </p:cNvPr>
          <p:cNvSpPr>
            <a:spLocks noGrp="1"/>
          </p:cNvSpPr>
          <p:nvPr>
            <p:ph type="title" hasCustomPrompt="1"/>
          </p:nvPr>
        </p:nvSpPr>
        <p:spPr>
          <a:xfrm>
            <a:off x="555626" y="232992"/>
            <a:ext cx="10361757" cy="567109"/>
          </a:xfrm>
          <a:prstGeom prst="rect">
            <a:avLst/>
          </a:prstGeom>
        </p:spPr>
        <p:txBody>
          <a:bodyPr vert="horz" lIns="0" tIns="0" rIns="0" bIns="0" rtlCol="0" anchor="t">
            <a:noAutofit/>
          </a:bodyPr>
          <a:lstStyle>
            <a:lvl1pPr>
              <a:defRPr sz="3000">
                <a:latin typeface="PP Neue Machina Plain Italic" panose="020B0604020202020204" charset="0"/>
              </a:defRPr>
            </a:lvl1pPr>
          </a:lstStyle>
          <a:p>
            <a:r>
              <a:rPr lang="en-US"/>
              <a:t>Click To Edit Master Title Style</a:t>
            </a:r>
          </a:p>
        </p:txBody>
      </p:sp>
      <p:sp>
        <p:nvSpPr>
          <p:cNvPr id="4" name="Content Placeholder 3">
            <a:extLst>
              <a:ext uri="{FF2B5EF4-FFF2-40B4-BE49-F238E27FC236}">
                <a16:creationId xmlns:a16="http://schemas.microsoft.com/office/drawing/2014/main" id="{27962594-0612-4734-B801-D3A8ACEC8AD4}"/>
              </a:ext>
            </a:extLst>
          </p:cNvPr>
          <p:cNvSpPr>
            <a:spLocks noGrp="1"/>
          </p:cNvSpPr>
          <p:nvPr>
            <p:ph sz="quarter" idx="15"/>
          </p:nvPr>
        </p:nvSpPr>
        <p:spPr>
          <a:xfrm>
            <a:off x="555626" y="1839914"/>
            <a:ext cx="11120439" cy="43307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Graphic 24">
            <a:extLst>
              <a:ext uri="{FF2B5EF4-FFF2-40B4-BE49-F238E27FC236}">
                <a16:creationId xmlns:a16="http://schemas.microsoft.com/office/drawing/2014/main" id="{6E1E8192-4301-9E2C-0BEC-A3F968017D70}"/>
              </a:ext>
            </a:extLst>
          </p:cNvPr>
          <p:cNvSpPr/>
          <p:nvPr userDrawn="1"/>
        </p:nvSpPr>
        <p:spPr>
          <a:xfrm>
            <a:off x="0" y="0"/>
            <a:ext cx="121768" cy="1959429"/>
          </a:xfrm>
          <a:custGeom>
            <a:avLst/>
            <a:gdLst>
              <a:gd name="connsiteX0" fmla="*/ 0 w 190722"/>
              <a:gd name="connsiteY0" fmla="*/ 0 h 3068991"/>
              <a:gd name="connsiteX1" fmla="*/ 0 w 190722"/>
              <a:gd name="connsiteY1" fmla="*/ 3068992 h 3068991"/>
              <a:gd name="connsiteX2" fmla="*/ 190722 w 190722"/>
              <a:gd name="connsiteY2" fmla="*/ 2669273 h 3068991"/>
              <a:gd name="connsiteX3" fmla="*/ 0 w 190722"/>
              <a:gd name="connsiteY3" fmla="*/ 0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0" y="0"/>
                </a:moveTo>
                <a:lnTo>
                  <a:pt x="0" y="3068992"/>
                </a:lnTo>
                <a:cubicBezTo>
                  <a:pt x="63644" y="2935822"/>
                  <a:pt x="127078" y="2802442"/>
                  <a:pt x="190722" y="2669273"/>
                </a:cubicBezTo>
                <a:cubicBezTo>
                  <a:pt x="127078" y="1779515"/>
                  <a:pt x="63644" y="889758"/>
                  <a:pt x="0" y="0"/>
                </a:cubicBezTo>
                <a:close/>
              </a:path>
            </a:pathLst>
          </a:custGeom>
          <a:solidFill>
            <a:schemeClr val="accent1"/>
          </a:solidFill>
          <a:ln w="20108" cap="flat">
            <a:noFill/>
            <a:prstDash val="solid"/>
            <a:miter/>
          </a:ln>
        </p:spPr>
        <p:txBody>
          <a:bodyPr rtlCol="0" anchor="ctr"/>
          <a:lstStyle/>
          <a:p>
            <a:endParaRPr lang="en-US" sz="1400"/>
          </a:p>
        </p:txBody>
      </p:sp>
      <p:sp>
        <p:nvSpPr>
          <p:cNvPr id="6" name="Graphic 26">
            <a:extLst>
              <a:ext uri="{FF2B5EF4-FFF2-40B4-BE49-F238E27FC236}">
                <a16:creationId xmlns:a16="http://schemas.microsoft.com/office/drawing/2014/main" id="{C7044421-654C-898B-E43A-07F00E643171}"/>
              </a:ext>
            </a:extLst>
          </p:cNvPr>
          <p:cNvSpPr/>
          <p:nvPr userDrawn="1"/>
        </p:nvSpPr>
        <p:spPr>
          <a:xfrm>
            <a:off x="12070232" y="5008132"/>
            <a:ext cx="121768" cy="1959429"/>
          </a:xfrm>
          <a:custGeom>
            <a:avLst/>
            <a:gdLst>
              <a:gd name="connsiteX0" fmla="*/ 190722 w 190722"/>
              <a:gd name="connsiteY0" fmla="*/ 3068992 h 3068991"/>
              <a:gd name="connsiteX1" fmla="*/ 190722 w 190722"/>
              <a:gd name="connsiteY1" fmla="*/ 0 h 3068991"/>
              <a:gd name="connsiteX2" fmla="*/ 0 w 190722"/>
              <a:gd name="connsiteY2" fmla="*/ 399719 h 3068991"/>
              <a:gd name="connsiteX3" fmla="*/ 190722 w 190722"/>
              <a:gd name="connsiteY3" fmla="*/ 3068992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190722" y="3068992"/>
                </a:moveTo>
                <a:lnTo>
                  <a:pt x="190722" y="0"/>
                </a:lnTo>
                <a:cubicBezTo>
                  <a:pt x="127078" y="133170"/>
                  <a:pt x="63644" y="266549"/>
                  <a:pt x="0" y="399719"/>
                </a:cubicBezTo>
                <a:cubicBezTo>
                  <a:pt x="63644" y="1289476"/>
                  <a:pt x="127078" y="2179234"/>
                  <a:pt x="190722" y="3068992"/>
                </a:cubicBezTo>
                <a:close/>
              </a:path>
            </a:pathLst>
          </a:custGeom>
          <a:solidFill>
            <a:schemeClr val="accent1"/>
          </a:solidFill>
          <a:ln w="20108" cap="flat">
            <a:noFill/>
            <a:prstDash val="solid"/>
            <a:miter/>
          </a:ln>
        </p:spPr>
        <p:txBody>
          <a:bodyPr rtlCol="0" anchor="ctr"/>
          <a:lstStyle/>
          <a:p>
            <a:endParaRPr lang="en-US" sz="1400"/>
          </a:p>
        </p:txBody>
      </p:sp>
      <p:pic>
        <p:nvPicPr>
          <p:cNvPr id="9" name="Graphic 8">
            <a:extLst>
              <a:ext uri="{FF2B5EF4-FFF2-40B4-BE49-F238E27FC236}">
                <a16:creationId xmlns:a16="http://schemas.microsoft.com/office/drawing/2014/main" id="{451ED5CD-E0BA-AFA1-4E70-2639686FDDE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a:ext>
            </a:extLst>
          </a:blip>
          <a:stretch>
            <a:fillRect/>
          </a:stretch>
        </p:blipFill>
        <p:spPr>
          <a:xfrm>
            <a:off x="11339089" y="108515"/>
            <a:ext cx="673947" cy="871200"/>
          </a:xfrm>
          <a:prstGeom prst="rect">
            <a:avLst/>
          </a:prstGeom>
        </p:spPr>
      </p:pic>
    </p:spTree>
    <p:extLst>
      <p:ext uri="{BB962C8B-B14F-4D97-AF65-F5344CB8AC3E}">
        <p14:creationId xmlns:p14="http://schemas.microsoft.com/office/powerpoint/2010/main" val="752389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1_Title HALF IMAGE white">
    <p:spTree>
      <p:nvGrpSpPr>
        <p:cNvPr id="1" name=""/>
        <p:cNvGrpSpPr/>
        <p:nvPr/>
      </p:nvGrpSpPr>
      <p:grpSpPr>
        <a:xfrm>
          <a:off x="0" y="0"/>
          <a:ext cx="0" cy="0"/>
          <a:chOff x="0" y="0"/>
          <a:chExt cx="0" cy="0"/>
        </a:xfrm>
      </p:grpSpPr>
      <p:sp>
        <p:nvSpPr>
          <p:cNvPr id="33" name="Picture Placeholder 32">
            <a:extLst>
              <a:ext uri="{FF2B5EF4-FFF2-40B4-BE49-F238E27FC236}">
                <a16:creationId xmlns:a16="http://schemas.microsoft.com/office/drawing/2014/main" id="{01F54CCE-2A05-56EB-965D-AE06B1C43403}"/>
              </a:ext>
            </a:extLst>
          </p:cNvPr>
          <p:cNvSpPr>
            <a:spLocks noGrp="1"/>
          </p:cNvSpPr>
          <p:nvPr>
            <p:ph type="pic" sz="quarter" idx="13" hasCustomPrompt="1"/>
          </p:nvPr>
        </p:nvSpPr>
        <p:spPr>
          <a:xfrm>
            <a:off x="6096000" y="0"/>
            <a:ext cx="6096000" cy="6858000"/>
          </a:xfrm>
        </p:spPr>
        <p:txBody>
          <a:bodyPr>
            <a:noAutofit/>
          </a:bodyPr>
          <a:lstStyle>
            <a:lvl1pPr marL="0" indent="0">
              <a:buNone/>
              <a:defRPr/>
            </a:lvl1pPr>
          </a:lstStyle>
          <a:p>
            <a:r>
              <a:rPr lang="en-US"/>
              <a:t>Click icon to add image</a:t>
            </a:r>
          </a:p>
        </p:txBody>
      </p:sp>
      <p:sp>
        <p:nvSpPr>
          <p:cNvPr id="4" name="Title 1">
            <a:extLst>
              <a:ext uri="{FF2B5EF4-FFF2-40B4-BE49-F238E27FC236}">
                <a16:creationId xmlns:a16="http://schemas.microsoft.com/office/drawing/2014/main" id="{F02C194C-2167-463C-2D56-9EF334BEF112}"/>
              </a:ext>
            </a:extLst>
          </p:cNvPr>
          <p:cNvSpPr>
            <a:spLocks noGrp="1"/>
          </p:cNvSpPr>
          <p:nvPr>
            <p:ph type="ctrTitle"/>
          </p:nvPr>
        </p:nvSpPr>
        <p:spPr>
          <a:xfrm>
            <a:off x="501650" y="1803400"/>
            <a:ext cx="5358823" cy="2170147"/>
          </a:xfrm>
        </p:spPr>
        <p:txBody>
          <a:bodyPr anchor="b">
            <a:noAutofit/>
          </a:bodyPr>
          <a:lstStyle>
            <a:lvl1pPr algn="l">
              <a:defRPr sz="4800">
                <a:solidFill>
                  <a:schemeClr val="tx1"/>
                </a:solidFill>
              </a:defRPr>
            </a:lvl1pPr>
          </a:lstStyle>
          <a:p>
            <a:r>
              <a:rPr lang="en-US"/>
              <a:t>Click to edit Master title style</a:t>
            </a:r>
          </a:p>
        </p:txBody>
      </p:sp>
      <p:sp>
        <p:nvSpPr>
          <p:cNvPr id="5" name="Subtitle 2">
            <a:extLst>
              <a:ext uri="{FF2B5EF4-FFF2-40B4-BE49-F238E27FC236}">
                <a16:creationId xmlns:a16="http://schemas.microsoft.com/office/drawing/2014/main" id="{074F4C90-FB68-4591-7579-3DC050EF8679}"/>
              </a:ext>
            </a:extLst>
          </p:cNvPr>
          <p:cNvSpPr>
            <a:spLocks noGrp="1"/>
          </p:cNvSpPr>
          <p:nvPr>
            <p:ph type="subTitle" idx="1"/>
          </p:nvPr>
        </p:nvSpPr>
        <p:spPr>
          <a:xfrm>
            <a:off x="501650" y="4065623"/>
            <a:ext cx="5358824" cy="1655762"/>
          </a:xfrm>
        </p:spPr>
        <p:txBody>
          <a:bodyPr>
            <a:noAutofit/>
          </a:bodyPr>
          <a:lstStyle>
            <a:lvl1pPr marL="0" indent="0" algn="l">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Text Placeholder 4">
            <a:extLst>
              <a:ext uri="{FF2B5EF4-FFF2-40B4-BE49-F238E27FC236}">
                <a16:creationId xmlns:a16="http://schemas.microsoft.com/office/drawing/2014/main" id="{A2EF5E5F-34DB-85E8-6CEC-189B4E724A2E}"/>
              </a:ext>
            </a:extLst>
          </p:cNvPr>
          <p:cNvSpPr>
            <a:spLocks noGrp="1"/>
          </p:cNvSpPr>
          <p:nvPr>
            <p:ph type="body" sz="quarter" idx="14"/>
          </p:nvPr>
        </p:nvSpPr>
        <p:spPr>
          <a:xfrm>
            <a:off x="501650" y="5928527"/>
            <a:ext cx="5594350" cy="259548"/>
          </a:xfrm>
        </p:spPr>
        <p:txBody>
          <a:bodyPr anchor="b">
            <a:noAutofit/>
          </a:bodyPr>
          <a:lstStyle>
            <a:lvl1pPr marL="0" indent="0">
              <a:buNone/>
              <a:defRPr b="0" i="0">
                <a:latin typeface="PP Neue Machina Plain Italic" pitchFamily="2" charset="77"/>
              </a:defRPr>
            </a:lvl1pPr>
          </a:lstStyle>
          <a:p>
            <a:pPr lvl="0"/>
            <a:r>
              <a:rPr lang="en-US"/>
              <a:t>Click to edit Master text styles</a:t>
            </a:r>
          </a:p>
        </p:txBody>
      </p:sp>
      <p:pic>
        <p:nvPicPr>
          <p:cNvPr id="2" name="Graphic 1">
            <a:extLst>
              <a:ext uri="{FF2B5EF4-FFF2-40B4-BE49-F238E27FC236}">
                <a16:creationId xmlns:a16="http://schemas.microsoft.com/office/drawing/2014/main" id="{ADD9A8CD-3B41-5263-B917-086B4798864E}"/>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a:ext>
            </a:extLst>
          </a:blip>
          <a:stretch>
            <a:fillRect/>
          </a:stretch>
        </p:blipFill>
        <p:spPr>
          <a:xfrm>
            <a:off x="11339088" y="102191"/>
            <a:ext cx="673947" cy="871200"/>
          </a:xfrm>
          <a:prstGeom prst="rect">
            <a:avLst/>
          </a:prstGeom>
        </p:spPr>
      </p:pic>
      <p:sp>
        <p:nvSpPr>
          <p:cNvPr id="3" name="Graphic 24">
            <a:extLst>
              <a:ext uri="{FF2B5EF4-FFF2-40B4-BE49-F238E27FC236}">
                <a16:creationId xmlns:a16="http://schemas.microsoft.com/office/drawing/2014/main" id="{846B7DF7-B8E6-19E4-04B8-1189A69B7B44}"/>
              </a:ext>
            </a:extLst>
          </p:cNvPr>
          <p:cNvSpPr/>
          <p:nvPr userDrawn="1"/>
        </p:nvSpPr>
        <p:spPr>
          <a:xfrm>
            <a:off x="0" y="0"/>
            <a:ext cx="121768" cy="1959429"/>
          </a:xfrm>
          <a:custGeom>
            <a:avLst/>
            <a:gdLst>
              <a:gd name="connsiteX0" fmla="*/ 0 w 190722"/>
              <a:gd name="connsiteY0" fmla="*/ 0 h 3068991"/>
              <a:gd name="connsiteX1" fmla="*/ 0 w 190722"/>
              <a:gd name="connsiteY1" fmla="*/ 3068992 h 3068991"/>
              <a:gd name="connsiteX2" fmla="*/ 190722 w 190722"/>
              <a:gd name="connsiteY2" fmla="*/ 2669273 h 3068991"/>
              <a:gd name="connsiteX3" fmla="*/ 0 w 190722"/>
              <a:gd name="connsiteY3" fmla="*/ 0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0" y="0"/>
                </a:moveTo>
                <a:lnTo>
                  <a:pt x="0" y="3068992"/>
                </a:lnTo>
                <a:cubicBezTo>
                  <a:pt x="63644" y="2935822"/>
                  <a:pt x="127078" y="2802442"/>
                  <a:pt x="190722" y="2669273"/>
                </a:cubicBezTo>
                <a:cubicBezTo>
                  <a:pt x="127078" y="1779515"/>
                  <a:pt x="63644" y="889758"/>
                  <a:pt x="0" y="0"/>
                </a:cubicBezTo>
                <a:close/>
              </a:path>
            </a:pathLst>
          </a:custGeom>
          <a:solidFill>
            <a:schemeClr val="accent1"/>
          </a:solidFill>
          <a:ln w="20108" cap="flat">
            <a:noFill/>
            <a:prstDash val="solid"/>
            <a:miter/>
          </a:ln>
        </p:spPr>
        <p:txBody>
          <a:bodyPr rtlCol="0" anchor="ctr"/>
          <a:lstStyle/>
          <a:p>
            <a:endParaRPr lang="en-US"/>
          </a:p>
        </p:txBody>
      </p:sp>
      <p:sp>
        <p:nvSpPr>
          <p:cNvPr id="6" name="Graphic 26">
            <a:extLst>
              <a:ext uri="{FF2B5EF4-FFF2-40B4-BE49-F238E27FC236}">
                <a16:creationId xmlns:a16="http://schemas.microsoft.com/office/drawing/2014/main" id="{0E4A48D2-E6DA-A08A-148D-8552C304B628}"/>
              </a:ext>
            </a:extLst>
          </p:cNvPr>
          <p:cNvSpPr/>
          <p:nvPr userDrawn="1"/>
        </p:nvSpPr>
        <p:spPr>
          <a:xfrm>
            <a:off x="12070232" y="5008131"/>
            <a:ext cx="121768" cy="1959429"/>
          </a:xfrm>
          <a:custGeom>
            <a:avLst/>
            <a:gdLst>
              <a:gd name="connsiteX0" fmla="*/ 190722 w 190722"/>
              <a:gd name="connsiteY0" fmla="*/ 3068992 h 3068991"/>
              <a:gd name="connsiteX1" fmla="*/ 190722 w 190722"/>
              <a:gd name="connsiteY1" fmla="*/ 0 h 3068991"/>
              <a:gd name="connsiteX2" fmla="*/ 0 w 190722"/>
              <a:gd name="connsiteY2" fmla="*/ 399719 h 3068991"/>
              <a:gd name="connsiteX3" fmla="*/ 190722 w 190722"/>
              <a:gd name="connsiteY3" fmla="*/ 3068992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190722" y="3068992"/>
                </a:moveTo>
                <a:lnTo>
                  <a:pt x="190722" y="0"/>
                </a:lnTo>
                <a:cubicBezTo>
                  <a:pt x="127078" y="133170"/>
                  <a:pt x="63644" y="266549"/>
                  <a:pt x="0" y="399719"/>
                </a:cubicBezTo>
                <a:cubicBezTo>
                  <a:pt x="63644" y="1289476"/>
                  <a:pt x="127078" y="2179234"/>
                  <a:pt x="190722" y="3068992"/>
                </a:cubicBezTo>
                <a:close/>
              </a:path>
            </a:pathLst>
          </a:custGeom>
          <a:solidFill>
            <a:schemeClr val="accent1"/>
          </a:solidFill>
          <a:ln w="20108" cap="flat">
            <a:noFill/>
            <a:prstDash val="solid"/>
            <a:miter/>
          </a:ln>
        </p:spPr>
        <p:txBody>
          <a:bodyPr rtlCol="0" anchor="ctr"/>
          <a:lstStyle/>
          <a:p>
            <a:endParaRPr lang="en-US"/>
          </a:p>
        </p:txBody>
      </p:sp>
    </p:spTree>
    <p:extLst>
      <p:ext uri="{BB962C8B-B14F-4D97-AF65-F5344CB8AC3E}">
        <p14:creationId xmlns:p14="http://schemas.microsoft.com/office/powerpoint/2010/main" val="23160485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Content">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1949B20-CE4F-2CE3-7EBD-9F382E2320AD}"/>
              </a:ext>
            </a:extLst>
          </p:cNvPr>
          <p:cNvSpPr>
            <a:spLocks noGrp="1"/>
          </p:cNvSpPr>
          <p:nvPr>
            <p:ph type="body" sz="quarter" idx="10"/>
          </p:nvPr>
        </p:nvSpPr>
        <p:spPr>
          <a:xfrm>
            <a:off x="505884" y="1604434"/>
            <a:ext cx="11159067" cy="4627033"/>
          </a:xfrm>
        </p:spPr>
        <p:txBody>
          <a:bodyPr/>
          <a:lstStyle>
            <a:lvl1pPr>
              <a:defRPr>
                <a:latin typeface="Verdana" panose="020B0604030504040204" pitchFamily="34" charset="0"/>
                <a:ea typeface="Verdana" panose="020B0604030504040204" pitchFamily="34" charset="0"/>
                <a:cs typeface="Verdana" panose="020B0604030504040204" pitchFamily="34" charset="0"/>
              </a:defRPr>
            </a:lvl1pPr>
            <a:lvl2pPr>
              <a:defRPr>
                <a:latin typeface="Verdana" panose="020B0604030504040204" pitchFamily="34" charset="0"/>
                <a:ea typeface="Verdana" panose="020B0604030504040204" pitchFamily="34" charset="0"/>
                <a:cs typeface="Verdana" panose="020B0604030504040204" pitchFamily="34" charset="0"/>
              </a:defRPr>
            </a:lvl2pPr>
            <a:lvl3pPr>
              <a:defRPr>
                <a:latin typeface="Verdana" panose="020B0604030504040204" pitchFamily="34" charset="0"/>
                <a:ea typeface="Verdana" panose="020B0604030504040204" pitchFamily="34" charset="0"/>
                <a:cs typeface="Verdana" panose="020B0604030504040204" pitchFamily="34" charset="0"/>
              </a:defRPr>
            </a:lvl3pPr>
            <a:lvl4pPr>
              <a:defRPr>
                <a:latin typeface="Verdana" panose="020B0604030504040204" pitchFamily="34" charset="0"/>
                <a:ea typeface="Verdana" panose="020B0604030504040204" pitchFamily="34" charset="0"/>
                <a:cs typeface="Verdana" panose="020B0604030504040204" pitchFamily="34" charset="0"/>
              </a:defRPr>
            </a:lvl4pPr>
            <a:lvl5pPr>
              <a:defRPr>
                <a:latin typeface="Verdana" panose="020B0604030504040204" pitchFamily="34" charset="0"/>
                <a:ea typeface="Verdana" panose="020B0604030504040204" pitchFamily="34" charset="0"/>
                <a:cs typeface="Verdana" panose="020B060403050404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Title Placeholder 1">
            <a:extLst>
              <a:ext uri="{FF2B5EF4-FFF2-40B4-BE49-F238E27FC236}">
                <a16:creationId xmlns:a16="http://schemas.microsoft.com/office/drawing/2014/main" id="{8A1DDE92-DA1C-8399-049A-66BFF7CE613C}"/>
              </a:ext>
            </a:extLst>
          </p:cNvPr>
          <p:cNvSpPr>
            <a:spLocks noGrp="1"/>
          </p:cNvSpPr>
          <p:nvPr>
            <p:ph type="title"/>
          </p:nvPr>
        </p:nvSpPr>
        <p:spPr>
          <a:xfrm>
            <a:off x="515937" y="394087"/>
            <a:ext cx="11160121" cy="430887"/>
          </a:xfrm>
          <a:prstGeom prst="rect">
            <a:avLst/>
          </a:prstGeom>
        </p:spPr>
        <p:txBody>
          <a:bodyPr vert="horz" lIns="0" tIns="0" rIns="0" bIns="0" rtlCol="0" anchor="t">
            <a:spAutoFit/>
          </a:bodyPr>
          <a:lstStyle/>
          <a:p>
            <a:r>
              <a:rPr lang="en-GB"/>
              <a:t>Click to edit Master title style</a:t>
            </a:r>
            <a:endParaRPr lang="en-US"/>
          </a:p>
        </p:txBody>
      </p:sp>
    </p:spTree>
    <p:extLst>
      <p:ext uri="{BB962C8B-B14F-4D97-AF65-F5344CB8AC3E}">
        <p14:creationId xmlns:p14="http://schemas.microsoft.com/office/powerpoint/2010/main" val="5421240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89AFEFB-CFB0-3C09-5A99-8882AAEFE884}"/>
              </a:ext>
            </a:extLst>
          </p:cNvPr>
          <p:cNvSpPr>
            <a:spLocks noGrp="1"/>
          </p:cNvSpPr>
          <p:nvPr>
            <p:ph type="title"/>
          </p:nvPr>
        </p:nvSpPr>
        <p:spPr>
          <a:xfrm>
            <a:off x="515937" y="394087"/>
            <a:ext cx="11160121" cy="430887"/>
          </a:xfrm>
          <a:prstGeom prst="rect">
            <a:avLst/>
          </a:prstGeom>
        </p:spPr>
        <p:txBody>
          <a:bodyPr vert="horz" lIns="0" tIns="0" rIns="0" bIns="0" rtlCol="0" anchor="t">
            <a:spAutoFit/>
          </a:bodyPr>
          <a:lstStyle/>
          <a:p>
            <a:r>
              <a:rPr lang="en-GB"/>
              <a:t>Click to edit Master title style</a:t>
            </a:r>
            <a:endParaRPr lang="en-US"/>
          </a:p>
        </p:txBody>
      </p:sp>
    </p:spTree>
    <p:extLst>
      <p:ext uri="{BB962C8B-B14F-4D97-AF65-F5344CB8AC3E}">
        <p14:creationId xmlns:p14="http://schemas.microsoft.com/office/powerpoint/2010/main" val="4918765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blank" preserve="1">
  <p:cSld name="Blank">
    <p:spTree>
      <p:nvGrpSpPr>
        <p:cNvPr id="1" name="Shape 48"/>
        <p:cNvGrpSpPr/>
        <p:nvPr/>
      </p:nvGrpSpPr>
      <p:grpSpPr>
        <a:xfrm>
          <a:off x="0" y="0"/>
          <a:ext cx="0" cy="0"/>
          <a:chOff x="0" y="0"/>
          <a:chExt cx="0" cy="0"/>
        </a:xfrm>
      </p:grpSpPr>
    </p:spTree>
    <p:extLst>
      <p:ext uri="{BB962C8B-B14F-4D97-AF65-F5344CB8AC3E}">
        <p14:creationId xmlns:p14="http://schemas.microsoft.com/office/powerpoint/2010/main" val="34941200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 - Case Study Template - Ligh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A6A9094-A25C-C476-ADF7-5818D23514A1}"/>
              </a:ext>
            </a:extLst>
          </p:cNvPr>
          <p:cNvSpPr/>
          <p:nvPr userDrawn="1"/>
        </p:nvSpPr>
        <p:spPr>
          <a:xfrm>
            <a:off x="0" y="2813116"/>
            <a:ext cx="2071688" cy="3574984"/>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de-DE" sz="1400" b="0" i="0">
              <a:latin typeface="Aptos" panose="020B0004020202020204" pitchFamily="34" charset="0"/>
            </a:endParaRPr>
          </a:p>
        </p:txBody>
      </p:sp>
      <p:sp>
        <p:nvSpPr>
          <p:cNvPr id="3" name="Rectangle 2">
            <a:extLst>
              <a:ext uri="{FF2B5EF4-FFF2-40B4-BE49-F238E27FC236}">
                <a16:creationId xmlns:a16="http://schemas.microsoft.com/office/drawing/2014/main" id="{8FC091E0-9FAF-4FE5-D106-FA3E43B76942}"/>
              </a:ext>
            </a:extLst>
          </p:cNvPr>
          <p:cNvSpPr/>
          <p:nvPr userDrawn="1"/>
        </p:nvSpPr>
        <p:spPr>
          <a:xfrm>
            <a:off x="2071688" y="1625370"/>
            <a:ext cx="10120312" cy="6161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0" b="0" i="0">
              <a:solidFill>
                <a:schemeClr val="bg1"/>
              </a:solidFill>
              <a:latin typeface="Aptos" panose="020B0004020202020204" pitchFamily="34" charset="0"/>
            </a:endParaRPr>
          </a:p>
        </p:txBody>
      </p:sp>
      <p:sp>
        <p:nvSpPr>
          <p:cNvPr id="13" name="Picture Placeholder 12">
            <a:extLst>
              <a:ext uri="{FF2B5EF4-FFF2-40B4-BE49-F238E27FC236}">
                <a16:creationId xmlns:a16="http://schemas.microsoft.com/office/drawing/2014/main" id="{6D9BE2CB-078E-195D-BC0F-19DCEDE5A835}"/>
              </a:ext>
            </a:extLst>
          </p:cNvPr>
          <p:cNvSpPr>
            <a:spLocks noGrp="1"/>
          </p:cNvSpPr>
          <p:nvPr>
            <p:ph type="pic" sz="quarter" idx="10"/>
          </p:nvPr>
        </p:nvSpPr>
        <p:spPr>
          <a:xfrm>
            <a:off x="0" y="1"/>
            <a:ext cx="2071688" cy="2813116"/>
          </a:xfrm>
          <a:prstGeom prst="rect">
            <a:avLst/>
          </a:prstGeom>
          <a:solidFill>
            <a:schemeClr val="bg2">
              <a:lumMod val="20000"/>
              <a:lumOff val="80000"/>
            </a:schemeClr>
          </a:solidFill>
        </p:spPr>
        <p:txBody>
          <a:bodyPr wrap="square" anchor="ctr">
            <a:noAutofit/>
          </a:bodyPr>
          <a:lstStyle>
            <a:lvl1pPr marL="0" indent="0" algn="ctr">
              <a:buNone/>
              <a:defRPr b="0" i="0">
                <a:latin typeface="Aptos" panose="020B0004020202020204" pitchFamily="34" charset="0"/>
              </a:defRPr>
            </a:lvl1pPr>
          </a:lstStyle>
          <a:p>
            <a:r>
              <a:rPr lang="en-GB"/>
              <a:t>Click icon to add picture</a:t>
            </a:r>
            <a:endParaRPr lang="de-DE"/>
          </a:p>
        </p:txBody>
      </p:sp>
      <p:sp>
        <p:nvSpPr>
          <p:cNvPr id="18" name="Content Placeholder 2">
            <a:extLst>
              <a:ext uri="{FF2B5EF4-FFF2-40B4-BE49-F238E27FC236}">
                <a16:creationId xmlns:a16="http://schemas.microsoft.com/office/drawing/2014/main" id="{1E8C6222-4482-5FB1-2AE4-5A8F512E1392}"/>
              </a:ext>
            </a:extLst>
          </p:cNvPr>
          <p:cNvSpPr>
            <a:spLocks noGrp="1"/>
          </p:cNvSpPr>
          <p:nvPr>
            <p:ph sz="half" idx="28"/>
          </p:nvPr>
        </p:nvSpPr>
        <p:spPr>
          <a:xfrm>
            <a:off x="2153085" y="2362985"/>
            <a:ext cx="2859217" cy="3868483"/>
          </a:xfrm>
        </p:spPr>
        <p:txBody>
          <a:bodyPr wrap="square">
            <a:normAutofit/>
          </a:bodyPr>
          <a:lstStyle>
            <a:lvl1pPr>
              <a:defRPr sz="1400" b="0" i="0">
                <a:solidFill>
                  <a:schemeClr val="tx1"/>
                </a:solidFill>
                <a:latin typeface="Aptos" panose="020B0004020202020204" pitchFamily="34" charset="0"/>
                <a:cs typeface="Aptos" panose="020B0004020202020204" pitchFamily="34" charset="0"/>
              </a:defRPr>
            </a:lvl1pPr>
            <a:lvl2pPr>
              <a:defRPr sz="1400" b="0" i="0">
                <a:solidFill>
                  <a:schemeClr val="tx1"/>
                </a:solidFill>
                <a:latin typeface="Aptos" panose="020B0004020202020204" pitchFamily="34" charset="0"/>
                <a:cs typeface="Aptos" panose="020B000402020202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GB"/>
              <a:t>Click to edit Master text styles</a:t>
            </a:r>
          </a:p>
          <a:p>
            <a:pPr lvl="1"/>
            <a:r>
              <a:rPr lang="en-GB"/>
              <a:t>Second level</a:t>
            </a:r>
          </a:p>
        </p:txBody>
      </p:sp>
      <p:sp>
        <p:nvSpPr>
          <p:cNvPr id="21" name="Text Placeholder 20">
            <a:extLst>
              <a:ext uri="{FF2B5EF4-FFF2-40B4-BE49-F238E27FC236}">
                <a16:creationId xmlns:a16="http://schemas.microsoft.com/office/drawing/2014/main" id="{3ABF10A2-C9DA-5DAE-C7DB-0602BB4D5EE0}"/>
              </a:ext>
            </a:extLst>
          </p:cNvPr>
          <p:cNvSpPr>
            <a:spLocks noGrp="1"/>
          </p:cNvSpPr>
          <p:nvPr>
            <p:ph type="body" sz="quarter" idx="30"/>
          </p:nvPr>
        </p:nvSpPr>
        <p:spPr>
          <a:xfrm>
            <a:off x="139492" y="4637127"/>
            <a:ext cx="1724025" cy="350647"/>
          </a:xfrm>
        </p:spPr>
        <p:txBody>
          <a:bodyPr wrap="square">
            <a:normAutofit/>
          </a:bodyPr>
          <a:lstStyle>
            <a:lvl1pPr marL="0" indent="0">
              <a:buNone/>
              <a:defRPr sz="1200" b="0" i="0">
                <a:solidFill>
                  <a:schemeClr val="bg1"/>
                </a:solidFill>
                <a:latin typeface="Aptos" panose="020B0004020202020204" pitchFamily="34" charset="0"/>
              </a:defRPr>
            </a:lvl1pPr>
          </a:lstStyle>
          <a:p>
            <a:pPr lvl="0"/>
            <a:r>
              <a:rPr lang="en-GB"/>
              <a:t>Click to edit Master text styles</a:t>
            </a:r>
          </a:p>
        </p:txBody>
      </p:sp>
      <p:sp>
        <p:nvSpPr>
          <p:cNvPr id="28" name="TextBox 27">
            <a:extLst>
              <a:ext uri="{FF2B5EF4-FFF2-40B4-BE49-F238E27FC236}">
                <a16:creationId xmlns:a16="http://schemas.microsoft.com/office/drawing/2014/main" id="{5B26B514-4B29-D25C-E426-090F0CCDED2B}"/>
              </a:ext>
            </a:extLst>
          </p:cNvPr>
          <p:cNvSpPr txBox="1"/>
          <p:nvPr userDrawn="1"/>
        </p:nvSpPr>
        <p:spPr>
          <a:xfrm>
            <a:off x="139492" y="4423027"/>
            <a:ext cx="1250067" cy="184666"/>
          </a:xfrm>
          <a:prstGeom prst="rect">
            <a:avLst/>
          </a:prstGeom>
          <a:noFill/>
        </p:spPr>
        <p:txBody>
          <a:bodyPr wrap="square" lIns="0" tIns="0" rIns="0" bIns="0">
            <a:spAutoFit/>
          </a:bodyPr>
          <a:lstStyle/>
          <a:p>
            <a:pPr algn="l"/>
            <a:r>
              <a:rPr lang="en-US" sz="1200" b="1" i="0">
                <a:solidFill>
                  <a:schemeClr val="bg1"/>
                </a:solidFill>
                <a:latin typeface="Verdana" panose="020B0604030504040204" pitchFamily="34" charset="0"/>
                <a:ea typeface="Verdana" panose="020B0604030504040204" pitchFamily="34" charset="0"/>
                <a:cs typeface="Verdana" panose="020B0604030504040204" pitchFamily="34" charset="0"/>
              </a:rPr>
              <a:t>Industry:</a:t>
            </a:r>
          </a:p>
        </p:txBody>
      </p:sp>
      <p:sp>
        <p:nvSpPr>
          <p:cNvPr id="29" name="TextBox 28">
            <a:extLst>
              <a:ext uri="{FF2B5EF4-FFF2-40B4-BE49-F238E27FC236}">
                <a16:creationId xmlns:a16="http://schemas.microsoft.com/office/drawing/2014/main" id="{457D9ADA-1122-CD1D-3A8A-07F0E1EEE9EB}"/>
              </a:ext>
            </a:extLst>
          </p:cNvPr>
          <p:cNvSpPr txBox="1"/>
          <p:nvPr userDrawn="1"/>
        </p:nvSpPr>
        <p:spPr>
          <a:xfrm>
            <a:off x="139492" y="5027517"/>
            <a:ext cx="1827567" cy="184666"/>
          </a:xfrm>
          <a:prstGeom prst="rect">
            <a:avLst/>
          </a:prstGeom>
          <a:noFill/>
        </p:spPr>
        <p:txBody>
          <a:bodyPr wrap="square" lIns="0" tIns="0" rIns="0" bIns="0">
            <a:spAutoFit/>
          </a:bodyPr>
          <a:lstStyle/>
          <a:p>
            <a:pPr algn="l"/>
            <a:r>
              <a:rPr lang="en-US" sz="1200" b="1" i="0">
                <a:solidFill>
                  <a:schemeClr val="bg1"/>
                </a:solidFill>
                <a:latin typeface="Verdana" panose="020B0604030504040204" pitchFamily="34" charset="0"/>
                <a:ea typeface="Verdana" panose="020B0604030504040204" pitchFamily="34" charset="0"/>
                <a:cs typeface="Verdana" panose="020B0604030504040204" pitchFamily="34" charset="0"/>
              </a:rPr>
              <a:t>Core Business:</a:t>
            </a:r>
          </a:p>
        </p:txBody>
      </p:sp>
      <p:sp>
        <p:nvSpPr>
          <p:cNvPr id="33" name="TextBox 32">
            <a:extLst>
              <a:ext uri="{FF2B5EF4-FFF2-40B4-BE49-F238E27FC236}">
                <a16:creationId xmlns:a16="http://schemas.microsoft.com/office/drawing/2014/main" id="{63B28BD4-B927-D5D7-3E8E-3B8E9CDB9CE1}"/>
              </a:ext>
            </a:extLst>
          </p:cNvPr>
          <p:cNvSpPr txBox="1"/>
          <p:nvPr userDrawn="1"/>
        </p:nvSpPr>
        <p:spPr>
          <a:xfrm>
            <a:off x="2267385" y="1799321"/>
            <a:ext cx="2160356" cy="246221"/>
          </a:xfrm>
          <a:prstGeom prst="rect">
            <a:avLst/>
          </a:prstGeom>
          <a:noFill/>
        </p:spPr>
        <p:txBody>
          <a:bodyPr wrap="square" lIns="0" tIns="0" rIns="0" bIns="0" anchor="ctr">
            <a:spAutoFit/>
          </a:bodyPr>
          <a:lstStyle/>
          <a:p>
            <a:pPr algn="l"/>
            <a:r>
              <a:rPr lang="en-US" sz="1600" b="1">
                <a:solidFill>
                  <a:schemeClr val="bg1"/>
                </a:solidFill>
                <a:latin typeface="Verdana" panose="020B0604030504040204" pitchFamily="34" charset="0"/>
                <a:ea typeface="Verdana" panose="020B0604030504040204" pitchFamily="34" charset="0"/>
                <a:cs typeface="Verdana" panose="020B0604030504040204" pitchFamily="34" charset="0"/>
              </a:rPr>
              <a:t>Business Problem</a:t>
            </a:r>
          </a:p>
        </p:txBody>
      </p:sp>
      <p:sp>
        <p:nvSpPr>
          <p:cNvPr id="34" name="TextBox 33">
            <a:extLst>
              <a:ext uri="{FF2B5EF4-FFF2-40B4-BE49-F238E27FC236}">
                <a16:creationId xmlns:a16="http://schemas.microsoft.com/office/drawing/2014/main" id="{422F0849-857F-20D1-6423-0570268546AD}"/>
              </a:ext>
            </a:extLst>
          </p:cNvPr>
          <p:cNvSpPr txBox="1"/>
          <p:nvPr userDrawn="1"/>
        </p:nvSpPr>
        <p:spPr>
          <a:xfrm>
            <a:off x="5209534" y="1799322"/>
            <a:ext cx="2524766" cy="246221"/>
          </a:xfrm>
          <a:prstGeom prst="rect">
            <a:avLst/>
          </a:prstGeom>
          <a:noFill/>
        </p:spPr>
        <p:txBody>
          <a:bodyPr wrap="square" lIns="0" tIns="0" rIns="0" bIns="0" anchor="ctr">
            <a:spAutoFit/>
          </a:bodyPr>
          <a:lstStyle/>
          <a:p>
            <a:pPr algn="l"/>
            <a:r>
              <a:rPr lang="en-US" sz="1600" b="1">
                <a:solidFill>
                  <a:schemeClr val="bg1"/>
                </a:solidFill>
                <a:latin typeface="Verdana" panose="020B0604030504040204" pitchFamily="34" charset="0"/>
                <a:ea typeface="Verdana" panose="020B0604030504040204" pitchFamily="34" charset="0"/>
                <a:cs typeface="Verdana" panose="020B0604030504040204" pitchFamily="34" charset="0"/>
              </a:rPr>
              <a:t>Ascendion Solution</a:t>
            </a:r>
          </a:p>
        </p:txBody>
      </p:sp>
      <p:grpSp>
        <p:nvGrpSpPr>
          <p:cNvPr id="14" name="Group 13">
            <a:extLst>
              <a:ext uri="{FF2B5EF4-FFF2-40B4-BE49-F238E27FC236}">
                <a16:creationId xmlns:a16="http://schemas.microsoft.com/office/drawing/2014/main" id="{4C0A1CE8-E014-EA9F-C34B-BE5A8E282ECC}"/>
              </a:ext>
            </a:extLst>
          </p:cNvPr>
          <p:cNvGrpSpPr/>
          <p:nvPr userDrawn="1"/>
        </p:nvGrpSpPr>
        <p:grpSpPr>
          <a:xfrm>
            <a:off x="5082023" y="1737765"/>
            <a:ext cx="3879816" cy="385584"/>
            <a:chOff x="5082023" y="1737765"/>
            <a:chExt cx="3879816" cy="385584"/>
          </a:xfrm>
        </p:grpSpPr>
        <p:cxnSp>
          <p:nvCxnSpPr>
            <p:cNvPr id="20" name="Straight Connector 19">
              <a:extLst>
                <a:ext uri="{FF2B5EF4-FFF2-40B4-BE49-F238E27FC236}">
                  <a16:creationId xmlns:a16="http://schemas.microsoft.com/office/drawing/2014/main" id="{8F52324D-44E9-7A47-42C3-953653BD00DF}"/>
                </a:ext>
              </a:extLst>
            </p:cNvPr>
            <p:cNvCxnSpPr>
              <a:cxnSpLocks/>
            </p:cNvCxnSpPr>
            <p:nvPr userDrawn="1"/>
          </p:nvCxnSpPr>
          <p:spPr>
            <a:xfrm>
              <a:off x="8961839" y="1737765"/>
              <a:ext cx="0" cy="38558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DE24740-BF49-13A2-D93B-760FA193E090}"/>
                </a:ext>
              </a:extLst>
            </p:cNvPr>
            <p:cNvCxnSpPr>
              <a:cxnSpLocks/>
            </p:cNvCxnSpPr>
            <p:nvPr userDrawn="1"/>
          </p:nvCxnSpPr>
          <p:spPr>
            <a:xfrm>
              <a:off x="5082023" y="1737765"/>
              <a:ext cx="0" cy="38558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 name="Content Placeholder 2">
            <a:extLst>
              <a:ext uri="{FF2B5EF4-FFF2-40B4-BE49-F238E27FC236}">
                <a16:creationId xmlns:a16="http://schemas.microsoft.com/office/drawing/2014/main" id="{6FE8FD2C-FFE2-E8F7-2153-D79EBD4A283A}"/>
              </a:ext>
            </a:extLst>
          </p:cNvPr>
          <p:cNvSpPr>
            <a:spLocks noGrp="1"/>
          </p:cNvSpPr>
          <p:nvPr>
            <p:ph sz="half" idx="32"/>
          </p:nvPr>
        </p:nvSpPr>
        <p:spPr>
          <a:xfrm>
            <a:off x="5184134" y="2362985"/>
            <a:ext cx="3693166" cy="3868483"/>
          </a:xfrm>
        </p:spPr>
        <p:txBody>
          <a:bodyPr wrap="square">
            <a:normAutofit/>
          </a:bodyPr>
          <a:lstStyle>
            <a:lvl1pPr>
              <a:defRPr sz="1400" b="0" i="0">
                <a:solidFill>
                  <a:schemeClr val="tx1"/>
                </a:solidFill>
                <a:latin typeface="Aptos" panose="020B0004020202020204" pitchFamily="34" charset="0"/>
                <a:cs typeface="Aptos" panose="020B0004020202020204" pitchFamily="34" charset="0"/>
              </a:defRPr>
            </a:lvl1pPr>
            <a:lvl2pPr>
              <a:defRPr sz="1400" b="0" i="0">
                <a:solidFill>
                  <a:schemeClr val="tx1"/>
                </a:solidFill>
                <a:latin typeface="Aptos" panose="020B0004020202020204" pitchFamily="34" charset="0"/>
                <a:cs typeface="Aptos" panose="020B000402020202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GB"/>
              <a:t>Click to edit Master text styles</a:t>
            </a:r>
          </a:p>
          <a:p>
            <a:pPr lvl="1"/>
            <a:r>
              <a:rPr lang="en-GB"/>
              <a:t>Second level</a:t>
            </a:r>
          </a:p>
        </p:txBody>
      </p:sp>
      <p:sp>
        <p:nvSpPr>
          <p:cNvPr id="5" name="Content Placeholder 2">
            <a:extLst>
              <a:ext uri="{FF2B5EF4-FFF2-40B4-BE49-F238E27FC236}">
                <a16:creationId xmlns:a16="http://schemas.microsoft.com/office/drawing/2014/main" id="{4943A43A-EBDD-8F84-F264-07442277D8F0}"/>
              </a:ext>
            </a:extLst>
          </p:cNvPr>
          <p:cNvSpPr>
            <a:spLocks noGrp="1"/>
          </p:cNvSpPr>
          <p:nvPr>
            <p:ph sz="half" idx="33"/>
          </p:nvPr>
        </p:nvSpPr>
        <p:spPr>
          <a:xfrm>
            <a:off x="9091483" y="2362985"/>
            <a:ext cx="2859217" cy="3868483"/>
          </a:xfrm>
        </p:spPr>
        <p:txBody>
          <a:bodyPr wrap="square">
            <a:normAutofit/>
          </a:bodyPr>
          <a:lstStyle>
            <a:lvl1pPr>
              <a:defRPr sz="1400" b="0" i="0">
                <a:solidFill>
                  <a:schemeClr val="tx1"/>
                </a:solidFill>
                <a:latin typeface="Aptos" panose="020B0004020202020204" pitchFamily="34" charset="0"/>
                <a:cs typeface="Aptos" panose="020B0004020202020204" pitchFamily="34" charset="0"/>
              </a:defRPr>
            </a:lvl1pPr>
            <a:lvl2pPr>
              <a:defRPr sz="1400" b="0" i="0">
                <a:solidFill>
                  <a:schemeClr val="tx1"/>
                </a:solidFill>
                <a:latin typeface="Aptos" panose="020B0004020202020204" pitchFamily="34" charset="0"/>
                <a:cs typeface="Aptos" panose="020B000402020202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GB"/>
              <a:t>Click to edit Master text styles</a:t>
            </a:r>
          </a:p>
          <a:p>
            <a:pPr lvl="1"/>
            <a:r>
              <a:rPr lang="en-GB"/>
              <a:t>Second level</a:t>
            </a:r>
          </a:p>
        </p:txBody>
      </p:sp>
      <p:sp>
        <p:nvSpPr>
          <p:cNvPr id="15" name="TextBox 14">
            <a:extLst>
              <a:ext uri="{FF2B5EF4-FFF2-40B4-BE49-F238E27FC236}">
                <a16:creationId xmlns:a16="http://schemas.microsoft.com/office/drawing/2014/main" id="{B73689D8-C9B4-2D34-07F0-DB463189E114}"/>
              </a:ext>
            </a:extLst>
          </p:cNvPr>
          <p:cNvSpPr txBox="1"/>
          <p:nvPr userDrawn="1"/>
        </p:nvSpPr>
        <p:spPr>
          <a:xfrm>
            <a:off x="9434383" y="1799321"/>
            <a:ext cx="2074091" cy="246221"/>
          </a:xfrm>
          <a:prstGeom prst="rect">
            <a:avLst/>
          </a:prstGeom>
          <a:noFill/>
        </p:spPr>
        <p:txBody>
          <a:bodyPr wrap="square" lIns="0" tIns="0" rIns="0" bIns="0" anchor="ctr">
            <a:spAutoFit/>
          </a:bodyPr>
          <a:lstStyle/>
          <a:p>
            <a:pPr algn="l"/>
            <a:r>
              <a:rPr lang="en-US" sz="1600" b="1">
                <a:solidFill>
                  <a:schemeClr val="bg1"/>
                </a:solidFill>
                <a:latin typeface="Verdana" panose="020B0604030504040204" pitchFamily="34" charset="0"/>
                <a:ea typeface="Verdana" panose="020B0604030504040204" pitchFamily="34" charset="0"/>
                <a:cs typeface="Verdana" panose="020B0604030504040204" pitchFamily="34" charset="0"/>
              </a:rPr>
              <a:t>Client </a:t>
            </a:r>
            <a:r>
              <a:rPr lang="en-US" sz="1600" b="1" err="1">
                <a:solidFill>
                  <a:schemeClr val="bg1"/>
                </a:solidFill>
                <a:latin typeface="Verdana" panose="020B0604030504040204" pitchFamily="34" charset="0"/>
                <a:ea typeface="Verdana" panose="020B0604030504040204" pitchFamily="34" charset="0"/>
                <a:cs typeface="Verdana" panose="020B0604030504040204" pitchFamily="34" charset="0"/>
              </a:rPr>
              <a:t>Benifits</a:t>
            </a:r>
            <a:endParaRPr lang="en-US" sz="1600" b="1">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16" name="TextBox 15">
            <a:extLst>
              <a:ext uri="{FF2B5EF4-FFF2-40B4-BE49-F238E27FC236}">
                <a16:creationId xmlns:a16="http://schemas.microsoft.com/office/drawing/2014/main" id="{5E5B966B-1280-A9DA-8598-2560A332500B}"/>
              </a:ext>
            </a:extLst>
          </p:cNvPr>
          <p:cNvSpPr txBox="1"/>
          <p:nvPr userDrawn="1"/>
        </p:nvSpPr>
        <p:spPr>
          <a:xfrm>
            <a:off x="139492" y="5662523"/>
            <a:ext cx="1827567" cy="184666"/>
          </a:xfrm>
          <a:prstGeom prst="rect">
            <a:avLst/>
          </a:prstGeom>
          <a:noFill/>
        </p:spPr>
        <p:txBody>
          <a:bodyPr wrap="square" lIns="0" tIns="0" rIns="0" bIns="0">
            <a:spAutoFit/>
          </a:bodyPr>
          <a:lstStyle/>
          <a:p>
            <a:pPr algn="l"/>
            <a:r>
              <a:rPr lang="en-US" sz="1200" b="1" i="0">
                <a:solidFill>
                  <a:schemeClr val="bg1"/>
                </a:solidFill>
                <a:latin typeface="Verdana" panose="020B0604030504040204" pitchFamily="34" charset="0"/>
                <a:ea typeface="Verdana" panose="020B0604030504040204" pitchFamily="34" charset="0"/>
                <a:cs typeface="Verdana" panose="020B0604030504040204" pitchFamily="34" charset="0"/>
              </a:rPr>
              <a:t>Geo:</a:t>
            </a:r>
          </a:p>
        </p:txBody>
      </p:sp>
      <p:sp>
        <p:nvSpPr>
          <p:cNvPr id="24" name="Text Placeholder 20">
            <a:extLst>
              <a:ext uri="{FF2B5EF4-FFF2-40B4-BE49-F238E27FC236}">
                <a16:creationId xmlns:a16="http://schemas.microsoft.com/office/drawing/2014/main" id="{3B36562D-95D3-D0A4-CCA6-FA7F6904A36A}"/>
              </a:ext>
            </a:extLst>
          </p:cNvPr>
          <p:cNvSpPr>
            <a:spLocks noGrp="1"/>
          </p:cNvSpPr>
          <p:nvPr>
            <p:ph type="body" sz="quarter" idx="36"/>
          </p:nvPr>
        </p:nvSpPr>
        <p:spPr>
          <a:xfrm>
            <a:off x="139492" y="5253750"/>
            <a:ext cx="1724025" cy="350647"/>
          </a:xfrm>
        </p:spPr>
        <p:txBody>
          <a:bodyPr wrap="square">
            <a:normAutofit/>
          </a:bodyPr>
          <a:lstStyle>
            <a:lvl1pPr marL="0" indent="0">
              <a:buNone/>
              <a:defRPr sz="1200" b="0" i="0">
                <a:solidFill>
                  <a:schemeClr val="bg1"/>
                </a:solidFill>
                <a:latin typeface="Aptos" panose="020B0004020202020204" pitchFamily="34" charset="0"/>
              </a:defRPr>
            </a:lvl1pPr>
          </a:lstStyle>
          <a:p>
            <a:pPr lvl="0"/>
            <a:r>
              <a:rPr lang="en-GB"/>
              <a:t>Click to edit Master text styles</a:t>
            </a:r>
          </a:p>
        </p:txBody>
      </p:sp>
      <p:sp>
        <p:nvSpPr>
          <p:cNvPr id="25" name="Text Placeholder 20">
            <a:extLst>
              <a:ext uri="{FF2B5EF4-FFF2-40B4-BE49-F238E27FC236}">
                <a16:creationId xmlns:a16="http://schemas.microsoft.com/office/drawing/2014/main" id="{5979479E-8C44-825E-CA22-2ECE22F9D655}"/>
              </a:ext>
            </a:extLst>
          </p:cNvPr>
          <p:cNvSpPr>
            <a:spLocks noGrp="1"/>
          </p:cNvSpPr>
          <p:nvPr>
            <p:ph type="body" sz="quarter" idx="37"/>
          </p:nvPr>
        </p:nvSpPr>
        <p:spPr>
          <a:xfrm>
            <a:off x="139492" y="5897753"/>
            <a:ext cx="1724025" cy="350647"/>
          </a:xfrm>
        </p:spPr>
        <p:txBody>
          <a:bodyPr wrap="square">
            <a:normAutofit/>
          </a:bodyPr>
          <a:lstStyle>
            <a:lvl1pPr marL="0" indent="0">
              <a:buNone/>
              <a:defRPr sz="1200" b="0" i="0">
                <a:solidFill>
                  <a:schemeClr val="bg1"/>
                </a:solidFill>
                <a:latin typeface="Aptos" panose="020B0004020202020204" pitchFamily="34" charset="0"/>
              </a:defRPr>
            </a:lvl1pPr>
          </a:lstStyle>
          <a:p>
            <a:pPr lvl="0"/>
            <a:r>
              <a:rPr lang="en-GB"/>
              <a:t>Click to edit Master text styles</a:t>
            </a:r>
          </a:p>
        </p:txBody>
      </p:sp>
      <p:sp>
        <p:nvSpPr>
          <p:cNvPr id="11" name="Title 1">
            <a:extLst>
              <a:ext uri="{FF2B5EF4-FFF2-40B4-BE49-F238E27FC236}">
                <a16:creationId xmlns:a16="http://schemas.microsoft.com/office/drawing/2014/main" id="{0773BCE4-316C-2824-8669-331C25E93F9D}"/>
              </a:ext>
            </a:extLst>
          </p:cNvPr>
          <p:cNvSpPr>
            <a:spLocks noGrp="1"/>
          </p:cNvSpPr>
          <p:nvPr>
            <p:ph type="title" hasCustomPrompt="1"/>
          </p:nvPr>
        </p:nvSpPr>
        <p:spPr>
          <a:xfrm>
            <a:off x="2241628" y="394087"/>
            <a:ext cx="9445985" cy="965200"/>
          </a:xfrm>
        </p:spPr>
        <p:txBody>
          <a:bodyPr>
            <a:noAutofit/>
          </a:bodyPr>
          <a:lstStyle/>
          <a:p>
            <a:r>
              <a:rPr lang="en-US"/>
              <a:t>Click To Edit Master Title Style</a:t>
            </a:r>
            <a:endParaRPr lang="en-AU"/>
          </a:p>
        </p:txBody>
      </p:sp>
      <p:sp>
        <p:nvSpPr>
          <p:cNvPr id="4" name="TextBox 3">
            <a:extLst>
              <a:ext uri="{FF2B5EF4-FFF2-40B4-BE49-F238E27FC236}">
                <a16:creationId xmlns:a16="http://schemas.microsoft.com/office/drawing/2014/main" id="{2B0E784C-5043-428D-DC33-634365C56E4F}"/>
              </a:ext>
            </a:extLst>
          </p:cNvPr>
          <p:cNvSpPr txBox="1"/>
          <p:nvPr userDrawn="1"/>
        </p:nvSpPr>
        <p:spPr>
          <a:xfrm>
            <a:off x="139492" y="2852936"/>
            <a:ext cx="1702008" cy="184666"/>
          </a:xfrm>
          <a:prstGeom prst="rect">
            <a:avLst/>
          </a:prstGeom>
          <a:noFill/>
        </p:spPr>
        <p:txBody>
          <a:bodyPr wrap="square" lIns="0" tIns="0" rIns="0" bIns="0">
            <a:spAutoFit/>
          </a:bodyPr>
          <a:lstStyle/>
          <a:p>
            <a:pPr algn="l"/>
            <a:r>
              <a:rPr lang="en-US" sz="1200" b="1" i="0">
                <a:solidFill>
                  <a:schemeClr val="bg1"/>
                </a:solidFill>
                <a:latin typeface="Verdana" panose="020B0604030504040204" pitchFamily="34" charset="0"/>
                <a:ea typeface="Verdana" panose="020B0604030504040204" pitchFamily="34" charset="0"/>
                <a:cs typeface="Verdana" panose="020B0604030504040204" pitchFamily="34" charset="0"/>
              </a:rPr>
              <a:t>About the client:</a:t>
            </a:r>
          </a:p>
        </p:txBody>
      </p:sp>
      <p:sp>
        <p:nvSpPr>
          <p:cNvPr id="7" name="Text Placeholder 20">
            <a:extLst>
              <a:ext uri="{FF2B5EF4-FFF2-40B4-BE49-F238E27FC236}">
                <a16:creationId xmlns:a16="http://schemas.microsoft.com/office/drawing/2014/main" id="{9F235FC0-4E27-D968-58A3-F9EAFA92D967}"/>
              </a:ext>
            </a:extLst>
          </p:cNvPr>
          <p:cNvSpPr>
            <a:spLocks noGrp="1"/>
          </p:cNvSpPr>
          <p:nvPr>
            <p:ph type="body" sz="quarter" idx="38"/>
          </p:nvPr>
        </p:nvSpPr>
        <p:spPr>
          <a:xfrm>
            <a:off x="139492" y="3068960"/>
            <a:ext cx="1724025" cy="1337940"/>
          </a:xfrm>
        </p:spPr>
        <p:txBody>
          <a:bodyPr wrap="square">
            <a:normAutofit/>
          </a:bodyPr>
          <a:lstStyle>
            <a:lvl1pPr marL="0" indent="0">
              <a:buNone/>
              <a:defRPr sz="1200" b="0" i="0">
                <a:solidFill>
                  <a:schemeClr val="bg1"/>
                </a:solidFill>
                <a:latin typeface="Aptos" panose="020B0004020202020204" pitchFamily="34" charset="0"/>
              </a:defRPr>
            </a:lvl1pPr>
          </a:lstStyle>
          <a:p>
            <a:pPr lvl="0"/>
            <a:r>
              <a:rPr lang="en-GB"/>
              <a:t>Click to edit Master text styles</a:t>
            </a:r>
          </a:p>
        </p:txBody>
      </p:sp>
      <p:grpSp>
        <p:nvGrpSpPr>
          <p:cNvPr id="17" name="Group 16">
            <a:extLst>
              <a:ext uri="{FF2B5EF4-FFF2-40B4-BE49-F238E27FC236}">
                <a16:creationId xmlns:a16="http://schemas.microsoft.com/office/drawing/2014/main" id="{01D73FCF-34CD-7A47-56EC-55C24F57E5EA}"/>
              </a:ext>
            </a:extLst>
          </p:cNvPr>
          <p:cNvGrpSpPr/>
          <p:nvPr userDrawn="1"/>
        </p:nvGrpSpPr>
        <p:grpSpPr>
          <a:xfrm>
            <a:off x="5082023" y="2315096"/>
            <a:ext cx="3879816" cy="4085704"/>
            <a:chOff x="5082023" y="1737765"/>
            <a:chExt cx="3879816" cy="385584"/>
          </a:xfrm>
        </p:grpSpPr>
        <p:cxnSp>
          <p:nvCxnSpPr>
            <p:cNvPr id="19" name="Straight Connector 18">
              <a:extLst>
                <a:ext uri="{FF2B5EF4-FFF2-40B4-BE49-F238E27FC236}">
                  <a16:creationId xmlns:a16="http://schemas.microsoft.com/office/drawing/2014/main" id="{5DF3B407-BDE4-335A-5A8C-1E0B8BF216D8}"/>
                </a:ext>
              </a:extLst>
            </p:cNvPr>
            <p:cNvCxnSpPr>
              <a:cxnSpLocks/>
            </p:cNvCxnSpPr>
            <p:nvPr userDrawn="1"/>
          </p:nvCxnSpPr>
          <p:spPr>
            <a:xfrm>
              <a:off x="8961839" y="1737765"/>
              <a:ext cx="0" cy="3855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D466F1C-B3D4-533E-3981-AEB2F79776A1}"/>
                </a:ext>
              </a:extLst>
            </p:cNvPr>
            <p:cNvCxnSpPr>
              <a:cxnSpLocks/>
            </p:cNvCxnSpPr>
            <p:nvPr userDrawn="1"/>
          </p:nvCxnSpPr>
          <p:spPr>
            <a:xfrm>
              <a:off x="5082023" y="1737765"/>
              <a:ext cx="0" cy="3855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559384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 - Case Study Template - Ligh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6D9BE2CB-078E-195D-BC0F-19DCEDE5A835}"/>
              </a:ext>
            </a:extLst>
          </p:cNvPr>
          <p:cNvSpPr>
            <a:spLocks noGrp="1"/>
          </p:cNvSpPr>
          <p:nvPr>
            <p:ph type="pic" sz="quarter" idx="10"/>
          </p:nvPr>
        </p:nvSpPr>
        <p:spPr>
          <a:xfrm>
            <a:off x="7895065" y="1613446"/>
            <a:ext cx="4296937" cy="4598596"/>
          </a:xfrm>
          <a:prstGeom prst="rect">
            <a:avLst/>
          </a:prstGeom>
          <a:solidFill>
            <a:schemeClr val="bg2">
              <a:lumMod val="20000"/>
              <a:lumOff val="80000"/>
            </a:schemeClr>
          </a:solidFill>
        </p:spPr>
        <p:txBody>
          <a:bodyPr wrap="square" anchor="ctr">
            <a:noAutofit/>
          </a:bodyPr>
          <a:lstStyle>
            <a:lvl1pPr marL="0" indent="0" algn="ctr">
              <a:buNone/>
              <a:defRPr b="0" i="0">
                <a:latin typeface="Verdana" panose="020B0604030504040204" pitchFamily="34" charset="0"/>
                <a:ea typeface="Verdana" panose="020B0604030504040204" pitchFamily="34" charset="0"/>
                <a:cs typeface="Verdana" panose="020B0604030504040204" pitchFamily="34" charset="0"/>
              </a:defRPr>
            </a:lvl1pPr>
          </a:lstStyle>
          <a:p>
            <a:r>
              <a:rPr lang="en-GB"/>
              <a:t>Click icon to add picture</a:t>
            </a:r>
            <a:endParaRPr lang="de-DE"/>
          </a:p>
        </p:txBody>
      </p:sp>
      <p:sp>
        <p:nvSpPr>
          <p:cNvPr id="9" name="Rectangle 8">
            <a:extLst>
              <a:ext uri="{FF2B5EF4-FFF2-40B4-BE49-F238E27FC236}">
                <a16:creationId xmlns:a16="http://schemas.microsoft.com/office/drawing/2014/main" id="{D74601F4-528F-F337-00F9-6759A7127E8E}"/>
              </a:ext>
            </a:extLst>
          </p:cNvPr>
          <p:cNvSpPr/>
          <p:nvPr userDrawn="1"/>
        </p:nvSpPr>
        <p:spPr>
          <a:xfrm>
            <a:off x="515937" y="1603637"/>
            <a:ext cx="7011136" cy="379141"/>
          </a:xfrm>
          <a:prstGeom prst="rect">
            <a:avLst/>
          </a:prstGeom>
          <a:solidFill>
            <a:schemeClr val="accent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b="0" i="0">
              <a:latin typeface="Verdana" panose="020B0604030504040204" pitchFamily="34" charset="0"/>
              <a:ea typeface="Verdana" panose="020B0604030504040204" pitchFamily="34" charset="0"/>
              <a:cs typeface="Verdana" panose="020B0604030504040204" pitchFamily="34" charset="0"/>
            </a:endParaRPr>
          </a:p>
        </p:txBody>
      </p:sp>
      <p:sp>
        <p:nvSpPr>
          <p:cNvPr id="10" name="Rectangle 9">
            <a:extLst>
              <a:ext uri="{FF2B5EF4-FFF2-40B4-BE49-F238E27FC236}">
                <a16:creationId xmlns:a16="http://schemas.microsoft.com/office/drawing/2014/main" id="{EF055DE9-65C3-3EB8-D8BF-E2BFF444B64E}"/>
              </a:ext>
            </a:extLst>
          </p:cNvPr>
          <p:cNvSpPr/>
          <p:nvPr userDrawn="1"/>
        </p:nvSpPr>
        <p:spPr>
          <a:xfrm>
            <a:off x="515938" y="3827168"/>
            <a:ext cx="3230873" cy="379141"/>
          </a:xfrm>
          <a:prstGeom prst="rect">
            <a:avLst/>
          </a:prstGeom>
          <a:solidFill>
            <a:schemeClr val="accent1"/>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b="0" i="0">
              <a:latin typeface="Verdana" panose="020B0604030504040204" pitchFamily="34" charset="0"/>
              <a:ea typeface="Verdana" panose="020B0604030504040204" pitchFamily="34" charset="0"/>
              <a:cs typeface="Verdana" panose="020B0604030504040204" pitchFamily="34" charset="0"/>
            </a:endParaRPr>
          </a:p>
        </p:txBody>
      </p:sp>
      <p:sp>
        <p:nvSpPr>
          <p:cNvPr id="11" name="Rectangle 10">
            <a:extLst>
              <a:ext uri="{FF2B5EF4-FFF2-40B4-BE49-F238E27FC236}">
                <a16:creationId xmlns:a16="http://schemas.microsoft.com/office/drawing/2014/main" id="{2230974A-A07E-A5F1-A9BD-7A4B30E3891D}"/>
              </a:ext>
            </a:extLst>
          </p:cNvPr>
          <p:cNvSpPr/>
          <p:nvPr userDrawn="1"/>
        </p:nvSpPr>
        <p:spPr>
          <a:xfrm>
            <a:off x="4296201" y="3827168"/>
            <a:ext cx="3230873" cy="379141"/>
          </a:xfrm>
          <a:prstGeom prst="rect">
            <a:avLst/>
          </a:prstGeom>
          <a:solidFill>
            <a:schemeClr val="accent4"/>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b="0" i="0">
              <a:latin typeface="Verdana" panose="020B0604030504040204" pitchFamily="34" charset="0"/>
              <a:ea typeface="Verdana" panose="020B0604030504040204" pitchFamily="34" charset="0"/>
              <a:cs typeface="Verdana" panose="020B0604030504040204" pitchFamily="34" charset="0"/>
            </a:endParaRPr>
          </a:p>
        </p:txBody>
      </p:sp>
      <p:sp>
        <p:nvSpPr>
          <p:cNvPr id="33" name="TextBox 32">
            <a:extLst>
              <a:ext uri="{FF2B5EF4-FFF2-40B4-BE49-F238E27FC236}">
                <a16:creationId xmlns:a16="http://schemas.microsoft.com/office/drawing/2014/main" id="{63B28BD4-B927-D5D7-3E8E-3B8E9CDB9CE1}"/>
              </a:ext>
            </a:extLst>
          </p:cNvPr>
          <p:cNvSpPr txBox="1"/>
          <p:nvPr userDrawn="1"/>
        </p:nvSpPr>
        <p:spPr>
          <a:xfrm>
            <a:off x="636258" y="1613446"/>
            <a:ext cx="2990231" cy="369332"/>
          </a:xfrm>
          <a:prstGeom prst="rect">
            <a:avLst/>
          </a:prstGeom>
          <a:noFill/>
        </p:spPr>
        <p:txBody>
          <a:bodyPr wrap="square" lIns="0" tIns="0" rIns="0" bIns="0" anchor="ctr">
            <a:normAutofit/>
          </a:bodyPr>
          <a:lstStyle/>
          <a:p>
            <a:pPr algn="l"/>
            <a:r>
              <a:rPr lang="en-US" sz="1600">
                <a:solidFill>
                  <a:schemeClr val="bg1"/>
                </a:solidFill>
                <a:latin typeface="Verdana" panose="020B0604030504040204" pitchFamily="34" charset="0"/>
                <a:ea typeface="Verdana" panose="020B0604030504040204" pitchFamily="34" charset="0"/>
                <a:cs typeface="Verdana" panose="020B0604030504040204" pitchFamily="34" charset="0"/>
              </a:rPr>
              <a:t>The Challenge</a:t>
            </a:r>
          </a:p>
        </p:txBody>
      </p:sp>
      <p:sp>
        <p:nvSpPr>
          <p:cNvPr id="12" name="TextBox 11">
            <a:extLst>
              <a:ext uri="{FF2B5EF4-FFF2-40B4-BE49-F238E27FC236}">
                <a16:creationId xmlns:a16="http://schemas.microsoft.com/office/drawing/2014/main" id="{08D1FA6B-2360-0121-7292-A1CDE1A23140}"/>
              </a:ext>
            </a:extLst>
          </p:cNvPr>
          <p:cNvSpPr txBox="1"/>
          <p:nvPr userDrawn="1"/>
        </p:nvSpPr>
        <p:spPr>
          <a:xfrm>
            <a:off x="636258" y="3827169"/>
            <a:ext cx="2990231" cy="369332"/>
          </a:xfrm>
          <a:prstGeom prst="rect">
            <a:avLst/>
          </a:prstGeom>
          <a:noFill/>
        </p:spPr>
        <p:txBody>
          <a:bodyPr wrap="square" lIns="0" tIns="0" rIns="0" bIns="0" anchor="ctr">
            <a:normAutofit/>
          </a:bodyPr>
          <a:lstStyle/>
          <a:p>
            <a:pPr algn="l"/>
            <a:r>
              <a:rPr lang="en-US" sz="1600">
                <a:solidFill>
                  <a:schemeClr val="tx1"/>
                </a:solidFill>
                <a:latin typeface="Verdana" panose="020B0604030504040204" pitchFamily="34" charset="0"/>
                <a:ea typeface="Verdana" panose="020B0604030504040204" pitchFamily="34" charset="0"/>
                <a:cs typeface="Verdana" panose="020B0604030504040204" pitchFamily="34" charset="0"/>
              </a:rPr>
              <a:t>The Solution</a:t>
            </a:r>
          </a:p>
        </p:txBody>
      </p:sp>
      <p:sp>
        <p:nvSpPr>
          <p:cNvPr id="14" name="TextBox 13">
            <a:extLst>
              <a:ext uri="{FF2B5EF4-FFF2-40B4-BE49-F238E27FC236}">
                <a16:creationId xmlns:a16="http://schemas.microsoft.com/office/drawing/2014/main" id="{E8A8D9C9-402E-E931-BA12-3C00810128F6}"/>
              </a:ext>
            </a:extLst>
          </p:cNvPr>
          <p:cNvSpPr txBox="1"/>
          <p:nvPr userDrawn="1"/>
        </p:nvSpPr>
        <p:spPr>
          <a:xfrm>
            <a:off x="4416522" y="3836977"/>
            <a:ext cx="2990231" cy="369332"/>
          </a:xfrm>
          <a:prstGeom prst="rect">
            <a:avLst/>
          </a:prstGeom>
          <a:noFill/>
        </p:spPr>
        <p:txBody>
          <a:bodyPr wrap="square" lIns="0" tIns="0" rIns="0" bIns="0" anchor="ctr">
            <a:normAutofit/>
          </a:bodyPr>
          <a:lstStyle/>
          <a:p>
            <a:pPr algn="l"/>
            <a:r>
              <a:rPr lang="en-US" sz="1600">
                <a:solidFill>
                  <a:schemeClr val="bg1"/>
                </a:solidFill>
                <a:latin typeface="Verdana" panose="020B0604030504040204" pitchFamily="34" charset="0"/>
                <a:ea typeface="Verdana" panose="020B0604030504040204" pitchFamily="34" charset="0"/>
                <a:cs typeface="Verdana" panose="020B0604030504040204" pitchFamily="34" charset="0"/>
              </a:rPr>
              <a:t>Business Impact</a:t>
            </a:r>
          </a:p>
        </p:txBody>
      </p:sp>
      <p:sp>
        <p:nvSpPr>
          <p:cNvPr id="20" name="Content Placeholder 2">
            <a:extLst>
              <a:ext uri="{FF2B5EF4-FFF2-40B4-BE49-F238E27FC236}">
                <a16:creationId xmlns:a16="http://schemas.microsoft.com/office/drawing/2014/main" id="{4B07B6CE-3309-07D1-52B1-7F1448FF875F}"/>
              </a:ext>
            </a:extLst>
          </p:cNvPr>
          <p:cNvSpPr>
            <a:spLocks noGrp="1"/>
          </p:cNvSpPr>
          <p:nvPr>
            <p:ph sz="half" idx="28"/>
          </p:nvPr>
        </p:nvSpPr>
        <p:spPr>
          <a:xfrm>
            <a:off x="515933" y="2172350"/>
            <a:ext cx="7011136" cy="1462461"/>
          </a:xfrm>
        </p:spPr>
        <p:txBody>
          <a:bodyPr wrap="square">
            <a:normAutofit/>
          </a:bodyPr>
          <a:lstStyle>
            <a:lvl1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GB"/>
              <a:t>Click to edit Master text styles</a:t>
            </a:r>
          </a:p>
          <a:p>
            <a:pPr lvl="1"/>
            <a:r>
              <a:rPr lang="en-GB"/>
              <a:t>Second level</a:t>
            </a:r>
          </a:p>
        </p:txBody>
      </p:sp>
      <p:sp>
        <p:nvSpPr>
          <p:cNvPr id="26" name="Content Placeholder 2">
            <a:extLst>
              <a:ext uri="{FF2B5EF4-FFF2-40B4-BE49-F238E27FC236}">
                <a16:creationId xmlns:a16="http://schemas.microsoft.com/office/drawing/2014/main" id="{30FC2570-2B4A-0849-BB7F-453DC1B0B2A8}"/>
              </a:ext>
            </a:extLst>
          </p:cNvPr>
          <p:cNvSpPr>
            <a:spLocks noGrp="1"/>
          </p:cNvSpPr>
          <p:nvPr>
            <p:ph sz="half" idx="29"/>
          </p:nvPr>
        </p:nvSpPr>
        <p:spPr>
          <a:xfrm>
            <a:off x="515934" y="4398667"/>
            <a:ext cx="3230873" cy="1813375"/>
          </a:xfrm>
        </p:spPr>
        <p:txBody>
          <a:bodyPr wrap="square">
            <a:normAutofit/>
          </a:bodyPr>
          <a:lstStyle>
            <a:lvl1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GB"/>
              <a:t>Click to edit Master text styles</a:t>
            </a:r>
          </a:p>
          <a:p>
            <a:pPr lvl="1"/>
            <a:r>
              <a:rPr lang="en-GB"/>
              <a:t>Second level</a:t>
            </a:r>
          </a:p>
        </p:txBody>
      </p:sp>
      <p:sp>
        <p:nvSpPr>
          <p:cNvPr id="27" name="Content Placeholder 2">
            <a:extLst>
              <a:ext uri="{FF2B5EF4-FFF2-40B4-BE49-F238E27FC236}">
                <a16:creationId xmlns:a16="http://schemas.microsoft.com/office/drawing/2014/main" id="{915EB2C9-7B59-46AC-C4E8-243BB8DEA0BE}"/>
              </a:ext>
            </a:extLst>
          </p:cNvPr>
          <p:cNvSpPr>
            <a:spLocks noGrp="1"/>
          </p:cNvSpPr>
          <p:nvPr>
            <p:ph sz="half" idx="30"/>
          </p:nvPr>
        </p:nvSpPr>
        <p:spPr>
          <a:xfrm>
            <a:off x="4296201" y="4398667"/>
            <a:ext cx="3230873" cy="1813375"/>
          </a:xfrm>
        </p:spPr>
        <p:txBody>
          <a:bodyPr wrap="square">
            <a:normAutofit/>
          </a:bodyPr>
          <a:lstStyle>
            <a:lvl1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GB"/>
              <a:t>Click to edit Master text styles</a:t>
            </a:r>
          </a:p>
          <a:p>
            <a:pPr lvl="1"/>
            <a:r>
              <a:rPr lang="en-GB"/>
              <a:t>Second level</a:t>
            </a:r>
          </a:p>
        </p:txBody>
      </p:sp>
      <p:sp>
        <p:nvSpPr>
          <p:cNvPr id="3" name="Title 1">
            <a:extLst>
              <a:ext uri="{FF2B5EF4-FFF2-40B4-BE49-F238E27FC236}">
                <a16:creationId xmlns:a16="http://schemas.microsoft.com/office/drawing/2014/main" id="{A95EDC12-290F-485B-9E72-9551694D7FB0}"/>
              </a:ext>
            </a:extLst>
          </p:cNvPr>
          <p:cNvSpPr>
            <a:spLocks noGrp="1"/>
          </p:cNvSpPr>
          <p:nvPr>
            <p:ph type="title" hasCustomPrompt="1"/>
          </p:nvPr>
        </p:nvSpPr>
        <p:spPr>
          <a:xfrm>
            <a:off x="515937" y="394087"/>
            <a:ext cx="11171676" cy="430887"/>
          </a:xfrm>
        </p:spPr>
        <p:txBody>
          <a:bodyPr>
            <a:spAutoFit/>
          </a:bodyPr>
          <a:lstStyle/>
          <a:p>
            <a:r>
              <a:rPr lang="en-US"/>
              <a:t>Click To Edit Master Title Style</a:t>
            </a:r>
            <a:endParaRPr lang="en-AU"/>
          </a:p>
        </p:txBody>
      </p:sp>
    </p:spTree>
    <p:extLst>
      <p:ext uri="{BB962C8B-B14F-4D97-AF65-F5344CB8AC3E}">
        <p14:creationId xmlns:p14="http://schemas.microsoft.com/office/powerpoint/2010/main" val="33892470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One Content - Light_used">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13AE9919-8BE1-9B8D-8546-E7527B31B533}"/>
              </a:ext>
            </a:extLst>
          </p:cNvPr>
          <p:cNvSpPr>
            <a:spLocks noGrp="1"/>
          </p:cNvSpPr>
          <p:nvPr>
            <p:ph type="title" hasCustomPrompt="1"/>
          </p:nvPr>
        </p:nvSpPr>
        <p:spPr>
          <a:xfrm>
            <a:off x="555626" y="232992"/>
            <a:ext cx="10361757" cy="567109"/>
          </a:xfrm>
          <a:prstGeom prst="rect">
            <a:avLst/>
          </a:prstGeom>
        </p:spPr>
        <p:txBody>
          <a:bodyPr vert="horz" lIns="0" tIns="0" rIns="0" bIns="0" rtlCol="0" anchor="t">
            <a:noAutofit/>
          </a:bodyPr>
          <a:lstStyle>
            <a:lvl1pPr>
              <a:defRPr sz="3000">
                <a:latin typeface="PP Neue Machina Plain Italic" panose="020B0604020202020204" charset="0"/>
              </a:defRPr>
            </a:lvl1pPr>
          </a:lstStyle>
          <a:p>
            <a:r>
              <a:rPr lang="en-US"/>
              <a:t>Click To Edit Master Title Style</a:t>
            </a:r>
          </a:p>
        </p:txBody>
      </p:sp>
      <p:sp>
        <p:nvSpPr>
          <p:cNvPr id="4" name="Content Placeholder 3">
            <a:extLst>
              <a:ext uri="{FF2B5EF4-FFF2-40B4-BE49-F238E27FC236}">
                <a16:creationId xmlns:a16="http://schemas.microsoft.com/office/drawing/2014/main" id="{27962594-0612-4734-B801-D3A8ACEC8AD4}"/>
              </a:ext>
            </a:extLst>
          </p:cNvPr>
          <p:cNvSpPr>
            <a:spLocks noGrp="1"/>
          </p:cNvSpPr>
          <p:nvPr>
            <p:ph sz="quarter" idx="15"/>
          </p:nvPr>
        </p:nvSpPr>
        <p:spPr>
          <a:xfrm>
            <a:off x="555626" y="1839914"/>
            <a:ext cx="11120439" cy="43307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Graphic 24">
            <a:extLst>
              <a:ext uri="{FF2B5EF4-FFF2-40B4-BE49-F238E27FC236}">
                <a16:creationId xmlns:a16="http://schemas.microsoft.com/office/drawing/2014/main" id="{6E1E8192-4301-9E2C-0BEC-A3F968017D70}"/>
              </a:ext>
            </a:extLst>
          </p:cNvPr>
          <p:cNvSpPr/>
          <p:nvPr userDrawn="1"/>
        </p:nvSpPr>
        <p:spPr>
          <a:xfrm>
            <a:off x="0" y="0"/>
            <a:ext cx="121768" cy="1959429"/>
          </a:xfrm>
          <a:custGeom>
            <a:avLst/>
            <a:gdLst>
              <a:gd name="connsiteX0" fmla="*/ 0 w 190722"/>
              <a:gd name="connsiteY0" fmla="*/ 0 h 3068991"/>
              <a:gd name="connsiteX1" fmla="*/ 0 w 190722"/>
              <a:gd name="connsiteY1" fmla="*/ 3068992 h 3068991"/>
              <a:gd name="connsiteX2" fmla="*/ 190722 w 190722"/>
              <a:gd name="connsiteY2" fmla="*/ 2669273 h 3068991"/>
              <a:gd name="connsiteX3" fmla="*/ 0 w 190722"/>
              <a:gd name="connsiteY3" fmla="*/ 0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0" y="0"/>
                </a:moveTo>
                <a:lnTo>
                  <a:pt x="0" y="3068992"/>
                </a:lnTo>
                <a:cubicBezTo>
                  <a:pt x="63644" y="2935822"/>
                  <a:pt x="127078" y="2802442"/>
                  <a:pt x="190722" y="2669273"/>
                </a:cubicBezTo>
                <a:cubicBezTo>
                  <a:pt x="127078" y="1779515"/>
                  <a:pt x="63644" y="889758"/>
                  <a:pt x="0" y="0"/>
                </a:cubicBezTo>
                <a:close/>
              </a:path>
            </a:pathLst>
          </a:custGeom>
          <a:solidFill>
            <a:schemeClr val="accent1"/>
          </a:solidFill>
          <a:ln w="20108" cap="flat">
            <a:noFill/>
            <a:prstDash val="solid"/>
            <a:miter/>
          </a:ln>
        </p:spPr>
        <p:txBody>
          <a:bodyPr rtlCol="0" anchor="ctr"/>
          <a:lstStyle/>
          <a:p>
            <a:endParaRPr lang="en-US" sz="1400"/>
          </a:p>
        </p:txBody>
      </p:sp>
      <p:sp>
        <p:nvSpPr>
          <p:cNvPr id="6" name="Graphic 26">
            <a:extLst>
              <a:ext uri="{FF2B5EF4-FFF2-40B4-BE49-F238E27FC236}">
                <a16:creationId xmlns:a16="http://schemas.microsoft.com/office/drawing/2014/main" id="{C7044421-654C-898B-E43A-07F00E643171}"/>
              </a:ext>
            </a:extLst>
          </p:cNvPr>
          <p:cNvSpPr/>
          <p:nvPr userDrawn="1"/>
        </p:nvSpPr>
        <p:spPr>
          <a:xfrm>
            <a:off x="12070232" y="5008132"/>
            <a:ext cx="121768" cy="1959429"/>
          </a:xfrm>
          <a:custGeom>
            <a:avLst/>
            <a:gdLst>
              <a:gd name="connsiteX0" fmla="*/ 190722 w 190722"/>
              <a:gd name="connsiteY0" fmla="*/ 3068992 h 3068991"/>
              <a:gd name="connsiteX1" fmla="*/ 190722 w 190722"/>
              <a:gd name="connsiteY1" fmla="*/ 0 h 3068991"/>
              <a:gd name="connsiteX2" fmla="*/ 0 w 190722"/>
              <a:gd name="connsiteY2" fmla="*/ 399719 h 3068991"/>
              <a:gd name="connsiteX3" fmla="*/ 190722 w 190722"/>
              <a:gd name="connsiteY3" fmla="*/ 3068992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190722" y="3068992"/>
                </a:moveTo>
                <a:lnTo>
                  <a:pt x="190722" y="0"/>
                </a:lnTo>
                <a:cubicBezTo>
                  <a:pt x="127078" y="133170"/>
                  <a:pt x="63644" y="266549"/>
                  <a:pt x="0" y="399719"/>
                </a:cubicBezTo>
                <a:cubicBezTo>
                  <a:pt x="63644" y="1289476"/>
                  <a:pt x="127078" y="2179234"/>
                  <a:pt x="190722" y="3068992"/>
                </a:cubicBezTo>
                <a:close/>
              </a:path>
            </a:pathLst>
          </a:custGeom>
          <a:solidFill>
            <a:schemeClr val="accent1"/>
          </a:solidFill>
          <a:ln w="20108" cap="flat">
            <a:noFill/>
            <a:prstDash val="solid"/>
            <a:miter/>
          </a:ln>
        </p:spPr>
        <p:txBody>
          <a:bodyPr rtlCol="0" anchor="ctr"/>
          <a:lstStyle/>
          <a:p>
            <a:endParaRPr lang="en-US" sz="1400"/>
          </a:p>
        </p:txBody>
      </p:sp>
      <p:pic>
        <p:nvPicPr>
          <p:cNvPr id="9" name="Graphic 8">
            <a:extLst>
              <a:ext uri="{FF2B5EF4-FFF2-40B4-BE49-F238E27FC236}">
                <a16:creationId xmlns:a16="http://schemas.microsoft.com/office/drawing/2014/main" id="{451ED5CD-E0BA-AFA1-4E70-2639686FDDEF}"/>
              </a:ext>
            </a:extLst>
          </p:cNvPr>
          <p:cNvPicPr>
            <a:picLocks noChangeAspect="1"/>
          </p:cNvPicPr>
          <p:nvPr userDrawn="1"/>
        </p:nvPicPr>
        <p:blipFill>
          <a:blip cstate="screen">
            <a:extLst>
              <a:ext uri="{28A0092B-C50C-407E-A947-70E740481C1C}">
                <a14:useLocalDpi xmlns:a14="http://schemas.microsoft.com/office/drawing/2010/main"/>
              </a:ext>
            </a:extLst>
          </a:blip>
          <a:stretch>
            <a:fillRect/>
          </a:stretch>
        </p:blipFill>
        <p:spPr>
          <a:xfrm>
            <a:off x="11339089" y="108515"/>
            <a:ext cx="673947" cy="871200"/>
          </a:xfrm>
          <a:prstGeom prst="rect">
            <a:avLst/>
          </a:prstGeom>
        </p:spPr>
      </p:pic>
    </p:spTree>
    <p:extLst>
      <p:ext uri="{BB962C8B-B14F-4D97-AF65-F5344CB8AC3E}">
        <p14:creationId xmlns:p14="http://schemas.microsoft.com/office/powerpoint/2010/main" val="752389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F44E4-26F1-9FE4-8F65-0078B5BF2EF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191140A-93A6-6DD2-7B86-5BC57B0B0E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206A090-501A-E8D8-4DAA-649D25D50D89}"/>
              </a:ext>
            </a:extLst>
          </p:cNvPr>
          <p:cNvSpPr>
            <a:spLocks noGrp="1"/>
          </p:cNvSpPr>
          <p:nvPr>
            <p:ph type="dt" sz="half" idx="10"/>
          </p:nvPr>
        </p:nvSpPr>
        <p:spPr/>
        <p:txBody>
          <a:bodyPr/>
          <a:lstStyle/>
          <a:p>
            <a:fld id="{A6C04EF3-5FF9-4ACE-BC3C-8DFDE9012084}" type="datetimeFigureOut">
              <a:rPr lang="en-IN" smtClean="0"/>
              <a:t>09/04/26</a:t>
            </a:fld>
            <a:endParaRPr lang="en-IN"/>
          </a:p>
        </p:txBody>
      </p:sp>
      <p:sp>
        <p:nvSpPr>
          <p:cNvPr id="5" name="Footer Placeholder 4">
            <a:extLst>
              <a:ext uri="{FF2B5EF4-FFF2-40B4-BE49-F238E27FC236}">
                <a16:creationId xmlns:a16="http://schemas.microsoft.com/office/drawing/2014/main" id="{C7239976-A5C5-A93D-990B-6C965A2525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D984A7-1015-5F69-E87E-21CD3D1E9955}"/>
              </a:ext>
            </a:extLst>
          </p:cNvPr>
          <p:cNvSpPr>
            <a:spLocks noGrp="1"/>
          </p:cNvSpPr>
          <p:nvPr>
            <p:ph type="sldNum" sz="quarter" idx="12"/>
          </p:nvPr>
        </p:nvSpPr>
        <p:spPr/>
        <p:txBody>
          <a:bodyPr/>
          <a:lstStyle/>
          <a:p>
            <a:fld id="{0DBB8376-9A29-4DB9-904C-0C045F07F6E8}" type="slidenum">
              <a:rPr lang="en-IN" smtClean="0"/>
              <a:t>‹#›</a:t>
            </a:fld>
            <a:endParaRPr lang="en-IN"/>
          </a:p>
        </p:txBody>
      </p:sp>
    </p:spTree>
    <p:extLst>
      <p:ext uri="{BB962C8B-B14F-4D97-AF65-F5344CB8AC3E}">
        <p14:creationId xmlns:p14="http://schemas.microsoft.com/office/powerpoint/2010/main" val="322923689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userDrawn="1">
  <p:cSld name="Title HALF IMAGE white">
    <p:spTree>
      <p:nvGrpSpPr>
        <p:cNvPr id="1" name=""/>
        <p:cNvGrpSpPr/>
        <p:nvPr/>
      </p:nvGrpSpPr>
      <p:grpSpPr>
        <a:xfrm>
          <a:off x="0" y="0"/>
          <a:ext cx="0" cy="0"/>
          <a:chOff x="0" y="0"/>
          <a:chExt cx="0" cy="0"/>
        </a:xfrm>
      </p:grpSpPr>
      <p:sp>
        <p:nvSpPr>
          <p:cNvPr id="33" name="Picture Placeholder 32">
            <a:extLst>
              <a:ext uri="{FF2B5EF4-FFF2-40B4-BE49-F238E27FC236}">
                <a16:creationId xmlns:a16="http://schemas.microsoft.com/office/drawing/2014/main" id="{01F54CCE-2A05-56EB-965D-AE06B1C43403}"/>
              </a:ext>
            </a:extLst>
          </p:cNvPr>
          <p:cNvSpPr>
            <a:spLocks noGrp="1"/>
          </p:cNvSpPr>
          <p:nvPr>
            <p:ph type="pic" sz="quarter" idx="13" hasCustomPrompt="1"/>
          </p:nvPr>
        </p:nvSpPr>
        <p:spPr>
          <a:xfrm>
            <a:off x="6096000" y="0"/>
            <a:ext cx="6096000" cy="6858000"/>
          </a:xfrm>
        </p:spPr>
        <p:txBody>
          <a:bodyPr>
            <a:noAutofit/>
          </a:bodyPr>
          <a:lstStyle>
            <a:lvl1pPr marL="0" indent="0">
              <a:buNone/>
              <a:defRPr/>
            </a:lvl1pPr>
          </a:lstStyle>
          <a:p>
            <a:r>
              <a:rPr lang="en-US"/>
              <a:t>Click icon to add image</a:t>
            </a:r>
          </a:p>
        </p:txBody>
      </p:sp>
      <p:sp>
        <p:nvSpPr>
          <p:cNvPr id="4" name="Title 1">
            <a:extLst>
              <a:ext uri="{FF2B5EF4-FFF2-40B4-BE49-F238E27FC236}">
                <a16:creationId xmlns:a16="http://schemas.microsoft.com/office/drawing/2014/main" id="{F02C194C-2167-463C-2D56-9EF334BEF112}"/>
              </a:ext>
            </a:extLst>
          </p:cNvPr>
          <p:cNvSpPr>
            <a:spLocks noGrp="1"/>
          </p:cNvSpPr>
          <p:nvPr>
            <p:ph type="ctrTitle"/>
          </p:nvPr>
        </p:nvSpPr>
        <p:spPr>
          <a:xfrm>
            <a:off x="501650" y="1803400"/>
            <a:ext cx="5358823" cy="2170147"/>
          </a:xfrm>
        </p:spPr>
        <p:txBody>
          <a:bodyPr anchor="b">
            <a:noAutofit/>
          </a:bodyPr>
          <a:lstStyle>
            <a:lvl1pPr algn="l">
              <a:defRPr sz="4800">
                <a:solidFill>
                  <a:schemeClr val="tx1"/>
                </a:solidFill>
              </a:defRPr>
            </a:lvl1pPr>
          </a:lstStyle>
          <a:p>
            <a:r>
              <a:rPr lang="en-US"/>
              <a:t>Click to edit Master title style</a:t>
            </a:r>
          </a:p>
        </p:txBody>
      </p:sp>
      <p:sp>
        <p:nvSpPr>
          <p:cNvPr id="5" name="Subtitle 2">
            <a:extLst>
              <a:ext uri="{FF2B5EF4-FFF2-40B4-BE49-F238E27FC236}">
                <a16:creationId xmlns:a16="http://schemas.microsoft.com/office/drawing/2014/main" id="{074F4C90-FB68-4591-7579-3DC050EF8679}"/>
              </a:ext>
            </a:extLst>
          </p:cNvPr>
          <p:cNvSpPr>
            <a:spLocks noGrp="1"/>
          </p:cNvSpPr>
          <p:nvPr>
            <p:ph type="subTitle" idx="1"/>
          </p:nvPr>
        </p:nvSpPr>
        <p:spPr>
          <a:xfrm>
            <a:off x="501650" y="4065623"/>
            <a:ext cx="5358824" cy="1655762"/>
          </a:xfrm>
        </p:spPr>
        <p:txBody>
          <a:bodyPr>
            <a:noAutofit/>
          </a:bodyPr>
          <a:lstStyle>
            <a:lvl1pPr marL="0" indent="0" algn="l">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Text Placeholder 4">
            <a:extLst>
              <a:ext uri="{FF2B5EF4-FFF2-40B4-BE49-F238E27FC236}">
                <a16:creationId xmlns:a16="http://schemas.microsoft.com/office/drawing/2014/main" id="{A2EF5E5F-34DB-85E8-6CEC-189B4E724A2E}"/>
              </a:ext>
            </a:extLst>
          </p:cNvPr>
          <p:cNvSpPr>
            <a:spLocks noGrp="1"/>
          </p:cNvSpPr>
          <p:nvPr>
            <p:ph type="body" sz="quarter" idx="14"/>
          </p:nvPr>
        </p:nvSpPr>
        <p:spPr>
          <a:xfrm>
            <a:off x="501650" y="5928527"/>
            <a:ext cx="5594350" cy="259548"/>
          </a:xfrm>
        </p:spPr>
        <p:txBody>
          <a:bodyPr anchor="b">
            <a:noAutofit/>
          </a:bodyPr>
          <a:lstStyle>
            <a:lvl1pPr marL="0" indent="0">
              <a:buNone/>
              <a:defRPr b="0" i="0">
                <a:latin typeface="PP Neue Machina Plain Italic" pitchFamily="2" charset="77"/>
              </a:defRPr>
            </a:lvl1pPr>
          </a:lstStyle>
          <a:p>
            <a:pPr lvl="0"/>
            <a:r>
              <a:rPr lang="en-US"/>
              <a:t>Click to edit Master text styles</a:t>
            </a:r>
          </a:p>
        </p:txBody>
      </p:sp>
      <p:pic>
        <p:nvPicPr>
          <p:cNvPr id="2" name="Graphic 1">
            <a:extLst>
              <a:ext uri="{FF2B5EF4-FFF2-40B4-BE49-F238E27FC236}">
                <a16:creationId xmlns:a16="http://schemas.microsoft.com/office/drawing/2014/main" id="{ADD9A8CD-3B41-5263-B917-086B4798864E}"/>
              </a:ext>
            </a:extLst>
          </p:cNvPr>
          <p:cNvPicPr>
            <a:picLocks noChangeAspect="1"/>
          </p:cNvPicPr>
          <p:nvPr userDrawn="1"/>
        </p:nvPicPr>
        <p:blipFill>
          <a:blip cstate="screen">
            <a:extLst>
              <a:ext uri="{28A0092B-C50C-407E-A947-70E740481C1C}">
                <a14:useLocalDpi xmlns:a14="http://schemas.microsoft.com/office/drawing/2010/main"/>
              </a:ext>
            </a:extLst>
          </a:blip>
          <a:stretch>
            <a:fillRect/>
          </a:stretch>
        </p:blipFill>
        <p:spPr>
          <a:xfrm>
            <a:off x="11339088" y="102191"/>
            <a:ext cx="673947" cy="871200"/>
          </a:xfrm>
          <a:prstGeom prst="rect">
            <a:avLst/>
          </a:prstGeom>
        </p:spPr>
      </p:pic>
      <p:sp>
        <p:nvSpPr>
          <p:cNvPr id="3" name="Graphic 24">
            <a:extLst>
              <a:ext uri="{FF2B5EF4-FFF2-40B4-BE49-F238E27FC236}">
                <a16:creationId xmlns:a16="http://schemas.microsoft.com/office/drawing/2014/main" id="{846B7DF7-B8E6-19E4-04B8-1189A69B7B44}"/>
              </a:ext>
            </a:extLst>
          </p:cNvPr>
          <p:cNvSpPr/>
          <p:nvPr userDrawn="1"/>
        </p:nvSpPr>
        <p:spPr>
          <a:xfrm>
            <a:off x="0" y="0"/>
            <a:ext cx="121768" cy="1959429"/>
          </a:xfrm>
          <a:custGeom>
            <a:avLst/>
            <a:gdLst>
              <a:gd name="connsiteX0" fmla="*/ 0 w 190722"/>
              <a:gd name="connsiteY0" fmla="*/ 0 h 3068991"/>
              <a:gd name="connsiteX1" fmla="*/ 0 w 190722"/>
              <a:gd name="connsiteY1" fmla="*/ 3068992 h 3068991"/>
              <a:gd name="connsiteX2" fmla="*/ 190722 w 190722"/>
              <a:gd name="connsiteY2" fmla="*/ 2669273 h 3068991"/>
              <a:gd name="connsiteX3" fmla="*/ 0 w 190722"/>
              <a:gd name="connsiteY3" fmla="*/ 0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0" y="0"/>
                </a:moveTo>
                <a:lnTo>
                  <a:pt x="0" y="3068992"/>
                </a:lnTo>
                <a:cubicBezTo>
                  <a:pt x="63644" y="2935822"/>
                  <a:pt x="127078" y="2802442"/>
                  <a:pt x="190722" y="2669273"/>
                </a:cubicBezTo>
                <a:cubicBezTo>
                  <a:pt x="127078" y="1779515"/>
                  <a:pt x="63644" y="889758"/>
                  <a:pt x="0" y="0"/>
                </a:cubicBezTo>
                <a:close/>
              </a:path>
            </a:pathLst>
          </a:custGeom>
          <a:solidFill>
            <a:schemeClr val="accent1"/>
          </a:solidFill>
          <a:ln w="20108" cap="flat">
            <a:noFill/>
            <a:prstDash val="solid"/>
            <a:miter/>
          </a:ln>
        </p:spPr>
        <p:txBody>
          <a:bodyPr rtlCol="0" anchor="ctr"/>
          <a:lstStyle/>
          <a:p>
            <a:endParaRPr lang="en-US"/>
          </a:p>
        </p:txBody>
      </p:sp>
      <p:sp>
        <p:nvSpPr>
          <p:cNvPr id="6" name="Graphic 26">
            <a:extLst>
              <a:ext uri="{FF2B5EF4-FFF2-40B4-BE49-F238E27FC236}">
                <a16:creationId xmlns:a16="http://schemas.microsoft.com/office/drawing/2014/main" id="{0E4A48D2-E6DA-A08A-148D-8552C304B628}"/>
              </a:ext>
            </a:extLst>
          </p:cNvPr>
          <p:cNvSpPr/>
          <p:nvPr userDrawn="1"/>
        </p:nvSpPr>
        <p:spPr>
          <a:xfrm>
            <a:off x="12070232" y="5008131"/>
            <a:ext cx="121768" cy="1959429"/>
          </a:xfrm>
          <a:custGeom>
            <a:avLst/>
            <a:gdLst>
              <a:gd name="connsiteX0" fmla="*/ 190722 w 190722"/>
              <a:gd name="connsiteY0" fmla="*/ 3068992 h 3068991"/>
              <a:gd name="connsiteX1" fmla="*/ 190722 w 190722"/>
              <a:gd name="connsiteY1" fmla="*/ 0 h 3068991"/>
              <a:gd name="connsiteX2" fmla="*/ 0 w 190722"/>
              <a:gd name="connsiteY2" fmla="*/ 399719 h 3068991"/>
              <a:gd name="connsiteX3" fmla="*/ 190722 w 190722"/>
              <a:gd name="connsiteY3" fmla="*/ 3068992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190722" y="3068992"/>
                </a:moveTo>
                <a:lnTo>
                  <a:pt x="190722" y="0"/>
                </a:lnTo>
                <a:cubicBezTo>
                  <a:pt x="127078" y="133170"/>
                  <a:pt x="63644" y="266549"/>
                  <a:pt x="0" y="399719"/>
                </a:cubicBezTo>
                <a:cubicBezTo>
                  <a:pt x="63644" y="1289476"/>
                  <a:pt x="127078" y="2179234"/>
                  <a:pt x="190722" y="3068992"/>
                </a:cubicBezTo>
                <a:close/>
              </a:path>
            </a:pathLst>
          </a:custGeom>
          <a:solidFill>
            <a:schemeClr val="accent1"/>
          </a:solidFill>
          <a:ln w="20108" cap="flat">
            <a:noFill/>
            <a:prstDash val="solid"/>
            <a:miter/>
          </a:ln>
        </p:spPr>
        <p:txBody>
          <a:bodyPr rtlCol="0" anchor="ctr"/>
          <a:lstStyle/>
          <a:p>
            <a:endParaRPr lang="en-US"/>
          </a:p>
        </p:txBody>
      </p:sp>
    </p:spTree>
    <p:extLst>
      <p:ext uri="{BB962C8B-B14F-4D97-AF65-F5344CB8AC3E}">
        <p14:creationId xmlns:p14="http://schemas.microsoft.com/office/powerpoint/2010/main" val="231604856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with image">
  <p:cSld name="Title with image">
    <p:spTree>
      <p:nvGrpSpPr>
        <p:cNvPr id="1" name="Shape 15"/>
        <p:cNvGrpSpPr/>
        <p:nvPr/>
      </p:nvGrpSpPr>
      <p:grpSpPr>
        <a:xfrm>
          <a:off x="0" y="0"/>
          <a:ext cx="0" cy="0"/>
          <a:chOff x="0" y="0"/>
          <a:chExt cx="0" cy="0"/>
        </a:xfrm>
      </p:grpSpPr>
      <p:sp>
        <p:nvSpPr>
          <p:cNvPr id="16" name="Google Shape;16;p2"/>
          <p:cNvSpPr>
            <a:spLocks noGrp="1"/>
          </p:cNvSpPr>
          <p:nvPr>
            <p:ph type="pic" idx="2"/>
          </p:nvPr>
        </p:nvSpPr>
        <p:spPr>
          <a:xfrm>
            <a:off x="0" y="0"/>
            <a:ext cx="12192000" cy="6858000"/>
          </a:xfrm>
          <a:prstGeom prst="rect">
            <a:avLst/>
          </a:prstGeom>
          <a:noFill/>
          <a:ln>
            <a:noFill/>
          </a:ln>
        </p:spPr>
      </p:sp>
      <p:sp>
        <p:nvSpPr>
          <p:cNvPr id="17" name="Google Shape;17;p2"/>
          <p:cNvSpPr txBox="1">
            <a:spLocks noGrp="1"/>
          </p:cNvSpPr>
          <p:nvPr>
            <p:ph type="ctrTitle"/>
          </p:nvPr>
        </p:nvSpPr>
        <p:spPr>
          <a:xfrm>
            <a:off x="387927" y="2772928"/>
            <a:ext cx="9144000" cy="102552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3600"/>
              <a:buFont typeface="Arial"/>
              <a:buNone/>
              <a:defRPr sz="3600">
                <a:latin typeface="PP Neue Machina" panose="00000500000000000000" pitchFamily="50" charset="0"/>
                <a:ea typeface="PP Neue Machina" panose="00000500000000000000" pitchFamily="50" charset="0"/>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2"/>
          <p:cNvSpPr txBox="1">
            <a:spLocks noGrp="1"/>
          </p:cNvSpPr>
          <p:nvPr>
            <p:ph type="subTitle" idx="1"/>
          </p:nvPr>
        </p:nvSpPr>
        <p:spPr>
          <a:xfrm>
            <a:off x="387927" y="3971492"/>
            <a:ext cx="9144000" cy="49890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chemeClr val="dk1"/>
              </a:buClr>
              <a:buSzPts val="2000"/>
              <a:buNone/>
              <a:defRPr sz="2000">
                <a:latin typeface="Century Gothic"/>
                <a:ea typeface="Century Gothic"/>
                <a:cs typeface="Century Gothic"/>
                <a:sym typeface="Century Gothic"/>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r>
              <a:rPr lang="en-US"/>
              <a:t>Click to edit Master subtitle style</a:t>
            </a:r>
            <a:endParaRPr/>
          </a:p>
        </p:txBody>
      </p:sp>
    </p:spTree>
    <p:extLst>
      <p:ext uri="{BB962C8B-B14F-4D97-AF65-F5344CB8AC3E}">
        <p14:creationId xmlns:p14="http://schemas.microsoft.com/office/powerpoint/2010/main" val="17620790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itle+Content">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1949B20-CE4F-2CE3-7EBD-9F382E2320AD}"/>
              </a:ext>
            </a:extLst>
          </p:cNvPr>
          <p:cNvSpPr>
            <a:spLocks noGrp="1"/>
          </p:cNvSpPr>
          <p:nvPr>
            <p:ph type="body" sz="quarter" idx="10"/>
          </p:nvPr>
        </p:nvSpPr>
        <p:spPr>
          <a:xfrm>
            <a:off x="505884" y="1604434"/>
            <a:ext cx="11159067" cy="4627033"/>
          </a:xfrm>
        </p:spPr>
        <p:txBody>
          <a:bodyPr/>
          <a:lstStyle>
            <a:lvl1pPr>
              <a:defRPr>
                <a:latin typeface="Verdana" panose="020B0604030504040204" pitchFamily="34" charset="0"/>
                <a:ea typeface="Verdana" panose="020B0604030504040204" pitchFamily="34" charset="0"/>
                <a:cs typeface="Verdana" panose="020B0604030504040204" pitchFamily="34" charset="0"/>
              </a:defRPr>
            </a:lvl1pPr>
            <a:lvl2pPr>
              <a:defRPr>
                <a:latin typeface="Verdana" panose="020B0604030504040204" pitchFamily="34" charset="0"/>
                <a:ea typeface="Verdana" panose="020B0604030504040204" pitchFamily="34" charset="0"/>
                <a:cs typeface="Verdana" panose="020B0604030504040204" pitchFamily="34" charset="0"/>
              </a:defRPr>
            </a:lvl2pPr>
            <a:lvl3pPr>
              <a:defRPr>
                <a:latin typeface="Verdana" panose="020B0604030504040204" pitchFamily="34" charset="0"/>
                <a:ea typeface="Verdana" panose="020B0604030504040204" pitchFamily="34" charset="0"/>
                <a:cs typeface="Verdana" panose="020B0604030504040204" pitchFamily="34" charset="0"/>
              </a:defRPr>
            </a:lvl3pPr>
            <a:lvl4pPr>
              <a:defRPr>
                <a:latin typeface="Verdana" panose="020B0604030504040204" pitchFamily="34" charset="0"/>
                <a:ea typeface="Verdana" panose="020B0604030504040204" pitchFamily="34" charset="0"/>
                <a:cs typeface="Verdana" panose="020B0604030504040204" pitchFamily="34" charset="0"/>
              </a:defRPr>
            </a:lvl4pPr>
            <a:lvl5pPr>
              <a:defRPr>
                <a:latin typeface="Verdana" panose="020B0604030504040204" pitchFamily="34" charset="0"/>
                <a:ea typeface="Verdana" panose="020B0604030504040204" pitchFamily="34" charset="0"/>
                <a:cs typeface="Verdana" panose="020B060403050404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Title Placeholder 1">
            <a:extLst>
              <a:ext uri="{FF2B5EF4-FFF2-40B4-BE49-F238E27FC236}">
                <a16:creationId xmlns:a16="http://schemas.microsoft.com/office/drawing/2014/main" id="{8A1DDE92-DA1C-8399-049A-66BFF7CE613C}"/>
              </a:ext>
            </a:extLst>
          </p:cNvPr>
          <p:cNvSpPr>
            <a:spLocks noGrp="1"/>
          </p:cNvSpPr>
          <p:nvPr>
            <p:ph type="title"/>
          </p:nvPr>
        </p:nvSpPr>
        <p:spPr>
          <a:xfrm>
            <a:off x="515937" y="394087"/>
            <a:ext cx="11160121" cy="430887"/>
          </a:xfrm>
          <a:prstGeom prst="rect">
            <a:avLst/>
          </a:prstGeom>
        </p:spPr>
        <p:txBody>
          <a:bodyPr vert="horz" lIns="0" tIns="0" rIns="0" bIns="0" rtlCol="0" anchor="t">
            <a:spAutoFit/>
          </a:bodyPr>
          <a:lstStyle/>
          <a:p>
            <a:r>
              <a:rPr lang="en-GB"/>
              <a:t>Click to edit Master title style</a:t>
            </a:r>
            <a:endParaRPr lang="en-US"/>
          </a:p>
        </p:txBody>
      </p:sp>
    </p:spTree>
    <p:extLst>
      <p:ext uri="{BB962C8B-B14F-4D97-AF65-F5344CB8AC3E}">
        <p14:creationId xmlns:p14="http://schemas.microsoft.com/office/powerpoint/2010/main" val="54212400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Only Titl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89AFEFB-CFB0-3C09-5A99-8882AAEFE884}"/>
              </a:ext>
            </a:extLst>
          </p:cNvPr>
          <p:cNvSpPr>
            <a:spLocks noGrp="1"/>
          </p:cNvSpPr>
          <p:nvPr>
            <p:ph type="title"/>
          </p:nvPr>
        </p:nvSpPr>
        <p:spPr>
          <a:xfrm>
            <a:off x="515937" y="394087"/>
            <a:ext cx="11160121" cy="430887"/>
          </a:xfrm>
          <a:prstGeom prst="rect">
            <a:avLst/>
          </a:prstGeom>
        </p:spPr>
        <p:txBody>
          <a:bodyPr vert="horz" lIns="0" tIns="0" rIns="0" bIns="0" rtlCol="0" anchor="t">
            <a:spAutoFit/>
          </a:bodyPr>
          <a:lstStyle/>
          <a:p>
            <a:r>
              <a:rPr lang="en-GB"/>
              <a:t>Click to edit Master title style</a:t>
            </a:r>
            <a:endParaRPr lang="en-US"/>
          </a:p>
        </p:txBody>
      </p:sp>
    </p:spTree>
    <p:extLst>
      <p:ext uri="{BB962C8B-B14F-4D97-AF65-F5344CB8AC3E}">
        <p14:creationId xmlns:p14="http://schemas.microsoft.com/office/powerpoint/2010/main" val="49187651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1 - Case Study Template - Ligh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A6A9094-A25C-C476-ADF7-5818D23514A1}"/>
              </a:ext>
            </a:extLst>
          </p:cNvPr>
          <p:cNvSpPr/>
          <p:nvPr userDrawn="1"/>
        </p:nvSpPr>
        <p:spPr>
          <a:xfrm>
            <a:off x="0" y="2813116"/>
            <a:ext cx="2071688" cy="3574984"/>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de-DE" sz="1400" b="0" i="0">
              <a:latin typeface="Aptos" panose="020B0004020202020204" pitchFamily="34" charset="0"/>
            </a:endParaRPr>
          </a:p>
        </p:txBody>
      </p:sp>
      <p:sp>
        <p:nvSpPr>
          <p:cNvPr id="3" name="Rectangle 2">
            <a:extLst>
              <a:ext uri="{FF2B5EF4-FFF2-40B4-BE49-F238E27FC236}">
                <a16:creationId xmlns:a16="http://schemas.microsoft.com/office/drawing/2014/main" id="{8FC091E0-9FAF-4FE5-D106-FA3E43B76942}"/>
              </a:ext>
            </a:extLst>
          </p:cNvPr>
          <p:cNvSpPr/>
          <p:nvPr userDrawn="1"/>
        </p:nvSpPr>
        <p:spPr>
          <a:xfrm>
            <a:off x="2071688" y="1625370"/>
            <a:ext cx="10120312" cy="6161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0" b="0" i="0">
              <a:solidFill>
                <a:schemeClr val="bg1"/>
              </a:solidFill>
              <a:latin typeface="Aptos" panose="020B0004020202020204" pitchFamily="34" charset="0"/>
            </a:endParaRPr>
          </a:p>
        </p:txBody>
      </p:sp>
      <p:sp>
        <p:nvSpPr>
          <p:cNvPr id="13" name="Picture Placeholder 12">
            <a:extLst>
              <a:ext uri="{FF2B5EF4-FFF2-40B4-BE49-F238E27FC236}">
                <a16:creationId xmlns:a16="http://schemas.microsoft.com/office/drawing/2014/main" id="{6D9BE2CB-078E-195D-BC0F-19DCEDE5A835}"/>
              </a:ext>
            </a:extLst>
          </p:cNvPr>
          <p:cNvSpPr>
            <a:spLocks noGrp="1"/>
          </p:cNvSpPr>
          <p:nvPr>
            <p:ph type="pic" sz="quarter" idx="10"/>
          </p:nvPr>
        </p:nvSpPr>
        <p:spPr>
          <a:xfrm>
            <a:off x="0" y="1"/>
            <a:ext cx="2071688" cy="2813116"/>
          </a:xfrm>
          <a:prstGeom prst="rect">
            <a:avLst/>
          </a:prstGeom>
          <a:solidFill>
            <a:schemeClr val="bg2">
              <a:lumMod val="20000"/>
              <a:lumOff val="80000"/>
            </a:schemeClr>
          </a:solidFill>
        </p:spPr>
        <p:txBody>
          <a:bodyPr wrap="square" anchor="ctr">
            <a:noAutofit/>
          </a:bodyPr>
          <a:lstStyle>
            <a:lvl1pPr marL="0" indent="0" algn="ctr">
              <a:buNone/>
              <a:defRPr b="0" i="0">
                <a:latin typeface="Aptos" panose="020B0004020202020204" pitchFamily="34" charset="0"/>
              </a:defRPr>
            </a:lvl1pPr>
          </a:lstStyle>
          <a:p>
            <a:r>
              <a:rPr lang="en-GB"/>
              <a:t>Click icon to add picture</a:t>
            </a:r>
            <a:endParaRPr lang="de-DE"/>
          </a:p>
        </p:txBody>
      </p:sp>
      <p:sp>
        <p:nvSpPr>
          <p:cNvPr id="18" name="Content Placeholder 2">
            <a:extLst>
              <a:ext uri="{FF2B5EF4-FFF2-40B4-BE49-F238E27FC236}">
                <a16:creationId xmlns:a16="http://schemas.microsoft.com/office/drawing/2014/main" id="{1E8C6222-4482-5FB1-2AE4-5A8F512E1392}"/>
              </a:ext>
            </a:extLst>
          </p:cNvPr>
          <p:cNvSpPr>
            <a:spLocks noGrp="1"/>
          </p:cNvSpPr>
          <p:nvPr>
            <p:ph sz="half" idx="28"/>
          </p:nvPr>
        </p:nvSpPr>
        <p:spPr>
          <a:xfrm>
            <a:off x="2153085" y="2362985"/>
            <a:ext cx="2859217" cy="3868483"/>
          </a:xfrm>
        </p:spPr>
        <p:txBody>
          <a:bodyPr wrap="square">
            <a:normAutofit/>
          </a:bodyPr>
          <a:lstStyle>
            <a:lvl1pPr>
              <a:defRPr sz="1400" b="0" i="0">
                <a:solidFill>
                  <a:schemeClr val="tx1"/>
                </a:solidFill>
                <a:latin typeface="Aptos" panose="020B0004020202020204" pitchFamily="34" charset="0"/>
                <a:cs typeface="Aptos" panose="020B0004020202020204" pitchFamily="34" charset="0"/>
              </a:defRPr>
            </a:lvl1pPr>
            <a:lvl2pPr>
              <a:defRPr sz="1400" b="0" i="0">
                <a:solidFill>
                  <a:schemeClr val="tx1"/>
                </a:solidFill>
                <a:latin typeface="Aptos" panose="020B0004020202020204" pitchFamily="34" charset="0"/>
                <a:cs typeface="Aptos" panose="020B000402020202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GB"/>
              <a:t>Click to edit Master text styles</a:t>
            </a:r>
          </a:p>
          <a:p>
            <a:pPr lvl="1"/>
            <a:r>
              <a:rPr lang="en-GB"/>
              <a:t>Second level</a:t>
            </a:r>
          </a:p>
        </p:txBody>
      </p:sp>
      <p:sp>
        <p:nvSpPr>
          <p:cNvPr id="21" name="Text Placeholder 20">
            <a:extLst>
              <a:ext uri="{FF2B5EF4-FFF2-40B4-BE49-F238E27FC236}">
                <a16:creationId xmlns:a16="http://schemas.microsoft.com/office/drawing/2014/main" id="{3ABF10A2-C9DA-5DAE-C7DB-0602BB4D5EE0}"/>
              </a:ext>
            </a:extLst>
          </p:cNvPr>
          <p:cNvSpPr>
            <a:spLocks noGrp="1"/>
          </p:cNvSpPr>
          <p:nvPr>
            <p:ph type="body" sz="quarter" idx="30"/>
          </p:nvPr>
        </p:nvSpPr>
        <p:spPr>
          <a:xfrm>
            <a:off x="139492" y="4637127"/>
            <a:ext cx="1724025" cy="350647"/>
          </a:xfrm>
        </p:spPr>
        <p:txBody>
          <a:bodyPr wrap="square">
            <a:normAutofit/>
          </a:bodyPr>
          <a:lstStyle>
            <a:lvl1pPr marL="0" indent="0">
              <a:buNone/>
              <a:defRPr sz="1200" b="0" i="0">
                <a:solidFill>
                  <a:schemeClr val="bg1"/>
                </a:solidFill>
                <a:latin typeface="Aptos" panose="020B0004020202020204" pitchFamily="34" charset="0"/>
              </a:defRPr>
            </a:lvl1pPr>
          </a:lstStyle>
          <a:p>
            <a:pPr lvl="0"/>
            <a:r>
              <a:rPr lang="en-GB"/>
              <a:t>Click to edit Master text styles</a:t>
            </a:r>
          </a:p>
        </p:txBody>
      </p:sp>
      <p:sp>
        <p:nvSpPr>
          <p:cNvPr id="28" name="TextBox 27">
            <a:extLst>
              <a:ext uri="{FF2B5EF4-FFF2-40B4-BE49-F238E27FC236}">
                <a16:creationId xmlns:a16="http://schemas.microsoft.com/office/drawing/2014/main" id="{5B26B514-4B29-D25C-E426-090F0CCDED2B}"/>
              </a:ext>
            </a:extLst>
          </p:cNvPr>
          <p:cNvSpPr txBox="1"/>
          <p:nvPr userDrawn="1"/>
        </p:nvSpPr>
        <p:spPr>
          <a:xfrm>
            <a:off x="139492" y="4423027"/>
            <a:ext cx="1250067" cy="184666"/>
          </a:xfrm>
          <a:prstGeom prst="rect">
            <a:avLst/>
          </a:prstGeom>
          <a:noFill/>
        </p:spPr>
        <p:txBody>
          <a:bodyPr wrap="square" lIns="0" tIns="0" rIns="0" bIns="0">
            <a:spAutoFit/>
          </a:bodyPr>
          <a:lstStyle/>
          <a:p>
            <a:pPr algn="l"/>
            <a:r>
              <a:rPr lang="en-US" sz="1200" b="1" i="0">
                <a:solidFill>
                  <a:schemeClr val="bg1"/>
                </a:solidFill>
                <a:latin typeface="Verdana" panose="020B0604030504040204" pitchFamily="34" charset="0"/>
                <a:ea typeface="Verdana" panose="020B0604030504040204" pitchFamily="34" charset="0"/>
                <a:cs typeface="Verdana" panose="020B0604030504040204" pitchFamily="34" charset="0"/>
              </a:rPr>
              <a:t>Industry:</a:t>
            </a:r>
          </a:p>
        </p:txBody>
      </p:sp>
      <p:sp>
        <p:nvSpPr>
          <p:cNvPr id="29" name="TextBox 28">
            <a:extLst>
              <a:ext uri="{FF2B5EF4-FFF2-40B4-BE49-F238E27FC236}">
                <a16:creationId xmlns:a16="http://schemas.microsoft.com/office/drawing/2014/main" id="{457D9ADA-1122-CD1D-3A8A-07F0E1EEE9EB}"/>
              </a:ext>
            </a:extLst>
          </p:cNvPr>
          <p:cNvSpPr txBox="1"/>
          <p:nvPr userDrawn="1"/>
        </p:nvSpPr>
        <p:spPr>
          <a:xfrm>
            <a:off x="139492" y="5027517"/>
            <a:ext cx="1827567" cy="184666"/>
          </a:xfrm>
          <a:prstGeom prst="rect">
            <a:avLst/>
          </a:prstGeom>
          <a:noFill/>
        </p:spPr>
        <p:txBody>
          <a:bodyPr wrap="square" lIns="0" tIns="0" rIns="0" bIns="0">
            <a:spAutoFit/>
          </a:bodyPr>
          <a:lstStyle/>
          <a:p>
            <a:pPr algn="l"/>
            <a:r>
              <a:rPr lang="en-US" sz="1200" b="1" i="0">
                <a:solidFill>
                  <a:schemeClr val="bg1"/>
                </a:solidFill>
                <a:latin typeface="Verdana" panose="020B0604030504040204" pitchFamily="34" charset="0"/>
                <a:ea typeface="Verdana" panose="020B0604030504040204" pitchFamily="34" charset="0"/>
                <a:cs typeface="Verdana" panose="020B0604030504040204" pitchFamily="34" charset="0"/>
              </a:rPr>
              <a:t>Core Business:</a:t>
            </a:r>
          </a:p>
        </p:txBody>
      </p:sp>
      <p:sp>
        <p:nvSpPr>
          <p:cNvPr id="33" name="TextBox 32">
            <a:extLst>
              <a:ext uri="{FF2B5EF4-FFF2-40B4-BE49-F238E27FC236}">
                <a16:creationId xmlns:a16="http://schemas.microsoft.com/office/drawing/2014/main" id="{63B28BD4-B927-D5D7-3E8E-3B8E9CDB9CE1}"/>
              </a:ext>
            </a:extLst>
          </p:cNvPr>
          <p:cNvSpPr txBox="1"/>
          <p:nvPr userDrawn="1"/>
        </p:nvSpPr>
        <p:spPr>
          <a:xfrm>
            <a:off x="2267385" y="1799321"/>
            <a:ext cx="2160356" cy="246221"/>
          </a:xfrm>
          <a:prstGeom prst="rect">
            <a:avLst/>
          </a:prstGeom>
          <a:noFill/>
        </p:spPr>
        <p:txBody>
          <a:bodyPr wrap="square" lIns="0" tIns="0" rIns="0" bIns="0" anchor="ctr">
            <a:spAutoFit/>
          </a:bodyPr>
          <a:lstStyle/>
          <a:p>
            <a:pPr algn="l"/>
            <a:r>
              <a:rPr lang="en-US" sz="1600" b="1">
                <a:solidFill>
                  <a:schemeClr val="bg1"/>
                </a:solidFill>
                <a:latin typeface="Verdana" panose="020B0604030504040204" pitchFamily="34" charset="0"/>
                <a:ea typeface="Verdana" panose="020B0604030504040204" pitchFamily="34" charset="0"/>
                <a:cs typeface="Verdana" panose="020B0604030504040204" pitchFamily="34" charset="0"/>
              </a:rPr>
              <a:t>Business Problem</a:t>
            </a:r>
          </a:p>
        </p:txBody>
      </p:sp>
      <p:sp>
        <p:nvSpPr>
          <p:cNvPr id="34" name="TextBox 33">
            <a:extLst>
              <a:ext uri="{FF2B5EF4-FFF2-40B4-BE49-F238E27FC236}">
                <a16:creationId xmlns:a16="http://schemas.microsoft.com/office/drawing/2014/main" id="{422F0849-857F-20D1-6423-0570268546AD}"/>
              </a:ext>
            </a:extLst>
          </p:cNvPr>
          <p:cNvSpPr txBox="1"/>
          <p:nvPr userDrawn="1"/>
        </p:nvSpPr>
        <p:spPr>
          <a:xfrm>
            <a:off x="5209534" y="1799322"/>
            <a:ext cx="2524766" cy="246221"/>
          </a:xfrm>
          <a:prstGeom prst="rect">
            <a:avLst/>
          </a:prstGeom>
          <a:noFill/>
        </p:spPr>
        <p:txBody>
          <a:bodyPr wrap="square" lIns="0" tIns="0" rIns="0" bIns="0" anchor="ctr">
            <a:spAutoFit/>
          </a:bodyPr>
          <a:lstStyle/>
          <a:p>
            <a:pPr algn="l"/>
            <a:r>
              <a:rPr lang="en-US" sz="1600" b="1">
                <a:solidFill>
                  <a:schemeClr val="bg1"/>
                </a:solidFill>
                <a:latin typeface="Verdana" panose="020B0604030504040204" pitchFamily="34" charset="0"/>
                <a:ea typeface="Verdana" panose="020B0604030504040204" pitchFamily="34" charset="0"/>
                <a:cs typeface="Verdana" panose="020B0604030504040204" pitchFamily="34" charset="0"/>
              </a:rPr>
              <a:t>Ascendion Solution</a:t>
            </a:r>
          </a:p>
        </p:txBody>
      </p:sp>
      <p:grpSp>
        <p:nvGrpSpPr>
          <p:cNvPr id="14" name="Group 13">
            <a:extLst>
              <a:ext uri="{FF2B5EF4-FFF2-40B4-BE49-F238E27FC236}">
                <a16:creationId xmlns:a16="http://schemas.microsoft.com/office/drawing/2014/main" id="{4C0A1CE8-E014-EA9F-C34B-BE5A8E282ECC}"/>
              </a:ext>
            </a:extLst>
          </p:cNvPr>
          <p:cNvGrpSpPr/>
          <p:nvPr userDrawn="1"/>
        </p:nvGrpSpPr>
        <p:grpSpPr>
          <a:xfrm>
            <a:off x="5082023" y="1737765"/>
            <a:ext cx="3879816" cy="385584"/>
            <a:chOff x="5082023" y="1737765"/>
            <a:chExt cx="3879816" cy="385584"/>
          </a:xfrm>
        </p:grpSpPr>
        <p:cxnSp>
          <p:nvCxnSpPr>
            <p:cNvPr id="20" name="Straight Connector 19">
              <a:extLst>
                <a:ext uri="{FF2B5EF4-FFF2-40B4-BE49-F238E27FC236}">
                  <a16:creationId xmlns:a16="http://schemas.microsoft.com/office/drawing/2014/main" id="{8F52324D-44E9-7A47-42C3-953653BD00DF}"/>
                </a:ext>
              </a:extLst>
            </p:cNvPr>
            <p:cNvCxnSpPr>
              <a:cxnSpLocks/>
            </p:cNvCxnSpPr>
            <p:nvPr userDrawn="1"/>
          </p:nvCxnSpPr>
          <p:spPr>
            <a:xfrm>
              <a:off x="8961839" y="1737765"/>
              <a:ext cx="0" cy="38558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DE24740-BF49-13A2-D93B-760FA193E090}"/>
                </a:ext>
              </a:extLst>
            </p:cNvPr>
            <p:cNvCxnSpPr>
              <a:cxnSpLocks/>
            </p:cNvCxnSpPr>
            <p:nvPr userDrawn="1"/>
          </p:nvCxnSpPr>
          <p:spPr>
            <a:xfrm>
              <a:off x="5082023" y="1737765"/>
              <a:ext cx="0" cy="38558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 name="Content Placeholder 2">
            <a:extLst>
              <a:ext uri="{FF2B5EF4-FFF2-40B4-BE49-F238E27FC236}">
                <a16:creationId xmlns:a16="http://schemas.microsoft.com/office/drawing/2014/main" id="{6FE8FD2C-FFE2-E8F7-2153-D79EBD4A283A}"/>
              </a:ext>
            </a:extLst>
          </p:cNvPr>
          <p:cNvSpPr>
            <a:spLocks noGrp="1"/>
          </p:cNvSpPr>
          <p:nvPr>
            <p:ph sz="half" idx="32"/>
          </p:nvPr>
        </p:nvSpPr>
        <p:spPr>
          <a:xfrm>
            <a:off x="5184134" y="2362985"/>
            <a:ext cx="3693166" cy="3868483"/>
          </a:xfrm>
        </p:spPr>
        <p:txBody>
          <a:bodyPr wrap="square">
            <a:normAutofit/>
          </a:bodyPr>
          <a:lstStyle>
            <a:lvl1pPr>
              <a:defRPr sz="1400" b="0" i="0">
                <a:solidFill>
                  <a:schemeClr val="tx1"/>
                </a:solidFill>
                <a:latin typeface="Aptos" panose="020B0004020202020204" pitchFamily="34" charset="0"/>
                <a:cs typeface="Aptos" panose="020B0004020202020204" pitchFamily="34" charset="0"/>
              </a:defRPr>
            </a:lvl1pPr>
            <a:lvl2pPr>
              <a:defRPr sz="1400" b="0" i="0">
                <a:solidFill>
                  <a:schemeClr val="tx1"/>
                </a:solidFill>
                <a:latin typeface="Aptos" panose="020B0004020202020204" pitchFamily="34" charset="0"/>
                <a:cs typeface="Aptos" panose="020B000402020202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GB"/>
              <a:t>Click to edit Master text styles</a:t>
            </a:r>
          </a:p>
          <a:p>
            <a:pPr lvl="1"/>
            <a:r>
              <a:rPr lang="en-GB"/>
              <a:t>Second level</a:t>
            </a:r>
          </a:p>
        </p:txBody>
      </p:sp>
      <p:sp>
        <p:nvSpPr>
          <p:cNvPr id="5" name="Content Placeholder 2">
            <a:extLst>
              <a:ext uri="{FF2B5EF4-FFF2-40B4-BE49-F238E27FC236}">
                <a16:creationId xmlns:a16="http://schemas.microsoft.com/office/drawing/2014/main" id="{4943A43A-EBDD-8F84-F264-07442277D8F0}"/>
              </a:ext>
            </a:extLst>
          </p:cNvPr>
          <p:cNvSpPr>
            <a:spLocks noGrp="1"/>
          </p:cNvSpPr>
          <p:nvPr>
            <p:ph sz="half" idx="33"/>
          </p:nvPr>
        </p:nvSpPr>
        <p:spPr>
          <a:xfrm>
            <a:off x="9091483" y="2362985"/>
            <a:ext cx="2859217" cy="3868483"/>
          </a:xfrm>
        </p:spPr>
        <p:txBody>
          <a:bodyPr wrap="square">
            <a:normAutofit/>
          </a:bodyPr>
          <a:lstStyle>
            <a:lvl1pPr>
              <a:defRPr sz="1400" b="0" i="0">
                <a:solidFill>
                  <a:schemeClr val="tx1"/>
                </a:solidFill>
                <a:latin typeface="Aptos" panose="020B0004020202020204" pitchFamily="34" charset="0"/>
                <a:cs typeface="Aptos" panose="020B0004020202020204" pitchFamily="34" charset="0"/>
              </a:defRPr>
            </a:lvl1pPr>
            <a:lvl2pPr>
              <a:defRPr sz="1400" b="0" i="0">
                <a:solidFill>
                  <a:schemeClr val="tx1"/>
                </a:solidFill>
                <a:latin typeface="Aptos" panose="020B0004020202020204" pitchFamily="34" charset="0"/>
                <a:cs typeface="Aptos" panose="020B000402020202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GB"/>
              <a:t>Click to edit Master text styles</a:t>
            </a:r>
          </a:p>
          <a:p>
            <a:pPr lvl="1"/>
            <a:r>
              <a:rPr lang="en-GB"/>
              <a:t>Second level</a:t>
            </a:r>
          </a:p>
        </p:txBody>
      </p:sp>
      <p:sp>
        <p:nvSpPr>
          <p:cNvPr id="15" name="TextBox 14">
            <a:extLst>
              <a:ext uri="{FF2B5EF4-FFF2-40B4-BE49-F238E27FC236}">
                <a16:creationId xmlns:a16="http://schemas.microsoft.com/office/drawing/2014/main" id="{B73689D8-C9B4-2D34-07F0-DB463189E114}"/>
              </a:ext>
            </a:extLst>
          </p:cNvPr>
          <p:cNvSpPr txBox="1"/>
          <p:nvPr userDrawn="1"/>
        </p:nvSpPr>
        <p:spPr>
          <a:xfrm>
            <a:off x="9434383" y="1799321"/>
            <a:ext cx="2074091" cy="246221"/>
          </a:xfrm>
          <a:prstGeom prst="rect">
            <a:avLst/>
          </a:prstGeom>
          <a:noFill/>
        </p:spPr>
        <p:txBody>
          <a:bodyPr wrap="square" lIns="0" tIns="0" rIns="0" bIns="0" anchor="ctr">
            <a:spAutoFit/>
          </a:bodyPr>
          <a:lstStyle/>
          <a:p>
            <a:pPr algn="l"/>
            <a:r>
              <a:rPr lang="en-US" sz="1600" b="1">
                <a:solidFill>
                  <a:schemeClr val="bg1"/>
                </a:solidFill>
                <a:latin typeface="Verdana" panose="020B0604030504040204" pitchFamily="34" charset="0"/>
                <a:ea typeface="Verdana" panose="020B0604030504040204" pitchFamily="34" charset="0"/>
                <a:cs typeface="Verdana" panose="020B0604030504040204" pitchFamily="34" charset="0"/>
              </a:rPr>
              <a:t>Client </a:t>
            </a:r>
            <a:r>
              <a:rPr lang="en-US" sz="1600" b="1" err="1">
                <a:solidFill>
                  <a:schemeClr val="bg1"/>
                </a:solidFill>
                <a:latin typeface="Verdana" panose="020B0604030504040204" pitchFamily="34" charset="0"/>
                <a:ea typeface="Verdana" panose="020B0604030504040204" pitchFamily="34" charset="0"/>
                <a:cs typeface="Verdana" panose="020B0604030504040204" pitchFamily="34" charset="0"/>
              </a:rPr>
              <a:t>Benifits</a:t>
            </a:r>
            <a:endParaRPr lang="en-US" sz="1600" b="1">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16" name="TextBox 15">
            <a:extLst>
              <a:ext uri="{FF2B5EF4-FFF2-40B4-BE49-F238E27FC236}">
                <a16:creationId xmlns:a16="http://schemas.microsoft.com/office/drawing/2014/main" id="{5E5B966B-1280-A9DA-8598-2560A332500B}"/>
              </a:ext>
            </a:extLst>
          </p:cNvPr>
          <p:cNvSpPr txBox="1"/>
          <p:nvPr userDrawn="1"/>
        </p:nvSpPr>
        <p:spPr>
          <a:xfrm>
            <a:off x="139492" y="5662523"/>
            <a:ext cx="1827567" cy="184666"/>
          </a:xfrm>
          <a:prstGeom prst="rect">
            <a:avLst/>
          </a:prstGeom>
          <a:noFill/>
        </p:spPr>
        <p:txBody>
          <a:bodyPr wrap="square" lIns="0" tIns="0" rIns="0" bIns="0">
            <a:spAutoFit/>
          </a:bodyPr>
          <a:lstStyle/>
          <a:p>
            <a:pPr algn="l"/>
            <a:r>
              <a:rPr lang="en-US" sz="1200" b="1" i="0">
                <a:solidFill>
                  <a:schemeClr val="bg1"/>
                </a:solidFill>
                <a:latin typeface="Verdana" panose="020B0604030504040204" pitchFamily="34" charset="0"/>
                <a:ea typeface="Verdana" panose="020B0604030504040204" pitchFamily="34" charset="0"/>
                <a:cs typeface="Verdana" panose="020B0604030504040204" pitchFamily="34" charset="0"/>
              </a:rPr>
              <a:t>Geo:</a:t>
            </a:r>
          </a:p>
        </p:txBody>
      </p:sp>
      <p:sp>
        <p:nvSpPr>
          <p:cNvPr id="24" name="Text Placeholder 20">
            <a:extLst>
              <a:ext uri="{FF2B5EF4-FFF2-40B4-BE49-F238E27FC236}">
                <a16:creationId xmlns:a16="http://schemas.microsoft.com/office/drawing/2014/main" id="{3B36562D-95D3-D0A4-CCA6-FA7F6904A36A}"/>
              </a:ext>
            </a:extLst>
          </p:cNvPr>
          <p:cNvSpPr>
            <a:spLocks noGrp="1"/>
          </p:cNvSpPr>
          <p:nvPr>
            <p:ph type="body" sz="quarter" idx="36"/>
          </p:nvPr>
        </p:nvSpPr>
        <p:spPr>
          <a:xfrm>
            <a:off x="139492" y="5253750"/>
            <a:ext cx="1724025" cy="350647"/>
          </a:xfrm>
        </p:spPr>
        <p:txBody>
          <a:bodyPr wrap="square">
            <a:normAutofit/>
          </a:bodyPr>
          <a:lstStyle>
            <a:lvl1pPr marL="0" indent="0">
              <a:buNone/>
              <a:defRPr sz="1200" b="0" i="0">
                <a:solidFill>
                  <a:schemeClr val="bg1"/>
                </a:solidFill>
                <a:latin typeface="Aptos" panose="020B0004020202020204" pitchFamily="34" charset="0"/>
              </a:defRPr>
            </a:lvl1pPr>
          </a:lstStyle>
          <a:p>
            <a:pPr lvl="0"/>
            <a:r>
              <a:rPr lang="en-GB"/>
              <a:t>Click to edit Master text styles</a:t>
            </a:r>
          </a:p>
        </p:txBody>
      </p:sp>
      <p:sp>
        <p:nvSpPr>
          <p:cNvPr id="25" name="Text Placeholder 20">
            <a:extLst>
              <a:ext uri="{FF2B5EF4-FFF2-40B4-BE49-F238E27FC236}">
                <a16:creationId xmlns:a16="http://schemas.microsoft.com/office/drawing/2014/main" id="{5979479E-8C44-825E-CA22-2ECE22F9D655}"/>
              </a:ext>
            </a:extLst>
          </p:cNvPr>
          <p:cNvSpPr>
            <a:spLocks noGrp="1"/>
          </p:cNvSpPr>
          <p:nvPr>
            <p:ph type="body" sz="quarter" idx="37"/>
          </p:nvPr>
        </p:nvSpPr>
        <p:spPr>
          <a:xfrm>
            <a:off x="139492" y="5897753"/>
            <a:ext cx="1724025" cy="350647"/>
          </a:xfrm>
        </p:spPr>
        <p:txBody>
          <a:bodyPr wrap="square">
            <a:normAutofit/>
          </a:bodyPr>
          <a:lstStyle>
            <a:lvl1pPr marL="0" indent="0">
              <a:buNone/>
              <a:defRPr sz="1200" b="0" i="0">
                <a:solidFill>
                  <a:schemeClr val="bg1"/>
                </a:solidFill>
                <a:latin typeface="Aptos" panose="020B0004020202020204" pitchFamily="34" charset="0"/>
              </a:defRPr>
            </a:lvl1pPr>
          </a:lstStyle>
          <a:p>
            <a:pPr lvl="0"/>
            <a:r>
              <a:rPr lang="en-GB"/>
              <a:t>Click to edit Master text styles</a:t>
            </a:r>
          </a:p>
        </p:txBody>
      </p:sp>
      <p:sp>
        <p:nvSpPr>
          <p:cNvPr id="11" name="Title 1">
            <a:extLst>
              <a:ext uri="{FF2B5EF4-FFF2-40B4-BE49-F238E27FC236}">
                <a16:creationId xmlns:a16="http://schemas.microsoft.com/office/drawing/2014/main" id="{0773BCE4-316C-2824-8669-331C25E93F9D}"/>
              </a:ext>
            </a:extLst>
          </p:cNvPr>
          <p:cNvSpPr>
            <a:spLocks noGrp="1"/>
          </p:cNvSpPr>
          <p:nvPr>
            <p:ph type="title" hasCustomPrompt="1"/>
          </p:nvPr>
        </p:nvSpPr>
        <p:spPr>
          <a:xfrm>
            <a:off x="2241628" y="394087"/>
            <a:ext cx="9445985" cy="965200"/>
          </a:xfrm>
        </p:spPr>
        <p:txBody>
          <a:bodyPr>
            <a:noAutofit/>
          </a:bodyPr>
          <a:lstStyle/>
          <a:p>
            <a:r>
              <a:rPr lang="en-US"/>
              <a:t>Click To Edit Master Title Style</a:t>
            </a:r>
            <a:endParaRPr lang="en-AU"/>
          </a:p>
        </p:txBody>
      </p:sp>
      <p:sp>
        <p:nvSpPr>
          <p:cNvPr id="4" name="TextBox 3">
            <a:extLst>
              <a:ext uri="{FF2B5EF4-FFF2-40B4-BE49-F238E27FC236}">
                <a16:creationId xmlns:a16="http://schemas.microsoft.com/office/drawing/2014/main" id="{2B0E784C-5043-428D-DC33-634365C56E4F}"/>
              </a:ext>
            </a:extLst>
          </p:cNvPr>
          <p:cNvSpPr txBox="1"/>
          <p:nvPr userDrawn="1"/>
        </p:nvSpPr>
        <p:spPr>
          <a:xfrm>
            <a:off x="139492" y="2852936"/>
            <a:ext cx="1702008" cy="184666"/>
          </a:xfrm>
          <a:prstGeom prst="rect">
            <a:avLst/>
          </a:prstGeom>
          <a:noFill/>
        </p:spPr>
        <p:txBody>
          <a:bodyPr wrap="square" lIns="0" tIns="0" rIns="0" bIns="0">
            <a:spAutoFit/>
          </a:bodyPr>
          <a:lstStyle/>
          <a:p>
            <a:pPr algn="l"/>
            <a:r>
              <a:rPr lang="en-US" sz="1200" b="1" i="0">
                <a:solidFill>
                  <a:schemeClr val="bg1"/>
                </a:solidFill>
                <a:latin typeface="Verdana" panose="020B0604030504040204" pitchFamily="34" charset="0"/>
                <a:ea typeface="Verdana" panose="020B0604030504040204" pitchFamily="34" charset="0"/>
                <a:cs typeface="Verdana" panose="020B0604030504040204" pitchFamily="34" charset="0"/>
              </a:rPr>
              <a:t>About the client:</a:t>
            </a:r>
          </a:p>
        </p:txBody>
      </p:sp>
      <p:sp>
        <p:nvSpPr>
          <p:cNvPr id="7" name="Text Placeholder 20">
            <a:extLst>
              <a:ext uri="{FF2B5EF4-FFF2-40B4-BE49-F238E27FC236}">
                <a16:creationId xmlns:a16="http://schemas.microsoft.com/office/drawing/2014/main" id="{9F235FC0-4E27-D968-58A3-F9EAFA92D967}"/>
              </a:ext>
            </a:extLst>
          </p:cNvPr>
          <p:cNvSpPr>
            <a:spLocks noGrp="1"/>
          </p:cNvSpPr>
          <p:nvPr>
            <p:ph type="body" sz="quarter" idx="38"/>
          </p:nvPr>
        </p:nvSpPr>
        <p:spPr>
          <a:xfrm>
            <a:off x="139492" y="3068960"/>
            <a:ext cx="1724025" cy="1337940"/>
          </a:xfrm>
        </p:spPr>
        <p:txBody>
          <a:bodyPr wrap="square">
            <a:normAutofit/>
          </a:bodyPr>
          <a:lstStyle>
            <a:lvl1pPr marL="0" indent="0">
              <a:buNone/>
              <a:defRPr sz="1200" b="0" i="0">
                <a:solidFill>
                  <a:schemeClr val="bg1"/>
                </a:solidFill>
                <a:latin typeface="Aptos" panose="020B0004020202020204" pitchFamily="34" charset="0"/>
              </a:defRPr>
            </a:lvl1pPr>
          </a:lstStyle>
          <a:p>
            <a:pPr lvl="0"/>
            <a:r>
              <a:rPr lang="en-GB"/>
              <a:t>Click to edit Master text styles</a:t>
            </a:r>
          </a:p>
        </p:txBody>
      </p:sp>
      <p:grpSp>
        <p:nvGrpSpPr>
          <p:cNvPr id="17" name="Group 16">
            <a:extLst>
              <a:ext uri="{FF2B5EF4-FFF2-40B4-BE49-F238E27FC236}">
                <a16:creationId xmlns:a16="http://schemas.microsoft.com/office/drawing/2014/main" id="{01D73FCF-34CD-7A47-56EC-55C24F57E5EA}"/>
              </a:ext>
            </a:extLst>
          </p:cNvPr>
          <p:cNvGrpSpPr/>
          <p:nvPr userDrawn="1"/>
        </p:nvGrpSpPr>
        <p:grpSpPr>
          <a:xfrm>
            <a:off x="5082023" y="2315096"/>
            <a:ext cx="3879816" cy="4085704"/>
            <a:chOff x="5082023" y="1737765"/>
            <a:chExt cx="3879816" cy="385584"/>
          </a:xfrm>
        </p:grpSpPr>
        <p:cxnSp>
          <p:nvCxnSpPr>
            <p:cNvPr id="19" name="Straight Connector 18">
              <a:extLst>
                <a:ext uri="{FF2B5EF4-FFF2-40B4-BE49-F238E27FC236}">
                  <a16:creationId xmlns:a16="http://schemas.microsoft.com/office/drawing/2014/main" id="{5DF3B407-BDE4-335A-5A8C-1E0B8BF216D8}"/>
                </a:ext>
              </a:extLst>
            </p:cNvPr>
            <p:cNvCxnSpPr>
              <a:cxnSpLocks/>
            </p:cNvCxnSpPr>
            <p:nvPr userDrawn="1"/>
          </p:nvCxnSpPr>
          <p:spPr>
            <a:xfrm>
              <a:off x="8961839" y="1737765"/>
              <a:ext cx="0" cy="3855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D466F1C-B3D4-533E-3981-AEB2F79776A1}"/>
                </a:ext>
              </a:extLst>
            </p:cNvPr>
            <p:cNvCxnSpPr>
              <a:cxnSpLocks/>
            </p:cNvCxnSpPr>
            <p:nvPr userDrawn="1"/>
          </p:nvCxnSpPr>
          <p:spPr>
            <a:xfrm>
              <a:off x="5082023" y="1737765"/>
              <a:ext cx="0" cy="3855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5593849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2 - Case Study Template - Ligh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6D9BE2CB-078E-195D-BC0F-19DCEDE5A835}"/>
              </a:ext>
            </a:extLst>
          </p:cNvPr>
          <p:cNvSpPr>
            <a:spLocks noGrp="1"/>
          </p:cNvSpPr>
          <p:nvPr>
            <p:ph type="pic" sz="quarter" idx="10"/>
          </p:nvPr>
        </p:nvSpPr>
        <p:spPr>
          <a:xfrm>
            <a:off x="7895065" y="1613446"/>
            <a:ext cx="4296937" cy="4598596"/>
          </a:xfrm>
          <a:prstGeom prst="rect">
            <a:avLst/>
          </a:prstGeom>
          <a:solidFill>
            <a:schemeClr val="bg2">
              <a:lumMod val="20000"/>
              <a:lumOff val="80000"/>
            </a:schemeClr>
          </a:solidFill>
        </p:spPr>
        <p:txBody>
          <a:bodyPr wrap="square" anchor="ctr">
            <a:noAutofit/>
          </a:bodyPr>
          <a:lstStyle>
            <a:lvl1pPr marL="0" indent="0" algn="ctr">
              <a:buNone/>
              <a:defRPr b="0" i="0">
                <a:latin typeface="Verdana" panose="020B0604030504040204" pitchFamily="34" charset="0"/>
                <a:ea typeface="Verdana" panose="020B0604030504040204" pitchFamily="34" charset="0"/>
                <a:cs typeface="Verdana" panose="020B0604030504040204" pitchFamily="34" charset="0"/>
              </a:defRPr>
            </a:lvl1pPr>
          </a:lstStyle>
          <a:p>
            <a:r>
              <a:rPr lang="en-GB"/>
              <a:t>Click icon to add picture</a:t>
            </a:r>
            <a:endParaRPr lang="de-DE"/>
          </a:p>
        </p:txBody>
      </p:sp>
      <p:sp>
        <p:nvSpPr>
          <p:cNvPr id="9" name="Rectangle 8">
            <a:extLst>
              <a:ext uri="{FF2B5EF4-FFF2-40B4-BE49-F238E27FC236}">
                <a16:creationId xmlns:a16="http://schemas.microsoft.com/office/drawing/2014/main" id="{D74601F4-528F-F337-00F9-6759A7127E8E}"/>
              </a:ext>
            </a:extLst>
          </p:cNvPr>
          <p:cNvSpPr/>
          <p:nvPr userDrawn="1"/>
        </p:nvSpPr>
        <p:spPr>
          <a:xfrm>
            <a:off x="515937" y="1603637"/>
            <a:ext cx="7011136" cy="379141"/>
          </a:xfrm>
          <a:prstGeom prst="rect">
            <a:avLst/>
          </a:prstGeom>
          <a:solidFill>
            <a:schemeClr val="accent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b="0" i="0">
              <a:latin typeface="Verdana" panose="020B0604030504040204" pitchFamily="34" charset="0"/>
              <a:ea typeface="Verdana" panose="020B0604030504040204" pitchFamily="34" charset="0"/>
              <a:cs typeface="Verdana" panose="020B0604030504040204" pitchFamily="34" charset="0"/>
            </a:endParaRPr>
          </a:p>
        </p:txBody>
      </p:sp>
      <p:sp>
        <p:nvSpPr>
          <p:cNvPr id="10" name="Rectangle 9">
            <a:extLst>
              <a:ext uri="{FF2B5EF4-FFF2-40B4-BE49-F238E27FC236}">
                <a16:creationId xmlns:a16="http://schemas.microsoft.com/office/drawing/2014/main" id="{EF055DE9-65C3-3EB8-D8BF-E2BFF444B64E}"/>
              </a:ext>
            </a:extLst>
          </p:cNvPr>
          <p:cNvSpPr/>
          <p:nvPr userDrawn="1"/>
        </p:nvSpPr>
        <p:spPr>
          <a:xfrm>
            <a:off x="515938" y="3827168"/>
            <a:ext cx="3230873" cy="379141"/>
          </a:xfrm>
          <a:prstGeom prst="rect">
            <a:avLst/>
          </a:prstGeom>
          <a:solidFill>
            <a:schemeClr val="accent1"/>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b="0" i="0">
              <a:latin typeface="Verdana" panose="020B0604030504040204" pitchFamily="34" charset="0"/>
              <a:ea typeface="Verdana" panose="020B0604030504040204" pitchFamily="34" charset="0"/>
              <a:cs typeface="Verdana" panose="020B0604030504040204" pitchFamily="34" charset="0"/>
            </a:endParaRPr>
          </a:p>
        </p:txBody>
      </p:sp>
      <p:sp>
        <p:nvSpPr>
          <p:cNvPr id="11" name="Rectangle 10">
            <a:extLst>
              <a:ext uri="{FF2B5EF4-FFF2-40B4-BE49-F238E27FC236}">
                <a16:creationId xmlns:a16="http://schemas.microsoft.com/office/drawing/2014/main" id="{2230974A-A07E-A5F1-A9BD-7A4B30E3891D}"/>
              </a:ext>
            </a:extLst>
          </p:cNvPr>
          <p:cNvSpPr/>
          <p:nvPr userDrawn="1"/>
        </p:nvSpPr>
        <p:spPr>
          <a:xfrm>
            <a:off x="4296201" y="3827168"/>
            <a:ext cx="3230873" cy="379141"/>
          </a:xfrm>
          <a:prstGeom prst="rect">
            <a:avLst/>
          </a:prstGeom>
          <a:solidFill>
            <a:schemeClr val="accent4"/>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b="0" i="0">
              <a:latin typeface="Verdana" panose="020B0604030504040204" pitchFamily="34" charset="0"/>
              <a:ea typeface="Verdana" panose="020B0604030504040204" pitchFamily="34" charset="0"/>
              <a:cs typeface="Verdana" panose="020B0604030504040204" pitchFamily="34" charset="0"/>
            </a:endParaRPr>
          </a:p>
        </p:txBody>
      </p:sp>
      <p:sp>
        <p:nvSpPr>
          <p:cNvPr id="33" name="TextBox 32">
            <a:extLst>
              <a:ext uri="{FF2B5EF4-FFF2-40B4-BE49-F238E27FC236}">
                <a16:creationId xmlns:a16="http://schemas.microsoft.com/office/drawing/2014/main" id="{63B28BD4-B927-D5D7-3E8E-3B8E9CDB9CE1}"/>
              </a:ext>
            </a:extLst>
          </p:cNvPr>
          <p:cNvSpPr txBox="1"/>
          <p:nvPr userDrawn="1"/>
        </p:nvSpPr>
        <p:spPr>
          <a:xfrm>
            <a:off x="636258" y="1613446"/>
            <a:ext cx="2990231" cy="369332"/>
          </a:xfrm>
          <a:prstGeom prst="rect">
            <a:avLst/>
          </a:prstGeom>
          <a:noFill/>
        </p:spPr>
        <p:txBody>
          <a:bodyPr wrap="square" lIns="0" tIns="0" rIns="0" bIns="0" anchor="ctr">
            <a:normAutofit/>
          </a:bodyPr>
          <a:lstStyle/>
          <a:p>
            <a:pPr algn="l"/>
            <a:r>
              <a:rPr lang="en-US" sz="1600">
                <a:solidFill>
                  <a:schemeClr val="bg1"/>
                </a:solidFill>
                <a:latin typeface="Verdana" panose="020B0604030504040204" pitchFamily="34" charset="0"/>
                <a:ea typeface="Verdana" panose="020B0604030504040204" pitchFamily="34" charset="0"/>
                <a:cs typeface="Verdana" panose="020B0604030504040204" pitchFamily="34" charset="0"/>
              </a:rPr>
              <a:t>The Challenge</a:t>
            </a:r>
          </a:p>
        </p:txBody>
      </p:sp>
      <p:sp>
        <p:nvSpPr>
          <p:cNvPr id="12" name="TextBox 11">
            <a:extLst>
              <a:ext uri="{FF2B5EF4-FFF2-40B4-BE49-F238E27FC236}">
                <a16:creationId xmlns:a16="http://schemas.microsoft.com/office/drawing/2014/main" id="{08D1FA6B-2360-0121-7292-A1CDE1A23140}"/>
              </a:ext>
            </a:extLst>
          </p:cNvPr>
          <p:cNvSpPr txBox="1"/>
          <p:nvPr userDrawn="1"/>
        </p:nvSpPr>
        <p:spPr>
          <a:xfrm>
            <a:off x="636258" y="3827169"/>
            <a:ext cx="2990231" cy="369332"/>
          </a:xfrm>
          <a:prstGeom prst="rect">
            <a:avLst/>
          </a:prstGeom>
          <a:noFill/>
        </p:spPr>
        <p:txBody>
          <a:bodyPr wrap="square" lIns="0" tIns="0" rIns="0" bIns="0" anchor="ctr">
            <a:normAutofit/>
          </a:bodyPr>
          <a:lstStyle/>
          <a:p>
            <a:pPr algn="l"/>
            <a:r>
              <a:rPr lang="en-US" sz="1600">
                <a:solidFill>
                  <a:schemeClr val="tx1"/>
                </a:solidFill>
                <a:latin typeface="Verdana" panose="020B0604030504040204" pitchFamily="34" charset="0"/>
                <a:ea typeface="Verdana" panose="020B0604030504040204" pitchFamily="34" charset="0"/>
                <a:cs typeface="Verdana" panose="020B0604030504040204" pitchFamily="34" charset="0"/>
              </a:rPr>
              <a:t>The Solution</a:t>
            </a:r>
          </a:p>
        </p:txBody>
      </p:sp>
      <p:sp>
        <p:nvSpPr>
          <p:cNvPr id="14" name="TextBox 13">
            <a:extLst>
              <a:ext uri="{FF2B5EF4-FFF2-40B4-BE49-F238E27FC236}">
                <a16:creationId xmlns:a16="http://schemas.microsoft.com/office/drawing/2014/main" id="{E8A8D9C9-402E-E931-BA12-3C00810128F6}"/>
              </a:ext>
            </a:extLst>
          </p:cNvPr>
          <p:cNvSpPr txBox="1"/>
          <p:nvPr userDrawn="1"/>
        </p:nvSpPr>
        <p:spPr>
          <a:xfrm>
            <a:off x="4416522" y="3836977"/>
            <a:ext cx="2990231" cy="369332"/>
          </a:xfrm>
          <a:prstGeom prst="rect">
            <a:avLst/>
          </a:prstGeom>
          <a:noFill/>
        </p:spPr>
        <p:txBody>
          <a:bodyPr wrap="square" lIns="0" tIns="0" rIns="0" bIns="0" anchor="ctr">
            <a:normAutofit/>
          </a:bodyPr>
          <a:lstStyle/>
          <a:p>
            <a:pPr algn="l"/>
            <a:r>
              <a:rPr lang="en-US" sz="1600">
                <a:solidFill>
                  <a:schemeClr val="bg1"/>
                </a:solidFill>
                <a:latin typeface="Verdana" panose="020B0604030504040204" pitchFamily="34" charset="0"/>
                <a:ea typeface="Verdana" panose="020B0604030504040204" pitchFamily="34" charset="0"/>
                <a:cs typeface="Verdana" panose="020B0604030504040204" pitchFamily="34" charset="0"/>
              </a:rPr>
              <a:t>Business Impact</a:t>
            </a:r>
          </a:p>
        </p:txBody>
      </p:sp>
      <p:sp>
        <p:nvSpPr>
          <p:cNvPr id="20" name="Content Placeholder 2">
            <a:extLst>
              <a:ext uri="{FF2B5EF4-FFF2-40B4-BE49-F238E27FC236}">
                <a16:creationId xmlns:a16="http://schemas.microsoft.com/office/drawing/2014/main" id="{4B07B6CE-3309-07D1-52B1-7F1448FF875F}"/>
              </a:ext>
            </a:extLst>
          </p:cNvPr>
          <p:cNvSpPr>
            <a:spLocks noGrp="1"/>
          </p:cNvSpPr>
          <p:nvPr>
            <p:ph sz="half" idx="28"/>
          </p:nvPr>
        </p:nvSpPr>
        <p:spPr>
          <a:xfrm>
            <a:off x="515933" y="2172350"/>
            <a:ext cx="7011136" cy="1462461"/>
          </a:xfrm>
        </p:spPr>
        <p:txBody>
          <a:bodyPr wrap="square">
            <a:normAutofit/>
          </a:bodyPr>
          <a:lstStyle>
            <a:lvl1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GB"/>
              <a:t>Click to edit Master text styles</a:t>
            </a:r>
          </a:p>
          <a:p>
            <a:pPr lvl="1"/>
            <a:r>
              <a:rPr lang="en-GB"/>
              <a:t>Second level</a:t>
            </a:r>
          </a:p>
        </p:txBody>
      </p:sp>
      <p:sp>
        <p:nvSpPr>
          <p:cNvPr id="26" name="Content Placeholder 2">
            <a:extLst>
              <a:ext uri="{FF2B5EF4-FFF2-40B4-BE49-F238E27FC236}">
                <a16:creationId xmlns:a16="http://schemas.microsoft.com/office/drawing/2014/main" id="{30FC2570-2B4A-0849-BB7F-453DC1B0B2A8}"/>
              </a:ext>
            </a:extLst>
          </p:cNvPr>
          <p:cNvSpPr>
            <a:spLocks noGrp="1"/>
          </p:cNvSpPr>
          <p:nvPr>
            <p:ph sz="half" idx="29"/>
          </p:nvPr>
        </p:nvSpPr>
        <p:spPr>
          <a:xfrm>
            <a:off x="515934" y="4398667"/>
            <a:ext cx="3230873" cy="1813375"/>
          </a:xfrm>
        </p:spPr>
        <p:txBody>
          <a:bodyPr wrap="square">
            <a:normAutofit/>
          </a:bodyPr>
          <a:lstStyle>
            <a:lvl1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GB"/>
              <a:t>Click to edit Master text styles</a:t>
            </a:r>
          </a:p>
          <a:p>
            <a:pPr lvl="1"/>
            <a:r>
              <a:rPr lang="en-GB"/>
              <a:t>Second level</a:t>
            </a:r>
          </a:p>
        </p:txBody>
      </p:sp>
      <p:sp>
        <p:nvSpPr>
          <p:cNvPr id="27" name="Content Placeholder 2">
            <a:extLst>
              <a:ext uri="{FF2B5EF4-FFF2-40B4-BE49-F238E27FC236}">
                <a16:creationId xmlns:a16="http://schemas.microsoft.com/office/drawing/2014/main" id="{915EB2C9-7B59-46AC-C4E8-243BB8DEA0BE}"/>
              </a:ext>
            </a:extLst>
          </p:cNvPr>
          <p:cNvSpPr>
            <a:spLocks noGrp="1"/>
          </p:cNvSpPr>
          <p:nvPr>
            <p:ph sz="half" idx="30"/>
          </p:nvPr>
        </p:nvSpPr>
        <p:spPr>
          <a:xfrm>
            <a:off x="4296201" y="4398667"/>
            <a:ext cx="3230873" cy="1813375"/>
          </a:xfrm>
        </p:spPr>
        <p:txBody>
          <a:bodyPr wrap="square">
            <a:normAutofit/>
          </a:bodyPr>
          <a:lstStyle>
            <a:lvl1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GB"/>
              <a:t>Click to edit Master text styles</a:t>
            </a:r>
          </a:p>
          <a:p>
            <a:pPr lvl="1"/>
            <a:r>
              <a:rPr lang="en-GB"/>
              <a:t>Second level</a:t>
            </a:r>
          </a:p>
        </p:txBody>
      </p:sp>
      <p:sp>
        <p:nvSpPr>
          <p:cNvPr id="3" name="Title 1">
            <a:extLst>
              <a:ext uri="{FF2B5EF4-FFF2-40B4-BE49-F238E27FC236}">
                <a16:creationId xmlns:a16="http://schemas.microsoft.com/office/drawing/2014/main" id="{A95EDC12-290F-485B-9E72-9551694D7FB0}"/>
              </a:ext>
            </a:extLst>
          </p:cNvPr>
          <p:cNvSpPr>
            <a:spLocks noGrp="1"/>
          </p:cNvSpPr>
          <p:nvPr>
            <p:ph type="title" hasCustomPrompt="1"/>
          </p:nvPr>
        </p:nvSpPr>
        <p:spPr>
          <a:xfrm>
            <a:off x="515937" y="394087"/>
            <a:ext cx="11171676" cy="430887"/>
          </a:xfrm>
        </p:spPr>
        <p:txBody>
          <a:bodyPr>
            <a:spAutoFit/>
          </a:bodyPr>
          <a:lstStyle/>
          <a:p>
            <a:r>
              <a:rPr lang="en-US"/>
              <a:t>Click To Edit Master Title Style</a:t>
            </a:r>
            <a:endParaRPr lang="en-AU"/>
          </a:p>
        </p:txBody>
      </p:sp>
    </p:spTree>
    <p:extLst>
      <p:ext uri="{BB962C8B-B14F-4D97-AF65-F5344CB8AC3E}">
        <p14:creationId xmlns:p14="http://schemas.microsoft.com/office/powerpoint/2010/main" val="338924707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One Content - Light_used">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13AE9919-8BE1-9B8D-8546-E7527B31B533}"/>
              </a:ext>
            </a:extLst>
          </p:cNvPr>
          <p:cNvSpPr>
            <a:spLocks noGrp="1"/>
          </p:cNvSpPr>
          <p:nvPr>
            <p:ph type="title" hasCustomPrompt="1"/>
          </p:nvPr>
        </p:nvSpPr>
        <p:spPr>
          <a:xfrm>
            <a:off x="555626" y="232992"/>
            <a:ext cx="10361757" cy="567109"/>
          </a:xfrm>
          <a:prstGeom prst="rect">
            <a:avLst/>
          </a:prstGeom>
        </p:spPr>
        <p:txBody>
          <a:bodyPr vert="horz" lIns="0" tIns="0" rIns="0" bIns="0" rtlCol="0" anchor="t">
            <a:noAutofit/>
          </a:bodyPr>
          <a:lstStyle>
            <a:lvl1pPr>
              <a:defRPr sz="3000">
                <a:latin typeface="PP Neue Machina Plain Italic" panose="020B0604020202020204" charset="0"/>
              </a:defRPr>
            </a:lvl1pPr>
          </a:lstStyle>
          <a:p>
            <a:r>
              <a:rPr lang="en-US"/>
              <a:t>Click To Edit Master Title Style</a:t>
            </a:r>
          </a:p>
        </p:txBody>
      </p:sp>
      <p:sp>
        <p:nvSpPr>
          <p:cNvPr id="4" name="Content Placeholder 3">
            <a:extLst>
              <a:ext uri="{FF2B5EF4-FFF2-40B4-BE49-F238E27FC236}">
                <a16:creationId xmlns:a16="http://schemas.microsoft.com/office/drawing/2014/main" id="{27962594-0612-4734-B801-D3A8ACEC8AD4}"/>
              </a:ext>
            </a:extLst>
          </p:cNvPr>
          <p:cNvSpPr>
            <a:spLocks noGrp="1"/>
          </p:cNvSpPr>
          <p:nvPr>
            <p:ph sz="quarter" idx="15"/>
          </p:nvPr>
        </p:nvSpPr>
        <p:spPr>
          <a:xfrm>
            <a:off x="555626" y="1839914"/>
            <a:ext cx="11120439" cy="43307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Graphic 24">
            <a:extLst>
              <a:ext uri="{FF2B5EF4-FFF2-40B4-BE49-F238E27FC236}">
                <a16:creationId xmlns:a16="http://schemas.microsoft.com/office/drawing/2014/main" id="{6E1E8192-4301-9E2C-0BEC-A3F968017D70}"/>
              </a:ext>
            </a:extLst>
          </p:cNvPr>
          <p:cNvSpPr/>
          <p:nvPr userDrawn="1"/>
        </p:nvSpPr>
        <p:spPr>
          <a:xfrm>
            <a:off x="0" y="0"/>
            <a:ext cx="121768" cy="1959429"/>
          </a:xfrm>
          <a:custGeom>
            <a:avLst/>
            <a:gdLst>
              <a:gd name="connsiteX0" fmla="*/ 0 w 190722"/>
              <a:gd name="connsiteY0" fmla="*/ 0 h 3068991"/>
              <a:gd name="connsiteX1" fmla="*/ 0 w 190722"/>
              <a:gd name="connsiteY1" fmla="*/ 3068992 h 3068991"/>
              <a:gd name="connsiteX2" fmla="*/ 190722 w 190722"/>
              <a:gd name="connsiteY2" fmla="*/ 2669273 h 3068991"/>
              <a:gd name="connsiteX3" fmla="*/ 0 w 190722"/>
              <a:gd name="connsiteY3" fmla="*/ 0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0" y="0"/>
                </a:moveTo>
                <a:lnTo>
                  <a:pt x="0" y="3068992"/>
                </a:lnTo>
                <a:cubicBezTo>
                  <a:pt x="63644" y="2935822"/>
                  <a:pt x="127078" y="2802442"/>
                  <a:pt x="190722" y="2669273"/>
                </a:cubicBezTo>
                <a:cubicBezTo>
                  <a:pt x="127078" y="1779515"/>
                  <a:pt x="63644" y="889758"/>
                  <a:pt x="0" y="0"/>
                </a:cubicBezTo>
                <a:close/>
              </a:path>
            </a:pathLst>
          </a:custGeom>
          <a:solidFill>
            <a:schemeClr val="accent1"/>
          </a:solidFill>
          <a:ln w="20108" cap="flat">
            <a:noFill/>
            <a:prstDash val="solid"/>
            <a:miter/>
          </a:ln>
        </p:spPr>
        <p:txBody>
          <a:bodyPr rtlCol="0" anchor="ctr"/>
          <a:lstStyle/>
          <a:p>
            <a:endParaRPr lang="en-US" sz="1400"/>
          </a:p>
        </p:txBody>
      </p:sp>
      <p:sp>
        <p:nvSpPr>
          <p:cNvPr id="6" name="Graphic 26">
            <a:extLst>
              <a:ext uri="{FF2B5EF4-FFF2-40B4-BE49-F238E27FC236}">
                <a16:creationId xmlns:a16="http://schemas.microsoft.com/office/drawing/2014/main" id="{C7044421-654C-898B-E43A-07F00E643171}"/>
              </a:ext>
            </a:extLst>
          </p:cNvPr>
          <p:cNvSpPr/>
          <p:nvPr userDrawn="1"/>
        </p:nvSpPr>
        <p:spPr>
          <a:xfrm>
            <a:off x="12070232" y="5008132"/>
            <a:ext cx="121768" cy="1959429"/>
          </a:xfrm>
          <a:custGeom>
            <a:avLst/>
            <a:gdLst>
              <a:gd name="connsiteX0" fmla="*/ 190722 w 190722"/>
              <a:gd name="connsiteY0" fmla="*/ 3068992 h 3068991"/>
              <a:gd name="connsiteX1" fmla="*/ 190722 w 190722"/>
              <a:gd name="connsiteY1" fmla="*/ 0 h 3068991"/>
              <a:gd name="connsiteX2" fmla="*/ 0 w 190722"/>
              <a:gd name="connsiteY2" fmla="*/ 399719 h 3068991"/>
              <a:gd name="connsiteX3" fmla="*/ 190722 w 190722"/>
              <a:gd name="connsiteY3" fmla="*/ 3068992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190722" y="3068992"/>
                </a:moveTo>
                <a:lnTo>
                  <a:pt x="190722" y="0"/>
                </a:lnTo>
                <a:cubicBezTo>
                  <a:pt x="127078" y="133170"/>
                  <a:pt x="63644" y="266549"/>
                  <a:pt x="0" y="399719"/>
                </a:cubicBezTo>
                <a:cubicBezTo>
                  <a:pt x="63644" y="1289476"/>
                  <a:pt x="127078" y="2179234"/>
                  <a:pt x="190722" y="3068992"/>
                </a:cubicBezTo>
                <a:close/>
              </a:path>
            </a:pathLst>
          </a:custGeom>
          <a:solidFill>
            <a:schemeClr val="accent1"/>
          </a:solidFill>
          <a:ln w="20108" cap="flat">
            <a:noFill/>
            <a:prstDash val="solid"/>
            <a:miter/>
          </a:ln>
        </p:spPr>
        <p:txBody>
          <a:bodyPr rtlCol="0" anchor="ctr"/>
          <a:lstStyle/>
          <a:p>
            <a:endParaRPr lang="en-US" sz="1400"/>
          </a:p>
        </p:txBody>
      </p:sp>
      <p:pic>
        <p:nvPicPr>
          <p:cNvPr id="9" name="Graphic 8">
            <a:extLst>
              <a:ext uri="{FF2B5EF4-FFF2-40B4-BE49-F238E27FC236}">
                <a16:creationId xmlns:a16="http://schemas.microsoft.com/office/drawing/2014/main" id="{451ED5CD-E0BA-AFA1-4E70-2639686FDDEF}"/>
              </a:ext>
            </a:extLst>
          </p:cNvPr>
          <p:cNvPicPr>
            <a:picLocks noChangeAspect="1"/>
          </p:cNvPicPr>
          <p:nvPr userDrawn="1"/>
        </p:nvPicPr>
        <p:blipFill>
          <a:blip cstate="screen">
            <a:extLst>
              <a:ext uri="{28A0092B-C50C-407E-A947-70E740481C1C}">
                <a14:useLocalDpi xmlns:a14="http://schemas.microsoft.com/office/drawing/2010/main"/>
              </a:ext>
            </a:extLst>
          </a:blip>
          <a:stretch>
            <a:fillRect/>
          </a:stretch>
        </p:blipFill>
        <p:spPr>
          <a:xfrm>
            <a:off x="11339089" y="108515"/>
            <a:ext cx="673947" cy="871200"/>
          </a:xfrm>
          <a:prstGeom prst="rect">
            <a:avLst/>
          </a:prstGeom>
        </p:spPr>
      </p:pic>
    </p:spTree>
    <p:extLst>
      <p:ext uri="{BB962C8B-B14F-4D97-AF65-F5344CB8AC3E}">
        <p14:creationId xmlns:p14="http://schemas.microsoft.com/office/powerpoint/2010/main" val="7523890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userDrawn="1">
  <p:cSld name="1_Title HALF IMAGE white">
    <p:spTree>
      <p:nvGrpSpPr>
        <p:cNvPr id="1" name=""/>
        <p:cNvGrpSpPr/>
        <p:nvPr/>
      </p:nvGrpSpPr>
      <p:grpSpPr>
        <a:xfrm>
          <a:off x="0" y="0"/>
          <a:ext cx="0" cy="0"/>
          <a:chOff x="0" y="0"/>
          <a:chExt cx="0" cy="0"/>
        </a:xfrm>
      </p:grpSpPr>
      <p:sp>
        <p:nvSpPr>
          <p:cNvPr id="33" name="Picture Placeholder 32">
            <a:extLst>
              <a:ext uri="{FF2B5EF4-FFF2-40B4-BE49-F238E27FC236}">
                <a16:creationId xmlns:a16="http://schemas.microsoft.com/office/drawing/2014/main" id="{01F54CCE-2A05-56EB-965D-AE06B1C43403}"/>
              </a:ext>
            </a:extLst>
          </p:cNvPr>
          <p:cNvSpPr>
            <a:spLocks noGrp="1"/>
          </p:cNvSpPr>
          <p:nvPr>
            <p:ph type="pic" sz="quarter" idx="13" hasCustomPrompt="1"/>
          </p:nvPr>
        </p:nvSpPr>
        <p:spPr>
          <a:xfrm>
            <a:off x="6096000" y="0"/>
            <a:ext cx="6096000" cy="6858000"/>
          </a:xfrm>
        </p:spPr>
        <p:txBody>
          <a:bodyPr>
            <a:noAutofit/>
          </a:bodyPr>
          <a:lstStyle>
            <a:lvl1pPr marL="0" indent="0">
              <a:buNone/>
              <a:defRPr/>
            </a:lvl1pPr>
          </a:lstStyle>
          <a:p>
            <a:r>
              <a:rPr lang="en-US"/>
              <a:t>Click icon to add image</a:t>
            </a:r>
          </a:p>
        </p:txBody>
      </p:sp>
      <p:sp>
        <p:nvSpPr>
          <p:cNvPr id="4" name="Title 1">
            <a:extLst>
              <a:ext uri="{FF2B5EF4-FFF2-40B4-BE49-F238E27FC236}">
                <a16:creationId xmlns:a16="http://schemas.microsoft.com/office/drawing/2014/main" id="{F02C194C-2167-463C-2D56-9EF334BEF112}"/>
              </a:ext>
            </a:extLst>
          </p:cNvPr>
          <p:cNvSpPr>
            <a:spLocks noGrp="1"/>
          </p:cNvSpPr>
          <p:nvPr>
            <p:ph type="ctrTitle"/>
          </p:nvPr>
        </p:nvSpPr>
        <p:spPr>
          <a:xfrm>
            <a:off x="501650" y="1803400"/>
            <a:ext cx="5358823" cy="2170147"/>
          </a:xfrm>
        </p:spPr>
        <p:txBody>
          <a:bodyPr anchor="b">
            <a:noAutofit/>
          </a:bodyPr>
          <a:lstStyle>
            <a:lvl1pPr algn="l">
              <a:defRPr sz="4800">
                <a:solidFill>
                  <a:schemeClr val="tx1"/>
                </a:solidFill>
              </a:defRPr>
            </a:lvl1pPr>
          </a:lstStyle>
          <a:p>
            <a:r>
              <a:rPr lang="en-US"/>
              <a:t>Click to edit Master title style</a:t>
            </a:r>
          </a:p>
        </p:txBody>
      </p:sp>
      <p:sp>
        <p:nvSpPr>
          <p:cNvPr id="5" name="Subtitle 2">
            <a:extLst>
              <a:ext uri="{FF2B5EF4-FFF2-40B4-BE49-F238E27FC236}">
                <a16:creationId xmlns:a16="http://schemas.microsoft.com/office/drawing/2014/main" id="{074F4C90-FB68-4591-7579-3DC050EF8679}"/>
              </a:ext>
            </a:extLst>
          </p:cNvPr>
          <p:cNvSpPr>
            <a:spLocks noGrp="1"/>
          </p:cNvSpPr>
          <p:nvPr>
            <p:ph type="subTitle" idx="1"/>
          </p:nvPr>
        </p:nvSpPr>
        <p:spPr>
          <a:xfrm>
            <a:off x="501650" y="4065623"/>
            <a:ext cx="5358824" cy="1655762"/>
          </a:xfrm>
        </p:spPr>
        <p:txBody>
          <a:bodyPr>
            <a:noAutofit/>
          </a:bodyPr>
          <a:lstStyle>
            <a:lvl1pPr marL="0" indent="0" algn="l">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Text Placeholder 4">
            <a:extLst>
              <a:ext uri="{FF2B5EF4-FFF2-40B4-BE49-F238E27FC236}">
                <a16:creationId xmlns:a16="http://schemas.microsoft.com/office/drawing/2014/main" id="{A2EF5E5F-34DB-85E8-6CEC-189B4E724A2E}"/>
              </a:ext>
            </a:extLst>
          </p:cNvPr>
          <p:cNvSpPr>
            <a:spLocks noGrp="1"/>
          </p:cNvSpPr>
          <p:nvPr>
            <p:ph type="body" sz="quarter" idx="14"/>
          </p:nvPr>
        </p:nvSpPr>
        <p:spPr>
          <a:xfrm>
            <a:off x="501650" y="5928527"/>
            <a:ext cx="5594350" cy="259548"/>
          </a:xfrm>
        </p:spPr>
        <p:txBody>
          <a:bodyPr anchor="b">
            <a:noAutofit/>
          </a:bodyPr>
          <a:lstStyle>
            <a:lvl1pPr marL="0" indent="0">
              <a:buNone/>
              <a:defRPr b="0" i="0">
                <a:latin typeface="PP Neue Machina Plain Italic" pitchFamily="2" charset="77"/>
              </a:defRPr>
            </a:lvl1pPr>
          </a:lstStyle>
          <a:p>
            <a:pPr lvl="0"/>
            <a:r>
              <a:rPr lang="en-US"/>
              <a:t>Click to edit Master text styles</a:t>
            </a:r>
          </a:p>
        </p:txBody>
      </p:sp>
      <p:pic>
        <p:nvPicPr>
          <p:cNvPr id="2" name="Graphic 1">
            <a:extLst>
              <a:ext uri="{FF2B5EF4-FFF2-40B4-BE49-F238E27FC236}">
                <a16:creationId xmlns:a16="http://schemas.microsoft.com/office/drawing/2014/main" id="{ADD9A8CD-3B41-5263-B917-086B4798864E}"/>
              </a:ext>
            </a:extLst>
          </p:cNvPr>
          <p:cNvPicPr>
            <a:picLocks noChangeAspect="1"/>
          </p:cNvPicPr>
          <p:nvPr userDrawn="1"/>
        </p:nvPicPr>
        <p:blipFill>
          <a:blip cstate="screen">
            <a:extLst>
              <a:ext uri="{28A0092B-C50C-407E-A947-70E740481C1C}">
                <a14:useLocalDpi xmlns:a14="http://schemas.microsoft.com/office/drawing/2010/main"/>
              </a:ext>
            </a:extLst>
          </a:blip>
          <a:stretch>
            <a:fillRect/>
          </a:stretch>
        </p:blipFill>
        <p:spPr>
          <a:xfrm>
            <a:off x="11339088" y="102191"/>
            <a:ext cx="673947" cy="871200"/>
          </a:xfrm>
          <a:prstGeom prst="rect">
            <a:avLst/>
          </a:prstGeom>
        </p:spPr>
      </p:pic>
      <p:sp>
        <p:nvSpPr>
          <p:cNvPr id="3" name="Graphic 24">
            <a:extLst>
              <a:ext uri="{FF2B5EF4-FFF2-40B4-BE49-F238E27FC236}">
                <a16:creationId xmlns:a16="http://schemas.microsoft.com/office/drawing/2014/main" id="{846B7DF7-B8E6-19E4-04B8-1189A69B7B44}"/>
              </a:ext>
            </a:extLst>
          </p:cNvPr>
          <p:cNvSpPr/>
          <p:nvPr userDrawn="1"/>
        </p:nvSpPr>
        <p:spPr>
          <a:xfrm>
            <a:off x="0" y="0"/>
            <a:ext cx="121768" cy="1959429"/>
          </a:xfrm>
          <a:custGeom>
            <a:avLst/>
            <a:gdLst>
              <a:gd name="connsiteX0" fmla="*/ 0 w 190722"/>
              <a:gd name="connsiteY0" fmla="*/ 0 h 3068991"/>
              <a:gd name="connsiteX1" fmla="*/ 0 w 190722"/>
              <a:gd name="connsiteY1" fmla="*/ 3068992 h 3068991"/>
              <a:gd name="connsiteX2" fmla="*/ 190722 w 190722"/>
              <a:gd name="connsiteY2" fmla="*/ 2669273 h 3068991"/>
              <a:gd name="connsiteX3" fmla="*/ 0 w 190722"/>
              <a:gd name="connsiteY3" fmla="*/ 0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0" y="0"/>
                </a:moveTo>
                <a:lnTo>
                  <a:pt x="0" y="3068992"/>
                </a:lnTo>
                <a:cubicBezTo>
                  <a:pt x="63644" y="2935822"/>
                  <a:pt x="127078" y="2802442"/>
                  <a:pt x="190722" y="2669273"/>
                </a:cubicBezTo>
                <a:cubicBezTo>
                  <a:pt x="127078" y="1779515"/>
                  <a:pt x="63644" y="889758"/>
                  <a:pt x="0" y="0"/>
                </a:cubicBezTo>
                <a:close/>
              </a:path>
            </a:pathLst>
          </a:custGeom>
          <a:solidFill>
            <a:schemeClr val="accent1"/>
          </a:solidFill>
          <a:ln w="20108" cap="flat">
            <a:noFill/>
            <a:prstDash val="solid"/>
            <a:miter/>
          </a:ln>
        </p:spPr>
        <p:txBody>
          <a:bodyPr rtlCol="0" anchor="ctr"/>
          <a:lstStyle/>
          <a:p>
            <a:endParaRPr lang="en-US"/>
          </a:p>
        </p:txBody>
      </p:sp>
      <p:sp>
        <p:nvSpPr>
          <p:cNvPr id="6" name="Graphic 26">
            <a:extLst>
              <a:ext uri="{FF2B5EF4-FFF2-40B4-BE49-F238E27FC236}">
                <a16:creationId xmlns:a16="http://schemas.microsoft.com/office/drawing/2014/main" id="{0E4A48D2-E6DA-A08A-148D-8552C304B628}"/>
              </a:ext>
            </a:extLst>
          </p:cNvPr>
          <p:cNvSpPr/>
          <p:nvPr userDrawn="1"/>
        </p:nvSpPr>
        <p:spPr>
          <a:xfrm>
            <a:off x="12070232" y="5008131"/>
            <a:ext cx="121768" cy="1959429"/>
          </a:xfrm>
          <a:custGeom>
            <a:avLst/>
            <a:gdLst>
              <a:gd name="connsiteX0" fmla="*/ 190722 w 190722"/>
              <a:gd name="connsiteY0" fmla="*/ 3068992 h 3068991"/>
              <a:gd name="connsiteX1" fmla="*/ 190722 w 190722"/>
              <a:gd name="connsiteY1" fmla="*/ 0 h 3068991"/>
              <a:gd name="connsiteX2" fmla="*/ 0 w 190722"/>
              <a:gd name="connsiteY2" fmla="*/ 399719 h 3068991"/>
              <a:gd name="connsiteX3" fmla="*/ 190722 w 190722"/>
              <a:gd name="connsiteY3" fmla="*/ 3068992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190722" y="3068992"/>
                </a:moveTo>
                <a:lnTo>
                  <a:pt x="190722" y="0"/>
                </a:lnTo>
                <a:cubicBezTo>
                  <a:pt x="127078" y="133170"/>
                  <a:pt x="63644" y="266549"/>
                  <a:pt x="0" y="399719"/>
                </a:cubicBezTo>
                <a:cubicBezTo>
                  <a:pt x="63644" y="1289476"/>
                  <a:pt x="127078" y="2179234"/>
                  <a:pt x="190722" y="3068992"/>
                </a:cubicBezTo>
                <a:close/>
              </a:path>
            </a:pathLst>
          </a:custGeom>
          <a:solidFill>
            <a:schemeClr val="accent1"/>
          </a:solidFill>
          <a:ln w="20108" cap="flat">
            <a:noFill/>
            <a:prstDash val="solid"/>
            <a:miter/>
          </a:ln>
        </p:spPr>
        <p:txBody>
          <a:bodyPr rtlCol="0" anchor="ctr"/>
          <a:lstStyle/>
          <a:p>
            <a:endParaRPr lang="en-US"/>
          </a:p>
        </p:txBody>
      </p:sp>
    </p:spTree>
    <p:extLst>
      <p:ext uri="{BB962C8B-B14F-4D97-AF65-F5344CB8AC3E}">
        <p14:creationId xmlns:p14="http://schemas.microsoft.com/office/powerpoint/2010/main" val="23160485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2" Type="http://schemas.openxmlformats.org/officeDocument/2006/relationships/slideLayout" Target="../slideLayouts/slideLayout17.xml"/><Relationship Id="rId16" Type="http://schemas.openxmlformats.org/officeDocument/2006/relationships/theme" Target="../theme/theme2.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A2C381-613C-35D5-B071-866A31D29ABA}"/>
              </a:ext>
            </a:extLst>
          </p:cNvPr>
          <p:cNvSpPr>
            <a:spLocks noGrp="1"/>
          </p:cNvSpPr>
          <p:nvPr>
            <p:ph type="title"/>
          </p:nvPr>
        </p:nvSpPr>
        <p:spPr>
          <a:xfrm>
            <a:off x="515937" y="394087"/>
            <a:ext cx="11160121" cy="430887"/>
          </a:xfrm>
          <a:prstGeom prst="rect">
            <a:avLst/>
          </a:prstGeom>
        </p:spPr>
        <p:txBody>
          <a:bodyPr vert="horz" lIns="0" tIns="0" rIns="0" bIns="0" rtlCol="0" anchor="t">
            <a:sp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316248D-B3A3-056F-8479-0D6380B8D80E}"/>
              </a:ext>
            </a:extLst>
          </p:cNvPr>
          <p:cNvSpPr>
            <a:spLocks noGrp="1"/>
          </p:cNvSpPr>
          <p:nvPr>
            <p:ph type="body" idx="1"/>
          </p:nvPr>
        </p:nvSpPr>
        <p:spPr>
          <a:xfrm>
            <a:off x="515937" y="1625600"/>
            <a:ext cx="11160123" cy="4605867"/>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grpSp>
        <p:nvGrpSpPr>
          <p:cNvPr id="7" name="Graphic 4">
            <a:extLst>
              <a:ext uri="{FF2B5EF4-FFF2-40B4-BE49-F238E27FC236}">
                <a16:creationId xmlns:a16="http://schemas.microsoft.com/office/drawing/2014/main" id="{FC3011FE-129A-723F-0258-2C3653C963AD}"/>
              </a:ext>
            </a:extLst>
          </p:cNvPr>
          <p:cNvGrpSpPr/>
          <p:nvPr/>
        </p:nvGrpSpPr>
        <p:grpSpPr>
          <a:xfrm>
            <a:off x="10864851" y="6468533"/>
            <a:ext cx="186267" cy="203200"/>
            <a:chOff x="8176402" y="4885530"/>
            <a:chExt cx="135493" cy="143018"/>
          </a:xfrm>
        </p:grpSpPr>
        <p:sp>
          <p:nvSpPr>
            <p:cNvPr id="21" name="Freeform: Shape 20">
              <a:extLst>
                <a:ext uri="{FF2B5EF4-FFF2-40B4-BE49-F238E27FC236}">
                  <a16:creationId xmlns:a16="http://schemas.microsoft.com/office/drawing/2014/main" id="{FDD1C6C7-4F4F-56E8-A7C8-A48C7E8DA5B6}"/>
                </a:ext>
              </a:extLst>
            </p:cNvPr>
            <p:cNvSpPr/>
            <p:nvPr/>
          </p:nvSpPr>
          <p:spPr>
            <a:xfrm>
              <a:off x="8176402" y="4885530"/>
              <a:ext cx="67770" cy="143018"/>
            </a:xfrm>
            <a:custGeom>
              <a:avLst/>
              <a:gdLst>
                <a:gd name="connsiteX0" fmla="*/ 67771 w 67770"/>
                <a:gd name="connsiteY0" fmla="*/ 0 h 143018"/>
                <a:gd name="connsiteX1" fmla="*/ 38767 w 67770"/>
                <a:gd name="connsiteY1" fmla="*/ 6144 h 143018"/>
                <a:gd name="connsiteX2" fmla="*/ 0 w 67770"/>
                <a:gd name="connsiteY2" fmla="*/ 143018 h 143018"/>
                <a:gd name="connsiteX3" fmla="*/ 33147 w 67770"/>
                <a:gd name="connsiteY3" fmla="*/ 135970 h 143018"/>
                <a:gd name="connsiteX4" fmla="*/ 44768 w 67770"/>
                <a:gd name="connsiteY4" fmla="*/ 93869 h 143018"/>
                <a:gd name="connsiteX5" fmla="*/ 67771 w 67770"/>
                <a:gd name="connsiteY5" fmla="*/ 88964 h 143018"/>
                <a:gd name="connsiteX6" fmla="*/ 67771 w 67770"/>
                <a:gd name="connsiteY6" fmla="*/ 60341 h 143018"/>
                <a:gd name="connsiteX7" fmla="*/ 53293 w 67770"/>
                <a:gd name="connsiteY7" fmla="*/ 63389 h 143018"/>
                <a:gd name="connsiteX8" fmla="*/ 67771 w 67770"/>
                <a:gd name="connsiteY8" fmla="*/ 11097 h 143018"/>
                <a:gd name="connsiteX9" fmla="*/ 67771 w 67770"/>
                <a:gd name="connsiteY9" fmla="*/ 0 h 14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770" h="143018">
                  <a:moveTo>
                    <a:pt x="67771" y="0"/>
                  </a:moveTo>
                  <a:lnTo>
                    <a:pt x="38767" y="6144"/>
                  </a:lnTo>
                  <a:lnTo>
                    <a:pt x="0" y="143018"/>
                  </a:lnTo>
                  <a:lnTo>
                    <a:pt x="33147" y="135970"/>
                  </a:lnTo>
                  <a:lnTo>
                    <a:pt x="44768" y="93869"/>
                  </a:lnTo>
                  <a:lnTo>
                    <a:pt x="67771" y="88964"/>
                  </a:lnTo>
                  <a:lnTo>
                    <a:pt x="67771" y="60341"/>
                  </a:lnTo>
                  <a:lnTo>
                    <a:pt x="53293" y="63389"/>
                  </a:lnTo>
                  <a:lnTo>
                    <a:pt x="67771" y="11097"/>
                  </a:lnTo>
                  <a:lnTo>
                    <a:pt x="67771" y="0"/>
                  </a:lnTo>
                  <a:close/>
                </a:path>
              </a:pathLst>
            </a:custGeom>
            <a:solidFill>
              <a:srgbClr val="000000"/>
            </a:solidFill>
            <a:ln w="4763" cap="flat">
              <a:noFill/>
              <a:prstDash val="solid"/>
              <a:miter/>
            </a:ln>
          </p:spPr>
          <p:txBody>
            <a:bodyPr rtlCol="0" anchor="ctr"/>
            <a:lstStyle/>
            <a:p>
              <a:endParaRPr lang="en-AU" sz="2400"/>
            </a:p>
          </p:txBody>
        </p:sp>
        <p:sp>
          <p:nvSpPr>
            <p:cNvPr id="22" name="Freeform: Shape 21">
              <a:extLst>
                <a:ext uri="{FF2B5EF4-FFF2-40B4-BE49-F238E27FC236}">
                  <a16:creationId xmlns:a16="http://schemas.microsoft.com/office/drawing/2014/main" id="{DABD7C35-BA12-9F26-537D-75B82B7D3876}"/>
                </a:ext>
              </a:extLst>
            </p:cNvPr>
            <p:cNvSpPr/>
            <p:nvPr/>
          </p:nvSpPr>
          <p:spPr>
            <a:xfrm>
              <a:off x="8244173" y="4885530"/>
              <a:ext cx="67722" cy="143018"/>
            </a:xfrm>
            <a:custGeom>
              <a:avLst/>
              <a:gdLst>
                <a:gd name="connsiteX0" fmla="*/ 0 w 67722"/>
                <a:gd name="connsiteY0" fmla="*/ 0 h 143018"/>
                <a:gd name="connsiteX1" fmla="*/ 0 w 67722"/>
                <a:gd name="connsiteY1" fmla="*/ 11097 h 143018"/>
                <a:gd name="connsiteX2" fmla="*/ 14478 w 67722"/>
                <a:gd name="connsiteY2" fmla="*/ 63389 h 143018"/>
                <a:gd name="connsiteX3" fmla="*/ 0 w 67722"/>
                <a:gd name="connsiteY3" fmla="*/ 60341 h 143018"/>
                <a:gd name="connsiteX4" fmla="*/ 0 w 67722"/>
                <a:gd name="connsiteY4" fmla="*/ 88964 h 143018"/>
                <a:gd name="connsiteX5" fmla="*/ 22955 w 67722"/>
                <a:gd name="connsiteY5" fmla="*/ 93869 h 143018"/>
                <a:gd name="connsiteX6" fmla="*/ 34575 w 67722"/>
                <a:gd name="connsiteY6" fmla="*/ 135970 h 143018"/>
                <a:gd name="connsiteX7" fmla="*/ 67723 w 67722"/>
                <a:gd name="connsiteY7" fmla="*/ 143018 h 143018"/>
                <a:gd name="connsiteX8" fmla="*/ 28956 w 67722"/>
                <a:gd name="connsiteY8" fmla="*/ 6144 h 143018"/>
                <a:gd name="connsiteX9" fmla="*/ 0 w 67722"/>
                <a:gd name="connsiteY9" fmla="*/ 0 h 14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722" h="143018">
                  <a:moveTo>
                    <a:pt x="0" y="0"/>
                  </a:moveTo>
                  <a:lnTo>
                    <a:pt x="0" y="11097"/>
                  </a:lnTo>
                  <a:lnTo>
                    <a:pt x="14478" y="63389"/>
                  </a:lnTo>
                  <a:lnTo>
                    <a:pt x="0" y="60341"/>
                  </a:lnTo>
                  <a:lnTo>
                    <a:pt x="0" y="88964"/>
                  </a:lnTo>
                  <a:lnTo>
                    <a:pt x="22955" y="93869"/>
                  </a:lnTo>
                  <a:lnTo>
                    <a:pt x="34575" y="135970"/>
                  </a:lnTo>
                  <a:lnTo>
                    <a:pt x="67723" y="143018"/>
                  </a:lnTo>
                  <a:lnTo>
                    <a:pt x="28956" y="6144"/>
                  </a:lnTo>
                  <a:lnTo>
                    <a:pt x="0" y="0"/>
                  </a:lnTo>
                  <a:close/>
                </a:path>
              </a:pathLst>
            </a:custGeom>
            <a:solidFill>
              <a:srgbClr val="808080"/>
            </a:solidFill>
            <a:ln w="4763" cap="flat">
              <a:noFill/>
              <a:prstDash val="solid"/>
              <a:miter/>
            </a:ln>
          </p:spPr>
          <p:txBody>
            <a:bodyPr rtlCol="0" anchor="ctr"/>
            <a:lstStyle/>
            <a:p>
              <a:endParaRPr lang="en-AU" sz="2400"/>
            </a:p>
          </p:txBody>
        </p:sp>
      </p:grpSp>
      <p:sp>
        <p:nvSpPr>
          <p:cNvPr id="8" name="Slide Number Placeholder 18">
            <a:extLst>
              <a:ext uri="{FF2B5EF4-FFF2-40B4-BE49-F238E27FC236}">
                <a16:creationId xmlns:a16="http://schemas.microsoft.com/office/drawing/2014/main" id="{56348CC3-4D9E-3009-191A-52A4BBC22FD7}"/>
              </a:ext>
            </a:extLst>
          </p:cNvPr>
          <p:cNvSpPr txBox="1">
            <a:spLocks/>
          </p:cNvSpPr>
          <p:nvPr/>
        </p:nvSpPr>
        <p:spPr>
          <a:xfrm>
            <a:off x="1838618" y="6362699"/>
            <a:ext cx="419100" cy="246221"/>
          </a:xfrm>
          <a:prstGeom prst="rect">
            <a:avLst/>
          </a:prstGeom>
          <a:noFill/>
        </p:spPr>
        <p:txBody>
          <a:bodyPr wrap="square">
            <a:sp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ptos" panose="020B0004020202020204" pitchFamily="34" charset="0"/>
              <a:defRPr lang="en-AU" sz="800" b="0" i="0" u="none" strike="noStrike" cap="none" smtClean="0">
                <a:solidFill>
                  <a:srgbClr val="000000"/>
                </a:solidFill>
                <a:latin typeface="+mj-lt"/>
                <a:ea typeface="Aptos" panose="020B0004020202020204" pitchFamily="34" charset="0"/>
                <a:cs typeface="Aptos" panose="020B0004020202020204" pitchFamily="34" charset="0"/>
                <a:sym typeface="Aptos" panose="020B0004020202020204" pitchFamily="34" charset="0"/>
              </a:defRPr>
            </a:lvl1pPr>
            <a:lvl2pPr marR="0" lvl="1"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2pPr>
            <a:lvl3pPr marR="0" lvl="2"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3pPr>
            <a:lvl4pPr marR="0" lvl="3"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4pPr>
            <a:lvl5pPr marR="0" lvl="4"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5pPr>
            <a:lvl6pPr marR="0" lvl="5"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6pPr>
            <a:lvl7pPr marR="0" lvl="6"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7pPr>
            <a:lvl8pPr marR="0" lvl="7"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8pPr>
            <a:lvl9pPr marR="0" lvl="8"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9pPr>
          </a:lstStyle>
          <a:p>
            <a:fld id="{A2294E5B-DE56-4C0C-83A2-06393784158A}" type="slidenum">
              <a:rPr lang="en-AU" sz="1000" smtClean="0">
                <a:solidFill>
                  <a:schemeClr val="tx1"/>
                </a:solidFill>
                <a:latin typeface="Verdana" panose="020B0604030504040204" pitchFamily="34" charset="0"/>
                <a:ea typeface="Verdana" panose="020B0604030504040204" pitchFamily="34" charset="0"/>
                <a:cs typeface="Verdana" panose="020B0604030504040204" pitchFamily="34" charset="0"/>
              </a:rPr>
              <a:pPr/>
              <a:t>‹#›</a:t>
            </a:fld>
            <a:endParaRPr lang="en-AU" sz="100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
        <p:nvSpPr>
          <p:cNvPr id="9" name="TextBox 8">
            <a:extLst>
              <a:ext uri="{FF2B5EF4-FFF2-40B4-BE49-F238E27FC236}">
                <a16:creationId xmlns:a16="http://schemas.microsoft.com/office/drawing/2014/main" id="{BDB4E33F-C9AE-AD75-BA0B-87F4D61986B6}"/>
              </a:ext>
            </a:extLst>
          </p:cNvPr>
          <p:cNvSpPr txBox="1"/>
          <p:nvPr/>
        </p:nvSpPr>
        <p:spPr>
          <a:xfrm>
            <a:off x="274789" y="6362693"/>
            <a:ext cx="1663700" cy="246221"/>
          </a:xfrm>
          <a:prstGeom prst="rect">
            <a:avLst/>
          </a:prstGeom>
          <a:noFill/>
        </p:spPr>
        <p:txBody>
          <a:bodyPr wrap="square">
            <a:spAutoFit/>
          </a:bodyPr>
          <a:lstStyle/>
          <a:p>
            <a:pPr algn="l"/>
            <a:r>
              <a:rPr lang="en-US" sz="1000" b="0" i="0">
                <a:solidFill>
                  <a:schemeClr val="tx1"/>
                </a:solidFill>
                <a:latin typeface="Verdana" panose="020B0604030504040204" pitchFamily="34" charset="0"/>
                <a:ea typeface="Verdana" panose="020B0604030504040204" pitchFamily="34" charset="0"/>
                <a:cs typeface="Verdana" panose="020B0604030504040204" pitchFamily="34" charset="0"/>
              </a:rPr>
              <a:t>Ascendion Confidential</a:t>
            </a:r>
          </a:p>
        </p:txBody>
      </p:sp>
      <p:sp>
        <p:nvSpPr>
          <p:cNvPr id="4" name="Graphic 10">
            <a:extLst>
              <a:ext uri="{FF2B5EF4-FFF2-40B4-BE49-F238E27FC236}">
                <a16:creationId xmlns:a16="http://schemas.microsoft.com/office/drawing/2014/main" id="{34A157B6-58AF-33D6-96CC-D1BE31D6A076}"/>
              </a:ext>
            </a:extLst>
          </p:cNvPr>
          <p:cNvSpPr/>
          <p:nvPr/>
        </p:nvSpPr>
        <p:spPr>
          <a:xfrm>
            <a:off x="2356339" y="6337426"/>
            <a:ext cx="9835661" cy="179324"/>
          </a:xfrm>
          <a:custGeom>
            <a:avLst/>
            <a:gdLst>
              <a:gd name="connsiteX0" fmla="*/ 5829300 w 5829300"/>
              <a:gd name="connsiteY0" fmla="*/ 134493 h 134493"/>
              <a:gd name="connsiteX1" fmla="*/ 5541740 w 5829300"/>
              <a:gd name="connsiteY1" fmla="*/ 134493 h 134493"/>
              <a:gd name="connsiteX2" fmla="*/ 4915853 w 5829300"/>
              <a:gd name="connsiteY2" fmla="*/ 0 h 134493"/>
              <a:gd name="connsiteX3" fmla="*/ 4285393 w 5829300"/>
              <a:gd name="connsiteY3" fmla="*/ 134493 h 134493"/>
              <a:gd name="connsiteX4" fmla="*/ 0 w 5829300"/>
              <a:gd name="connsiteY4" fmla="*/ 134493 h 134493"/>
              <a:gd name="connsiteX0" fmla="*/ 7376746 w 7376746"/>
              <a:gd name="connsiteY0" fmla="*/ 134493 h 134493"/>
              <a:gd name="connsiteX1" fmla="*/ 7089186 w 7376746"/>
              <a:gd name="connsiteY1" fmla="*/ 134493 h 134493"/>
              <a:gd name="connsiteX2" fmla="*/ 6463299 w 7376746"/>
              <a:gd name="connsiteY2" fmla="*/ 0 h 134493"/>
              <a:gd name="connsiteX3" fmla="*/ 5832839 w 7376746"/>
              <a:gd name="connsiteY3" fmla="*/ 134493 h 134493"/>
              <a:gd name="connsiteX4" fmla="*/ 0 w 7376746"/>
              <a:gd name="connsiteY4" fmla="*/ 134493 h 1344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76746" h="134493">
                <a:moveTo>
                  <a:pt x="7376746" y="134493"/>
                </a:moveTo>
                <a:lnTo>
                  <a:pt x="7089186" y="134493"/>
                </a:lnTo>
                <a:lnTo>
                  <a:pt x="6463299" y="0"/>
                </a:lnTo>
                <a:lnTo>
                  <a:pt x="5832839" y="134493"/>
                </a:lnTo>
                <a:lnTo>
                  <a:pt x="0" y="134493"/>
                </a:lnTo>
              </a:path>
            </a:pathLst>
          </a:custGeom>
          <a:noFill/>
          <a:ln w="9525" cap="flat">
            <a:solidFill>
              <a:schemeClr val="tx1"/>
            </a:solidFill>
            <a:prstDash val="solid"/>
            <a:miter/>
          </a:ln>
        </p:spPr>
        <p:txBody>
          <a:bodyPr rtlCol="0" anchor="ctr"/>
          <a:lstStyle/>
          <a:p>
            <a:endParaRPr lang="en-US" sz="2400"/>
          </a:p>
        </p:txBody>
      </p:sp>
      <p:cxnSp>
        <p:nvCxnSpPr>
          <p:cNvPr id="13" name="Straight Connector 12">
            <a:extLst>
              <a:ext uri="{FF2B5EF4-FFF2-40B4-BE49-F238E27FC236}">
                <a16:creationId xmlns:a16="http://schemas.microsoft.com/office/drawing/2014/main" id="{8A8BB966-C387-C92B-FA58-18AA05DC5645}"/>
              </a:ext>
            </a:extLst>
          </p:cNvPr>
          <p:cNvCxnSpPr>
            <a:cxnSpLocks/>
          </p:cNvCxnSpPr>
          <p:nvPr/>
        </p:nvCxnSpPr>
        <p:spPr>
          <a:xfrm>
            <a:off x="0" y="6515100"/>
            <a:ext cx="304800" cy="0"/>
          </a:xfrm>
          <a:prstGeom prst="line">
            <a:avLst/>
          </a:prstGeom>
          <a:noFill/>
          <a:ln w="9525" cap="flat">
            <a:solidFill>
              <a:schemeClr val="tx1"/>
            </a:solidFill>
            <a:prstDash val="solid"/>
            <a:miter/>
          </a:ln>
        </p:spPr>
        <p:style>
          <a:lnRef idx="1">
            <a:schemeClr val="accent1"/>
          </a:lnRef>
          <a:fillRef idx="0">
            <a:schemeClr val="accent1"/>
          </a:fillRef>
          <a:effectRef idx="0">
            <a:schemeClr val="accent1"/>
          </a:effectRef>
          <a:fontRef idx="minor">
            <a:schemeClr val="tx1"/>
          </a:fontRef>
        </p:style>
      </p:cxnSp>
      <p:pic>
        <p:nvPicPr>
          <p:cNvPr id="6" name="Graphic 5">
            <a:extLst>
              <a:ext uri="{FF2B5EF4-FFF2-40B4-BE49-F238E27FC236}">
                <a16:creationId xmlns:a16="http://schemas.microsoft.com/office/drawing/2014/main" id="{FD9D7BDB-8CD6-FF8E-F8F1-745DD690CC53}"/>
              </a:ext>
            </a:extLst>
          </p:cNvPr>
          <p:cNvPicPr>
            <a:picLocks noChangeAspect="1"/>
          </p:cNvPicPr>
          <p:nvPr userDrawn="1"/>
        </p:nvPicPr>
        <p:blipFill>
          <a:blip r:embed="rId17">
            <a:extLst>
              <a:ext uri="{96DAC541-7B7A-43D3-8B79-37D633B846F1}">
                <asvg:svgBlip xmlns:asvg="http://schemas.microsoft.com/office/drawing/2016/SVG/main"/>
              </a:ext>
            </a:extLst>
          </a:blip>
          <a:stretch>
            <a:fillRect/>
          </a:stretch>
        </p:blipFill>
        <p:spPr>
          <a:xfrm>
            <a:off x="-1536700" y="1092200"/>
            <a:ext cx="1422400" cy="2870200"/>
          </a:xfrm>
          <a:prstGeom prst="rect">
            <a:avLst/>
          </a:prstGeom>
        </p:spPr>
      </p:pic>
      <p:pic>
        <p:nvPicPr>
          <p:cNvPr id="11" name="Picture 10" descr="A screenshot of a computer&#10;&#10;AI-generated content may be incorrect.">
            <a:extLst>
              <a:ext uri="{FF2B5EF4-FFF2-40B4-BE49-F238E27FC236}">
                <a16:creationId xmlns:a16="http://schemas.microsoft.com/office/drawing/2014/main" id="{B915B104-CF67-8593-1815-0DB440DCBFCB}"/>
              </a:ext>
            </a:extLst>
          </p:cNvPr>
          <p:cNvPicPr>
            <a:picLocks noChangeAspect="1"/>
          </p:cNvPicPr>
          <p:nvPr userDrawn="1"/>
        </p:nvPicPr>
        <p:blipFill>
          <a:blip/>
          <a:srcRect t="68935" b="6661"/>
          <a:stretch/>
        </p:blipFill>
        <p:spPr>
          <a:xfrm>
            <a:off x="-1524000" y="4198301"/>
            <a:ext cx="1435100" cy="227459"/>
          </a:xfrm>
          <a:prstGeom prst="rect">
            <a:avLst/>
          </a:prstGeom>
        </p:spPr>
      </p:pic>
    </p:spTree>
    <p:extLst>
      <p:ext uri="{BB962C8B-B14F-4D97-AF65-F5344CB8AC3E}">
        <p14:creationId xmlns:p14="http://schemas.microsoft.com/office/powerpoint/2010/main" val="232493633"/>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9" r:id="rId6"/>
    <p:sldLayoutId id="2147483690" r:id="rId7"/>
    <p:sldLayoutId id="2147483691" r:id="rId8"/>
    <p:sldLayoutId id="2147483711" r:id="rId9"/>
    <p:sldLayoutId id="2147483757" r:id="rId10"/>
    <p:sldLayoutId id="2147483758" r:id="rId11"/>
    <p:sldLayoutId id="2147483760" r:id="rId12"/>
    <p:sldLayoutId id="2147483761" r:id="rId13"/>
    <p:sldLayoutId id="2147483764" r:id="rId14"/>
    <p:sldLayoutId id="2147483766" r:id="rId15"/>
  </p:sldLayoutIdLst>
  <p:hf hdr="0" dt="0"/>
  <p:txStyles>
    <p:titleStyle>
      <a:lvl1pPr algn="l" defTabSz="914377" rtl="0" eaLnBrk="1" latinLnBrk="0" hangingPunct="1">
        <a:lnSpc>
          <a:spcPct val="100000"/>
        </a:lnSpc>
        <a:spcBef>
          <a:spcPct val="0"/>
        </a:spcBef>
        <a:spcAft>
          <a:spcPts val="600"/>
        </a:spcAft>
        <a:buNone/>
        <a:defRPr sz="2800" b="1" i="0" kern="1200">
          <a:solidFill>
            <a:schemeClr val="tx1"/>
          </a:solidFill>
          <a:latin typeface="PP Neue Machina Plain Ultrabold" pitchFamily="50" charset="0"/>
          <a:ea typeface="+mj-ea"/>
          <a:cs typeface="+mj-cs"/>
        </a:defRPr>
      </a:lvl1pPr>
    </p:titleStyle>
    <p:bodyStyle>
      <a:lvl1pPr marL="228594" indent="-228594" algn="l" defTabSz="914377" rtl="0" eaLnBrk="1" latinLnBrk="0" hangingPunct="1">
        <a:lnSpc>
          <a:spcPct val="100000"/>
        </a:lnSpc>
        <a:spcBef>
          <a:spcPts val="1000"/>
        </a:spcBef>
        <a:spcAft>
          <a:spcPts val="600"/>
        </a:spcAft>
        <a:buFont typeface="Aptos" panose="020B0004020202020204" pitchFamily="34" charset="0"/>
        <a:buChar char="•"/>
        <a:defRPr sz="1867"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783" indent="-228594" algn="l" defTabSz="914377" rtl="0" eaLnBrk="1" latinLnBrk="0" hangingPunct="1">
        <a:lnSpc>
          <a:spcPct val="100000"/>
        </a:lnSpc>
        <a:spcBef>
          <a:spcPts val="500"/>
        </a:spcBef>
        <a:spcAft>
          <a:spcPts val="600"/>
        </a:spcAft>
        <a:buFont typeface="Aptos" panose="020B0004020202020204" pitchFamily="34" charset="0"/>
        <a:buChar char="•"/>
        <a:defRPr sz="16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2971" indent="-228594" algn="l" defTabSz="914377" rtl="0" eaLnBrk="1" latinLnBrk="0" hangingPunct="1">
        <a:lnSpc>
          <a:spcPct val="100000"/>
        </a:lnSpc>
        <a:spcBef>
          <a:spcPts val="500"/>
        </a:spcBef>
        <a:spcAft>
          <a:spcPts val="600"/>
        </a:spcAft>
        <a:buFont typeface="Aptos" panose="020B0004020202020204" pitchFamily="34" charset="0"/>
        <a:buChar char="•"/>
        <a:defRPr sz="1333"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160" indent="-228594" algn="l" defTabSz="914377" rtl="0" eaLnBrk="1" latinLnBrk="0" hangingPunct="1">
        <a:lnSpc>
          <a:spcPct val="90000"/>
        </a:lnSpc>
        <a:spcBef>
          <a:spcPts val="500"/>
        </a:spcBef>
        <a:buFont typeface="Aptos" panose="020B0004020202020204" pitchFamily="34" charset="0"/>
        <a:buChar char="•"/>
        <a:defRPr sz="1200" b="0" i="0" kern="1200">
          <a:solidFill>
            <a:schemeClr val="tx1"/>
          </a:solidFill>
          <a:latin typeface="Aptos" panose="020B0004020202020204" pitchFamily="34" charset="0"/>
          <a:ea typeface="+mn-ea"/>
          <a:cs typeface="Aptos" panose="020B0004020202020204" pitchFamily="34" charset="0"/>
        </a:defRPr>
      </a:lvl4pPr>
      <a:lvl5pPr marL="2057349" indent="-228594" algn="l" defTabSz="914377" rtl="0" eaLnBrk="1" latinLnBrk="0" hangingPunct="1">
        <a:lnSpc>
          <a:spcPct val="90000"/>
        </a:lnSpc>
        <a:spcBef>
          <a:spcPts val="500"/>
        </a:spcBef>
        <a:buFont typeface="Aptos" panose="020B0004020202020204" pitchFamily="34" charset="0"/>
        <a:buChar char="•"/>
        <a:defRPr sz="1200" b="0" i="0" kern="1200">
          <a:solidFill>
            <a:schemeClr val="tx1"/>
          </a:solidFill>
          <a:latin typeface="Aptos" panose="020B0004020202020204" pitchFamily="34" charset="0"/>
          <a:ea typeface="+mn-ea"/>
          <a:cs typeface="Aptos" panose="020B0004020202020204" pitchFamily="34" charset="0"/>
        </a:defRPr>
      </a:lvl5pPr>
      <a:lvl6pPr marL="2514537" indent="-228594" algn="l" defTabSz="914377" rtl="0" eaLnBrk="1" latinLnBrk="0" hangingPunct="1">
        <a:lnSpc>
          <a:spcPct val="90000"/>
        </a:lnSpc>
        <a:spcBef>
          <a:spcPts val="500"/>
        </a:spcBef>
        <a:buFont typeface="Aptos" panose="020B00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ptos" panose="020B00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ptos" panose="020B00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ptos" panose="020B00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944">
          <p15:clr>
            <a:srgbClr val="F26B43"/>
          </p15:clr>
        </p15:guide>
        <p15:guide id="2" pos="5521">
          <p15:clr>
            <a:srgbClr val="F26B43"/>
          </p15:clr>
        </p15:guide>
        <p15:guide id="3" pos="239">
          <p15:clr>
            <a:srgbClr val="F26B43"/>
          </p15:clr>
        </p15:guide>
        <p15:guide id="4" pos="7354">
          <p15:clr>
            <a:srgbClr val="F26B43"/>
          </p15:clr>
        </p15:guide>
        <p15:guide id="5" orient="horz" pos="3898">
          <p15:clr>
            <a:srgbClr val="F26B43"/>
          </p15:clr>
        </p15:guide>
        <p15:guide id="6" orient="horz" pos="758">
          <p15:clr>
            <a:srgbClr val="F26B43"/>
          </p15:clr>
        </p15:guide>
        <p15:guide id="7" pos="2880">
          <p15:clr>
            <a:srgbClr val="F26B43"/>
          </p15:clr>
        </p15:guide>
        <p15:guide id="8" orient="horz" pos="645">
          <p15:clr>
            <a:srgbClr val="F26B43"/>
          </p15:clr>
        </p15:guide>
        <p15:guide id="9" orient="horz" pos="36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A2C381-613C-35D5-B071-866A31D29ABA}"/>
              </a:ext>
            </a:extLst>
          </p:cNvPr>
          <p:cNvSpPr>
            <a:spLocks noGrp="1"/>
          </p:cNvSpPr>
          <p:nvPr>
            <p:ph type="title"/>
          </p:nvPr>
        </p:nvSpPr>
        <p:spPr>
          <a:xfrm>
            <a:off x="515937" y="394087"/>
            <a:ext cx="11160121" cy="430887"/>
          </a:xfrm>
          <a:prstGeom prst="rect">
            <a:avLst/>
          </a:prstGeom>
        </p:spPr>
        <p:txBody>
          <a:bodyPr vert="horz" lIns="0" tIns="0" rIns="0" bIns="0" rtlCol="0" anchor="t">
            <a:sp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316248D-B3A3-056F-8479-0D6380B8D80E}"/>
              </a:ext>
            </a:extLst>
          </p:cNvPr>
          <p:cNvSpPr>
            <a:spLocks noGrp="1"/>
          </p:cNvSpPr>
          <p:nvPr>
            <p:ph type="body" idx="1"/>
          </p:nvPr>
        </p:nvSpPr>
        <p:spPr>
          <a:xfrm>
            <a:off x="515937" y="1625600"/>
            <a:ext cx="11160123" cy="4605867"/>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grpSp>
        <p:nvGrpSpPr>
          <p:cNvPr id="7" name="Graphic 4">
            <a:extLst>
              <a:ext uri="{FF2B5EF4-FFF2-40B4-BE49-F238E27FC236}">
                <a16:creationId xmlns:a16="http://schemas.microsoft.com/office/drawing/2014/main" id="{FC3011FE-129A-723F-0258-2C3653C963AD}"/>
              </a:ext>
            </a:extLst>
          </p:cNvPr>
          <p:cNvGrpSpPr/>
          <p:nvPr/>
        </p:nvGrpSpPr>
        <p:grpSpPr>
          <a:xfrm>
            <a:off x="10864851" y="6468533"/>
            <a:ext cx="186267" cy="203200"/>
            <a:chOff x="8176402" y="4885530"/>
            <a:chExt cx="135493" cy="143018"/>
          </a:xfrm>
        </p:grpSpPr>
        <p:sp>
          <p:nvSpPr>
            <p:cNvPr id="21" name="Freeform: Shape 20">
              <a:extLst>
                <a:ext uri="{FF2B5EF4-FFF2-40B4-BE49-F238E27FC236}">
                  <a16:creationId xmlns:a16="http://schemas.microsoft.com/office/drawing/2014/main" id="{FDD1C6C7-4F4F-56E8-A7C8-A48C7E8DA5B6}"/>
                </a:ext>
              </a:extLst>
            </p:cNvPr>
            <p:cNvSpPr/>
            <p:nvPr/>
          </p:nvSpPr>
          <p:spPr>
            <a:xfrm>
              <a:off x="8176402" y="4885530"/>
              <a:ext cx="67770" cy="143018"/>
            </a:xfrm>
            <a:custGeom>
              <a:avLst/>
              <a:gdLst>
                <a:gd name="connsiteX0" fmla="*/ 67771 w 67770"/>
                <a:gd name="connsiteY0" fmla="*/ 0 h 143018"/>
                <a:gd name="connsiteX1" fmla="*/ 38767 w 67770"/>
                <a:gd name="connsiteY1" fmla="*/ 6144 h 143018"/>
                <a:gd name="connsiteX2" fmla="*/ 0 w 67770"/>
                <a:gd name="connsiteY2" fmla="*/ 143018 h 143018"/>
                <a:gd name="connsiteX3" fmla="*/ 33147 w 67770"/>
                <a:gd name="connsiteY3" fmla="*/ 135970 h 143018"/>
                <a:gd name="connsiteX4" fmla="*/ 44768 w 67770"/>
                <a:gd name="connsiteY4" fmla="*/ 93869 h 143018"/>
                <a:gd name="connsiteX5" fmla="*/ 67771 w 67770"/>
                <a:gd name="connsiteY5" fmla="*/ 88964 h 143018"/>
                <a:gd name="connsiteX6" fmla="*/ 67771 w 67770"/>
                <a:gd name="connsiteY6" fmla="*/ 60341 h 143018"/>
                <a:gd name="connsiteX7" fmla="*/ 53293 w 67770"/>
                <a:gd name="connsiteY7" fmla="*/ 63389 h 143018"/>
                <a:gd name="connsiteX8" fmla="*/ 67771 w 67770"/>
                <a:gd name="connsiteY8" fmla="*/ 11097 h 143018"/>
                <a:gd name="connsiteX9" fmla="*/ 67771 w 67770"/>
                <a:gd name="connsiteY9" fmla="*/ 0 h 14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770" h="143018">
                  <a:moveTo>
                    <a:pt x="67771" y="0"/>
                  </a:moveTo>
                  <a:lnTo>
                    <a:pt x="38767" y="6144"/>
                  </a:lnTo>
                  <a:lnTo>
                    <a:pt x="0" y="143018"/>
                  </a:lnTo>
                  <a:lnTo>
                    <a:pt x="33147" y="135970"/>
                  </a:lnTo>
                  <a:lnTo>
                    <a:pt x="44768" y="93869"/>
                  </a:lnTo>
                  <a:lnTo>
                    <a:pt x="67771" y="88964"/>
                  </a:lnTo>
                  <a:lnTo>
                    <a:pt x="67771" y="60341"/>
                  </a:lnTo>
                  <a:lnTo>
                    <a:pt x="53293" y="63389"/>
                  </a:lnTo>
                  <a:lnTo>
                    <a:pt x="67771" y="11097"/>
                  </a:lnTo>
                  <a:lnTo>
                    <a:pt x="67771" y="0"/>
                  </a:lnTo>
                  <a:close/>
                </a:path>
              </a:pathLst>
            </a:custGeom>
            <a:solidFill>
              <a:srgbClr val="000000"/>
            </a:solidFill>
            <a:ln w="4763" cap="flat">
              <a:noFill/>
              <a:prstDash val="solid"/>
              <a:miter/>
            </a:ln>
          </p:spPr>
          <p:txBody>
            <a:bodyPr rtlCol="0" anchor="ctr"/>
            <a:lstStyle/>
            <a:p>
              <a:endParaRPr lang="en-AU" sz="2400"/>
            </a:p>
          </p:txBody>
        </p:sp>
        <p:sp>
          <p:nvSpPr>
            <p:cNvPr id="22" name="Freeform: Shape 21">
              <a:extLst>
                <a:ext uri="{FF2B5EF4-FFF2-40B4-BE49-F238E27FC236}">
                  <a16:creationId xmlns:a16="http://schemas.microsoft.com/office/drawing/2014/main" id="{DABD7C35-BA12-9F26-537D-75B82B7D3876}"/>
                </a:ext>
              </a:extLst>
            </p:cNvPr>
            <p:cNvSpPr/>
            <p:nvPr/>
          </p:nvSpPr>
          <p:spPr>
            <a:xfrm>
              <a:off x="8244173" y="4885530"/>
              <a:ext cx="67722" cy="143018"/>
            </a:xfrm>
            <a:custGeom>
              <a:avLst/>
              <a:gdLst>
                <a:gd name="connsiteX0" fmla="*/ 0 w 67722"/>
                <a:gd name="connsiteY0" fmla="*/ 0 h 143018"/>
                <a:gd name="connsiteX1" fmla="*/ 0 w 67722"/>
                <a:gd name="connsiteY1" fmla="*/ 11097 h 143018"/>
                <a:gd name="connsiteX2" fmla="*/ 14478 w 67722"/>
                <a:gd name="connsiteY2" fmla="*/ 63389 h 143018"/>
                <a:gd name="connsiteX3" fmla="*/ 0 w 67722"/>
                <a:gd name="connsiteY3" fmla="*/ 60341 h 143018"/>
                <a:gd name="connsiteX4" fmla="*/ 0 w 67722"/>
                <a:gd name="connsiteY4" fmla="*/ 88964 h 143018"/>
                <a:gd name="connsiteX5" fmla="*/ 22955 w 67722"/>
                <a:gd name="connsiteY5" fmla="*/ 93869 h 143018"/>
                <a:gd name="connsiteX6" fmla="*/ 34575 w 67722"/>
                <a:gd name="connsiteY6" fmla="*/ 135970 h 143018"/>
                <a:gd name="connsiteX7" fmla="*/ 67723 w 67722"/>
                <a:gd name="connsiteY7" fmla="*/ 143018 h 143018"/>
                <a:gd name="connsiteX8" fmla="*/ 28956 w 67722"/>
                <a:gd name="connsiteY8" fmla="*/ 6144 h 143018"/>
                <a:gd name="connsiteX9" fmla="*/ 0 w 67722"/>
                <a:gd name="connsiteY9" fmla="*/ 0 h 14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722" h="143018">
                  <a:moveTo>
                    <a:pt x="0" y="0"/>
                  </a:moveTo>
                  <a:lnTo>
                    <a:pt x="0" y="11097"/>
                  </a:lnTo>
                  <a:lnTo>
                    <a:pt x="14478" y="63389"/>
                  </a:lnTo>
                  <a:lnTo>
                    <a:pt x="0" y="60341"/>
                  </a:lnTo>
                  <a:lnTo>
                    <a:pt x="0" y="88964"/>
                  </a:lnTo>
                  <a:lnTo>
                    <a:pt x="22955" y="93869"/>
                  </a:lnTo>
                  <a:lnTo>
                    <a:pt x="34575" y="135970"/>
                  </a:lnTo>
                  <a:lnTo>
                    <a:pt x="67723" y="143018"/>
                  </a:lnTo>
                  <a:lnTo>
                    <a:pt x="28956" y="6144"/>
                  </a:lnTo>
                  <a:lnTo>
                    <a:pt x="0" y="0"/>
                  </a:lnTo>
                  <a:close/>
                </a:path>
              </a:pathLst>
            </a:custGeom>
            <a:solidFill>
              <a:srgbClr val="808080"/>
            </a:solidFill>
            <a:ln w="4763" cap="flat">
              <a:noFill/>
              <a:prstDash val="solid"/>
              <a:miter/>
            </a:ln>
          </p:spPr>
          <p:txBody>
            <a:bodyPr rtlCol="0" anchor="ctr"/>
            <a:lstStyle/>
            <a:p>
              <a:endParaRPr lang="en-AU" sz="2400"/>
            </a:p>
          </p:txBody>
        </p:sp>
      </p:grpSp>
      <p:sp>
        <p:nvSpPr>
          <p:cNvPr id="8" name="Slide Number Placeholder 18">
            <a:extLst>
              <a:ext uri="{FF2B5EF4-FFF2-40B4-BE49-F238E27FC236}">
                <a16:creationId xmlns:a16="http://schemas.microsoft.com/office/drawing/2014/main" id="{56348CC3-4D9E-3009-191A-52A4BBC22FD7}"/>
              </a:ext>
            </a:extLst>
          </p:cNvPr>
          <p:cNvSpPr txBox="1">
            <a:spLocks/>
          </p:cNvSpPr>
          <p:nvPr/>
        </p:nvSpPr>
        <p:spPr>
          <a:xfrm>
            <a:off x="1838618" y="6362699"/>
            <a:ext cx="419100" cy="246221"/>
          </a:xfrm>
          <a:prstGeom prst="rect">
            <a:avLst/>
          </a:prstGeom>
          <a:noFill/>
        </p:spPr>
        <p:txBody>
          <a:bodyPr wrap="square">
            <a:sp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ptos" panose="020B0004020202020204" pitchFamily="34" charset="0"/>
              <a:defRPr lang="en-AU" sz="800" b="0" i="0" u="none" strike="noStrike" cap="none" smtClean="0">
                <a:solidFill>
                  <a:srgbClr val="000000"/>
                </a:solidFill>
                <a:latin typeface="+mj-lt"/>
                <a:ea typeface="Aptos" panose="020B0004020202020204" pitchFamily="34" charset="0"/>
                <a:cs typeface="Aptos" panose="020B0004020202020204" pitchFamily="34" charset="0"/>
                <a:sym typeface="Aptos" panose="020B0004020202020204" pitchFamily="34" charset="0"/>
              </a:defRPr>
            </a:lvl1pPr>
            <a:lvl2pPr marR="0" lvl="1"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2pPr>
            <a:lvl3pPr marR="0" lvl="2"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3pPr>
            <a:lvl4pPr marR="0" lvl="3"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4pPr>
            <a:lvl5pPr marR="0" lvl="4"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5pPr>
            <a:lvl6pPr marR="0" lvl="5"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6pPr>
            <a:lvl7pPr marR="0" lvl="6"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7pPr>
            <a:lvl8pPr marR="0" lvl="7"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8pPr>
            <a:lvl9pPr marR="0" lvl="8"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9pPr>
          </a:lstStyle>
          <a:p>
            <a:fld id="{A2294E5B-DE56-4C0C-83A2-06393784158A}" type="slidenum">
              <a:rPr lang="en-AU" sz="1000" smtClean="0">
                <a:solidFill>
                  <a:schemeClr val="tx1"/>
                </a:solidFill>
                <a:latin typeface="Verdana" panose="020B0604030504040204" pitchFamily="34" charset="0"/>
                <a:ea typeface="Verdana" panose="020B0604030504040204" pitchFamily="34" charset="0"/>
                <a:cs typeface="Verdana" panose="020B0604030504040204" pitchFamily="34" charset="0"/>
              </a:rPr>
              <a:pPr/>
              <a:t>‹#›</a:t>
            </a:fld>
            <a:endParaRPr lang="en-AU" sz="100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
        <p:nvSpPr>
          <p:cNvPr id="9" name="TextBox 8">
            <a:extLst>
              <a:ext uri="{FF2B5EF4-FFF2-40B4-BE49-F238E27FC236}">
                <a16:creationId xmlns:a16="http://schemas.microsoft.com/office/drawing/2014/main" id="{BDB4E33F-C9AE-AD75-BA0B-87F4D61986B6}"/>
              </a:ext>
            </a:extLst>
          </p:cNvPr>
          <p:cNvSpPr txBox="1"/>
          <p:nvPr/>
        </p:nvSpPr>
        <p:spPr>
          <a:xfrm>
            <a:off x="274789" y="6362693"/>
            <a:ext cx="1663700" cy="246221"/>
          </a:xfrm>
          <a:prstGeom prst="rect">
            <a:avLst/>
          </a:prstGeom>
          <a:noFill/>
        </p:spPr>
        <p:txBody>
          <a:bodyPr wrap="square">
            <a:spAutoFit/>
          </a:bodyPr>
          <a:lstStyle/>
          <a:p>
            <a:pPr algn="l"/>
            <a:r>
              <a:rPr lang="en-US" sz="1000" b="0" i="0">
                <a:solidFill>
                  <a:schemeClr val="tx1"/>
                </a:solidFill>
                <a:latin typeface="Verdana" panose="020B0604030504040204" pitchFamily="34" charset="0"/>
                <a:ea typeface="Verdana" panose="020B0604030504040204" pitchFamily="34" charset="0"/>
                <a:cs typeface="Verdana" panose="020B0604030504040204" pitchFamily="34" charset="0"/>
              </a:rPr>
              <a:t>Ascendion Confidential</a:t>
            </a:r>
          </a:p>
        </p:txBody>
      </p:sp>
      <p:sp>
        <p:nvSpPr>
          <p:cNvPr id="4" name="Graphic 10">
            <a:extLst>
              <a:ext uri="{FF2B5EF4-FFF2-40B4-BE49-F238E27FC236}">
                <a16:creationId xmlns:a16="http://schemas.microsoft.com/office/drawing/2014/main" id="{34A157B6-58AF-33D6-96CC-D1BE31D6A076}"/>
              </a:ext>
            </a:extLst>
          </p:cNvPr>
          <p:cNvSpPr/>
          <p:nvPr/>
        </p:nvSpPr>
        <p:spPr>
          <a:xfrm>
            <a:off x="2356339" y="6337426"/>
            <a:ext cx="9835661" cy="179324"/>
          </a:xfrm>
          <a:custGeom>
            <a:avLst/>
            <a:gdLst>
              <a:gd name="connsiteX0" fmla="*/ 5829300 w 5829300"/>
              <a:gd name="connsiteY0" fmla="*/ 134493 h 134493"/>
              <a:gd name="connsiteX1" fmla="*/ 5541740 w 5829300"/>
              <a:gd name="connsiteY1" fmla="*/ 134493 h 134493"/>
              <a:gd name="connsiteX2" fmla="*/ 4915853 w 5829300"/>
              <a:gd name="connsiteY2" fmla="*/ 0 h 134493"/>
              <a:gd name="connsiteX3" fmla="*/ 4285393 w 5829300"/>
              <a:gd name="connsiteY3" fmla="*/ 134493 h 134493"/>
              <a:gd name="connsiteX4" fmla="*/ 0 w 5829300"/>
              <a:gd name="connsiteY4" fmla="*/ 134493 h 134493"/>
              <a:gd name="connsiteX0" fmla="*/ 7376746 w 7376746"/>
              <a:gd name="connsiteY0" fmla="*/ 134493 h 134493"/>
              <a:gd name="connsiteX1" fmla="*/ 7089186 w 7376746"/>
              <a:gd name="connsiteY1" fmla="*/ 134493 h 134493"/>
              <a:gd name="connsiteX2" fmla="*/ 6463299 w 7376746"/>
              <a:gd name="connsiteY2" fmla="*/ 0 h 134493"/>
              <a:gd name="connsiteX3" fmla="*/ 5832839 w 7376746"/>
              <a:gd name="connsiteY3" fmla="*/ 134493 h 134493"/>
              <a:gd name="connsiteX4" fmla="*/ 0 w 7376746"/>
              <a:gd name="connsiteY4" fmla="*/ 134493 h 1344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76746" h="134493">
                <a:moveTo>
                  <a:pt x="7376746" y="134493"/>
                </a:moveTo>
                <a:lnTo>
                  <a:pt x="7089186" y="134493"/>
                </a:lnTo>
                <a:lnTo>
                  <a:pt x="6463299" y="0"/>
                </a:lnTo>
                <a:lnTo>
                  <a:pt x="5832839" y="134493"/>
                </a:lnTo>
                <a:lnTo>
                  <a:pt x="0" y="134493"/>
                </a:lnTo>
              </a:path>
            </a:pathLst>
          </a:custGeom>
          <a:noFill/>
          <a:ln w="9525" cap="flat">
            <a:solidFill>
              <a:schemeClr val="tx1"/>
            </a:solidFill>
            <a:prstDash val="solid"/>
            <a:miter/>
          </a:ln>
        </p:spPr>
        <p:txBody>
          <a:bodyPr rtlCol="0" anchor="ctr"/>
          <a:lstStyle/>
          <a:p>
            <a:endParaRPr lang="en-US" sz="2400"/>
          </a:p>
        </p:txBody>
      </p:sp>
      <p:cxnSp>
        <p:nvCxnSpPr>
          <p:cNvPr id="13" name="Straight Connector 12">
            <a:extLst>
              <a:ext uri="{FF2B5EF4-FFF2-40B4-BE49-F238E27FC236}">
                <a16:creationId xmlns:a16="http://schemas.microsoft.com/office/drawing/2014/main" id="{8A8BB966-C387-C92B-FA58-18AA05DC5645}"/>
              </a:ext>
            </a:extLst>
          </p:cNvPr>
          <p:cNvCxnSpPr>
            <a:cxnSpLocks/>
          </p:cNvCxnSpPr>
          <p:nvPr/>
        </p:nvCxnSpPr>
        <p:spPr>
          <a:xfrm>
            <a:off x="0" y="6515100"/>
            <a:ext cx="304800" cy="0"/>
          </a:xfrm>
          <a:prstGeom prst="line">
            <a:avLst/>
          </a:prstGeom>
          <a:noFill/>
          <a:ln w="9525" cap="flat">
            <a:solidFill>
              <a:schemeClr val="tx1"/>
            </a:solidFill>
            <a:prstDash val="solid"/>
            <a:miter/>
          </a:ln>
        </p:spPr>
        <p:style>
          <a:lnRef idx="1">
            <a:schemeClr val="accent1"/>
          </a:lnRef>
          <a:fillRef idx="0">
            <a:schemeClr val="accent1"/>
          </a:fillRef>
          <a:effectRef idx="0">
            <a:schemeClr val="accent1"/>
          </a:effectRef>
          <a:fontRef idx="minor">
            <a:schemeClr val="tx1"/>
          </a:fontRef>
        </p:style>
      </p:cxnSp>
      <p:pic>
        <p:nvPicPr>
          <p:cNvPr id="6" name="Graphic 5">
            <a:extLst>
              <a:ext uri="{FF2B5EF4-FFF2-40B4-BE49-F238E27FC236}">
                <a16:creationId xmlns:a16="http://schemas.microsoft.com/office/drawing/2014/main" id="{FD9D7BDB-8CD6-FF8E-F8F1-745DD690CC53}"/>
              </a:ext>
            </a:extLst>
          </p:cNvPr>
          <p:cNvPicPr>
            <a:picLocks noChangeAspect="1"/>
          </p:cNvPicPr>
          <p:nvPr userDrawn="1"/>
        </p:nvPicPr>
        <p:blipFill>
          <a:blip/>
          <a:stretch>
            <a:fillRect/>
          </a:stretch>
        </p:blipFill>
        <p:spPr>
          <a:xfrm>
            <a:off x="-1536700" y="1092200"/>
            <a:ext cx="1422400" cy="2870200"/>
          </a:xfrm>
          <a:prstGeom prst="rect">
            <a:avLst/>
          </a:prstGeom>
        </p:spPr>
      </p:pic>
      <p:pic>
        <p:nvPicPr>
          <p:cNvPr id="11" name="Picture 10" descr="A screenshot of a computer&#10;&#10;AI-generated content may be incorrect.">
            <a:extLst>
              <a:ext uri="{FF2B5EF4-FFF2-40B4-BE49-F238E27FC236}">
                <a16:creationId xmlns:a16="http://schemas.microsoft.com/office/drawing/2014/main" id="{B915B104-CF67-8593-1815-0DB440DCBFCB}"/>
              </a:ext>
            </a:extLst>
          </p:cNvPr>
          <p:cNvPicPr>
            <a:picLocks noChangeAspect="1"/>
          </p:cNvPicPr>
          <p:nvPr userDrawn="1"/>
        </p:nvPicPr>
        <p:blipFill>
          <a:blip/>
          <a:srcRect t="68935" b="6661"/>
          <a:stretch/>
        </p:blipFill>
        <p:spPr>
          <a:xfrm>
            <a:off x="-1524000" y="4198301"/>
            <a:ext cx="1435100" cy="227459"/>
          </a:xfrm>
          <a:prstGeom prst="rect">
            <a:avLst/>
          </a:prstGeom>
        </p:spPr>
      </p:pic>
    </p:spTree>
    <p:extLst>
      <p:ext uri="{BB962C8B-B14F-4D97-AF65-F5344CB8AC3E}">
        <p14:creationId xmlns:p14="http://schemas.microsoft.com/office/powerpoint/2010/main" val="232493633"/>
      </p:ext>
    </p:extLst>
  </p:cSld>
  <p:clrMap bg1="lt1" tx1="dk1" bg2="lt2" tx2="dk2" accent1="accent1" accent2="accent2" accent3="accent3" accent4="accent4" accent5="accent5" accent6="accent6" hlink="hlink" folHlink="folHlink"/>
  <p:sldLayoutIdLst>
    <p:sldLayoutId id="2147483768" r:id="rId1"/>
    <p:sldLayoutId id="2147483769" r:id="rId2"/>
    <p:sldLayoutId id="2147483770" r:id="rId3"/>
    <p:sldLayoutId id="2147483771" r:id="rId4"/>
    <p:sldLayoutId id="2147483772" r:id="rId5"/>
    <p:sldLayoutId id="2147483773" r:id="rId6"/>
    <p:sldLayoutId id="2147483774" r:id="rId7"/>
    <p:sldLayoutId id="2147483775" r:id="rId8"/>
    <p:sldLayoutId id="2147483776" r:id="rId9"/>
    <p:sldLayoutId id="2147483777" r:id="rId10"/>
    <p:sldLayoutId id="2147483778" r:id="rId11"/>
    <p:sldLayoutId id="2147483779" r:id="rId12"/>
    <p:sldLayoutId id="2147483780" r:id="rId13"/>
    <p:sldLayoutId id="2147483781" r:id="rId14"/>
    <p:sldLayoutId id="2147483782" r:id="rId15"/>
  </p:sldLayoutIdLst>
  <p:hf hdr="0" dt="0"/>
  <p:txStyles>
    <p:titleStyle>
      <a:lvl1pPr algn="l" defTabSz="914377" rtl="0" eaLnBrk="1" latinLnBrk="0" hangingPunct="1">
        <a:lnSpc>
          <a:spcPct val="100000"/>
        </a:lnSpc>
        <a:spcBef>
          <a:spcPct val="0"/>
        </a:spcBef>
        <a:spcAft>
          <a:spcPts val="600"/>
        </a:spcAft>
        <a:buNone/>
        <a:defRPr sz="2800" b="1" i="0" kern="1200">
          <a:solidFill>
            <a:schemeClr val="tx1"/>
          </a:solidFill>
          <a:latin typeface="PP Neue Machina Plain Ultrabold" pitchFamily="50" charset="0"/>
          <a:ea typeface="+mj-ea"/>
          <a:cs typeface="+mj-cs"/>
        </a:defRPr>
      </a:lvl1pPr>
    </p:titleStyle>
    <p:bodyStyle>
      <a:lvl1pPr marL="228594" indent="-228594" algn="l" defTabSz="914377" rtl="0" eaLnBrk="1" latinLnBrk="0" hangingPunct="1">
        <a:lnSpc>
          <a:spcPct val="100000"/>
        </a:lnSpc>
        <a:spcBef>
          <a:spcPts val="1000"/>
        </a:spcBef>
        <a:spcAft>
          <a:spcPts val="600"/>
        </a:spcAft>
        <a:buFont typeface="Aptos" panose="020B0004020202020204" pitchFamily="34" charset="0"/>
        <a:buChar char="•"/>
        <a:defRPr sz="1867"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783" indent="-228594" algn="l" defTabSz="914377" rtl="0" eaLnBrk="1" latinLnBrk="0" hangingPunct="1">
        <a:lnSpc>
          <a:spcPct val="100000"/>
        </a:lnSpc>
        <a:spcBef>
          <a:spcPts val="500"/>
        </a:spcBef>
        <a:spcAft>
          <a:spcPts val="600"/>
        </a:spcAft>
        <a:buFont typeface="Aptos" panose="020B0004020202020204" pitchFamily="34" charset="0"/>
        <a:buChar char="•"/>
        <a:defRPr sz="16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2971" indent="-228594" algn="l" defTabSz="914377" rtl="0" eaLnBrk="1" latinLnBrk="0" hangingPunct="1">
        <a:lnSpc>
          <a:spcPct val="100000"/>
        </a:lnSpc>
        <a:spcBef>
          <a:spcPts val="500"/>
        </a:spcBef>
        <a:spcAft>
          <a:spcPts val="600"/>
        </a:spcAft>
        <a:buFont typeface="Aptos" panose="020B0004020202020204" pitchFamily="34" charset="0"/>
        <a:buChar char="•"/>
        <a:defRPr sz="1333"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160" indent="-228594" algn="l" defTabSz="914377" rtl="0" eaLnBrk="1" latinLnBrk="0" hangingPunct="1">
        <a:lnSpc>
          <a:spcPct val="90000"/>
        </a:lnSpc>
        <a:spcBef>
          <a:spcPts val="500"/>
        </a:spcBef>
        <a:buFont typeface="Aptos" panose="020B0004020202020204" pitchFamily="34" charset="0"/>
        <a:buChar char="•"/>
        <a:defRPr sz="1200" b="0" i="0" kern="1200">
          <a:solidFill>
            <a:schemeClr val="tx1"/>
          </a:solidFill>
          <a:latin typeface="Aptos" panose="020B0004020202020204" pitchFamily="34" charset="0"/>
          <a:ea typeface="+mn-ea"/>
          <a:cs typeface="Aptos" panose="020B0004020202020204" pitchFamily="34" charset="0"/>
        </a:defRPr>
      </a:lvl4pPr>
      <a:lvl5pPr marL="2057349" indent="-228594" algn="l" defTabSz="914377" rtl="0" eaLnBrk="1" latinLnBrk="0" hangingPunct="1">
        <a:lnSpc>
          <a:spcPct val="90000"/>
        </a:lnSpc>
        <a:spcBef>
          <a:spcPts val="500"/>
        </a:spcBef>
        <a:buFont typeface="Aptos" panose="020B0004020202020204" pitchFamily="34" charset="0"/>
        <a:buChar char="•"/>
        <a:defRPr sz="1200" b="0" i="0" kern="1200">
          <a:solidFill>
            <a:schemeClr val="tx1"/>
          </a:solidFill>
          <a:latin typeface="Aptos" panose="020B0004020202020204" pitchFamily="34" charset="0"/>
          <a:ea typeface="+mn-ea"/>
          <a:cs typeface="Aptos" panose="020B0004020202020204" pitchFamily="34" charset="0"/>
        </a:defRPr>
      </a:lvl5pPr>
      <a:lvl6pPr marL="2514537" indent="-228594" algn="l" defTabSz="914377" rtl="0" eaLnBrk="1" latinLnBrk="0" hangingPunct="1">
        <a:lnSpc>
          <a:spcPct val="90000"/>
        </a:lnSpc>
        <a:spcBef>
          <a:spcPts val="500"/>
        </a:spcBef>
        <a:buFont typeface="Aptos" panose="020B00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ptos" panose="020B00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ptos" panose="020B00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ptos" panose="020B00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C7BCF452-713F-FCFA-31EB-98778F7AD576}"/>
              </a:ext>
            </a:extLst>
          </p:cNvPr>
          <p:cNvPicPr>
            <a:picLocks noGrp="1" noChangeAspect="1"/>
          </p:cNvPicPr>
          <p:nvPr>
            <p:ph type="pic" idx="2"/>
          </p:nvPr>
        </p:nvPicPr>
        <p:blipFill>
          <a:blip/>
          <a:srcRect l="44" r="44"/>
          <a:stretch/>
        </p:blipFill>
        <p:spPr/>
      </p:pic>
      <p:sp>
        <p:nvSpPr>
          <p:cNvPr id="14" name="Title 13">
            <a:extLst>
              <a:ext uri="{FF2B5EF4-FFF2-40B4-BE49-F238E27FC236}">
                <a16:creationId xmlns:a16="http://schemas.microsoft.com/office/drawing/2014/main" id="{40811B93-43B1-47D8-1DBE-8EB3FB6795A0}"/>
              </a:ext>
            </a:extLst>
          </p:cNvPr>
          <p:cNvSpPr>
            <a:spLocks noGrp="1"/>
          </p:cNvSpPr>
          <p:nvPr>
            <p:ph type="ctrTitle"/>
          </p:nvPr>
        </p:nvSpPr>
        <p:spPr>
          <a:xfrm>
            <a:off x="773230" y="3022881"/>
            <a:ext cx="6524502" cy="1648046"/>
          </a:xfrm>
          <a:effectLst>
            <a:outerShdw blurRad="489867" dist="38100" dir="2700000" algn="tl" rotWithShape="0">
              <a:prstClr val="black">
                <a:alpha val="88000"/>
              </a:prstClr>
            </a:outerShdw>
          </a:effectLst>
        </p:spPr>
        <p:txBody>
          <a:bodyPr>
            <a:normAutofit fontScale="90000"/>
          </a:bodyPr>
          <a:lstStyle/>
          <a:p>
            <a:pPr>
              <a:lnSpc>
                <a:spcPct val="100000"/>
              </a:lnSpc>
            </a:pPr>
            <a:r>
              <a:rPr lang="en-IN" sz="4800" b="1" dirty="0">
                <a:solidFill>
                  <a:schemeClr val="bg1"/>
                </a:solidFill>
                <a:latin typeface="PP Neue Machina Plain Ultrabold"/>
              </a:rPr>
              <a:t>10x Accelerated Talent Program</a:t>
            </a:r>
            <a:br>
              <a:rPr lang="en-IN" sz="4800" b="1" dirty="0">
                <a:solidFill>
                  <a:schemeClr val="bg1"/>
                </a:solidFill>
                <a:latin typeface="PP Neue Machina Plain Ultrabold"/>
              </a:rPr>
            </a:br>
            <a:r>
              <a:rPr lang="en-IN" sz="2800" b="1" dirty="0">
                <a:solidFill>
                  <a:schemeClr val="bg1"/>
                </a:solidFill>
                <a:latin typeface="PP Neue Machina Plain Ultrabold"/>
              </a:rPr>
              <a:t>Operating Plan  |  Leadership Review</a:t>
            </a:r>
            <a:endParaRPr lang="en-IN" sz="4800" b="1" dirty="0">
              <a:solidFill>
                <a:schemeClr val="bg1"/>
              </a:solidFill>
              <a:latin typeface="PP Neue Machina Plain Ultrabold"/>
            </a:endParaRPr>
          </a:p>
        </p:txBody>
      </p:sp>
      <p:pic>
        <p:nvPicPr>
          <p:cNvPr id="6" name="Graphic 5">
            <a:extLst>
              <a:ext uri="{FF2B5EF4-FFF2-40B4-BE49-F238E27FC236}">
                <a16:creationId xmlns:a16="http://schemas.microsoft.com/office/drawing/2014/main" id="{71A00361-B9E9-682B-EA9E-CEB8F581423F}"/>
              </a:ext>
            </a:extLst>
          </p:cNvPr>
          <p:cNvPicPr>
            <a:picLocks noChangeAspect="1"/>
          </p:cNvPicPr>
          <p:nvPr/>
        </p:nvPicPr>
        <p:blipFill>
          <a:blip r:embed="rId4">
            <a:extLst>
              <a:ext uri="{96DAC541-7B7A-43D3-8B79-37D633B846F1}">
                <asvg:svgBlip xmlns:asvg="http://schemas.microsoft.com/office/drawing/2016/SVG/main"/>
              </a:ext>
            </a:extLst>
          </a:blip>
          <a:stretch>
            <a:fillRect/>
          </a:stretch>
        </p:blipFill>
        <p:spPr>
          <a:xfrm>
            <a:off x="773230" y="617556"/>
            <a:ext cx="2810233" cy="646031"/>
          </a:xfrm>
          <a:prstGeom prst="rect">
            <a:avLst/>
          </a:prstGeom>
        </p:spPr>
      </p:pic>
      <p:pic>
        <p:nvPicPr>
          <p:cNvPr id="2" name="Picture 1">
            <a:extLst>
              <a:ext uri="{FF2B5EF4-FFF2-40B4-BE49-F238E27FC236}">
                <a16:creationId xmlns:a16="http://schemas.microsoft.com/office/drawing/2014/main" id="{6BB8EB53-5FDC-C5D0-8960-D910AB2EFD2E}"/>
              </a:ext>
            </a:extLst>
          </p:cNvPr>
          <p:cNvPicPr>
            <a:picLocks noChangeAspect="1"/>
          </p:cNvPicPr>
          <p:nvPr/>
        </p:nvPicPr>
        <p:blipFill>
          <a:blip/>
          <a:stretch>
            <a:fillRect/>
          </a:stretch>
        </p:blipFill>
        <p:spPr>
          <a:xfrm rot="1800000">
            <a:off x="10992680" y="-5356030"/>
            <a:ext cx="2885530" cy="5745968"/>
          </a:xfrm>
          <a:prstGeom prst="rect">
            <a:avLst/>
          </a:prstGeom>
        </p:spPr>
      </p:pic>
    </p:spTree>
    <p:extLst>
      <p:ext uri="{BB962C8B-B14F-4D97-AF65-F5344CB8AC3E}">
        <p14:creationId xmlns:p14="http://schemas.microsoft.com/office/powerpoint/2010/main" val="29395920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3152"/>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411480"/>
            <a:ext cx="164592" cy="164592"/>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365760"/>
            <a:ext cx="9144000" cy="274320"/>
          </a:xfrm>
          <a:prstGeom prst="rect">
            <a:avLst/>
          </a:prstGeom>
          <a:noFill/>
        </p:spPr>
        <p:txBody>
          <a:bodyPr wrap="square" lIns="0" tIns="0" rIns="0" bIns="0" anchor="t">
            <a:spAutoFit/>
          </a:bodyPr>
          <a:lstStyle/>
          <a:p>
            <a:r>
              <a:rPr lang="en-US" sz="1100" b="1" dirty="0">
                <a:solidFill>
                  <a:srgbClr val="F96167"/>
                </a:solidFill>
                <a:latin typeface="Calibri"/>
              </a:rPr>
              <a:t>01  |  THE THESIS</a:t>
            </a:r>
          </a:p>
        </p:txBody>
      </p:sp>
      <p:sp>
        <p:nvSpPr>
          <p:cNvPr id="5" name="TextBox 4"/>
          <p:cNvSpPr txBox="1"/>
          <p:nvPr/>
        </p:nvSpPr>
        <p:spPr>
          <a:xfrm>
            <a:off x="457200" y="640080"/>
            <a:ext cx="11247120" cy="548640"/>
          </a:xfrm>
          <a:prstGeom prst="rect">
            <a:avLst/>
          </a:prstGeom>
          <a:noFill/>
        </p:spPr>
        <p:txBody>
          <a:bodyPr wrap="square" lIns="0" tIns="0" rIns="0" bIns="0" anchor="t">
            <a:spAutoFit/>
          </a:bodyPr>
          <a:lstStyle/>
          <a:p>
            <a:r>
              <a:rPr lang="en-US" sz="1800" b="1" dirty="0">
                <a:solidFill>
                  <a:srgbClr val="1E2761"/>
                </a:solidFill>
                <a:latin typeface="Calibri"/>
              </a:rPr>
              <a:t>What this program is for</a:t>
            </a:r>
          </a:p>
        </p:txBody>
      </p:sp>
      <p:sp>
        <p:nvSpPr>
          <p:cNvPr id="6" name="Rectangle 5"/>
          <p:cNvSpPr/>
          <p:nvPr/>
        </p:nvSpPr>
        <p:spPr>
          <a:xfrm>
            <a:off x="457200" y="1117600"/>
            <a:ext cx="11252200" cy="13335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117600"/>
            <a:ext cx="114300" cy="13335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3600" y="1181100"/>
            <a:ext cx="10515600" cy="228600"/>
          </a:xfrm>
          <a:prstGeom prst="rect">
            <a:avLst/>
          </a:prstGeom>
          <a:noFill/>
        </p:spPr>
        <p:txBody>
          <a:bodyPr wrap="square" lIns="0" tIns="0" rIns="0" bIns="0" anchor="t">
            <a:spAutoFit/>
          </a:bodyPr>
          <a:lstStyle/>
          <a:p>
            <a:r>
              <a:rPr lang="en-US" sz="1200" b="1" dirty="0">
                <a:solidFill>
                  <a:srgbClr val="F96167"/>
                </a:solidFill>
                <a:latin typeface="Calibri"/>
              </a:rPr>
              <a:t>OPERATING PRINCIPLE</a:t>
            </a:r>
          </a:p>
        </p:txBody>
      </p:sp>
      <p:sp>
        <p:nvSpPr>
          <p:cNvPr id="9" name="TextBox 8"/>
          <p:cNvSpPr txBox="1"/>
          <p:nvPr/>
        </p:nvSpPr>
        <p:spPr>
          <a:xfrm>
            <a:off x="863600" y="1460500"/>
            <a:ext cx="10515600" cy="430887"/>
          </a:xfrm>
          <a:prstGeom prst="rect">
            <a:avLst/>
          </a:prstGeom>
          <a:noFill/>
        </p:spPr>
        <p:txBody>
          <a:bodyPr wrap="square" lIns="0" tIns="0" rIns="0" bIns="0" anchor="t">
            <a:spAutoFit/>
          </a:bodyPr>
          <a:lstStyle/>
          <a:p>
            <a:r>
              <a:rPr lang="en-US" sz="1400" b="0" dirty="0">
                <a:solidFill>
                  <a:srgbClr val="FFFFFF"/>
                </a:solidFill>
                <a:latin typeface="Calibri"/>
              </a:rPr>
              <a:t>We run the program by segment: Ascender is the 0–2 year track, Principal is the 2–6 year track. The evaluation path changes by candidate type. The purpose is to find the right proof for each segment.</a:t>
            </a:r>
          </a:p>
        </p:txBody>
      </p:sp>
      <p:sp>
        <p:nvSpPr>
          <p:cNvPr id="10" name="Rectangle 9"/>
          <p:cNvSpPr/>
          <p:nvPr/>
        </p:nvSpPr>
        <p:spPr>
          <a:xfrm>
            <a:off x="457200" y="2603500"/>
            <a:ext cx="3657600" cy="37465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57200" y="2628900"/>
            <a:ext cx="3657600" cy="762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85800" y="2819400"/>
            <a:ext cx="3200400" cy="279400"/>
          </a:xfrm>
          <a:prstGeom prst="rect">
            <a:avLst/>
          </a:prstGeom>
          <a:noFill/>
        </p:spPr>
        <p:txBody>
          <a:bodyPr wrap="square" lIns="0" tIns="0" rIns="0" bIns="0" anchor="t">
            <a:spAutoFit/>
          </a:bodyPr>
          <a:lstStyle/>
          <a:p>
            <a:r>
              <a:rPr lang="en-US" sz="1400" b="1" dirty="0">
                <a:solidFill>
                  <a:srgbClr val="1E2761"/>
                </a:solidFill>
                <a:latin typeface="Calibri"/>
              </a:rPr>
              <a:t>SELECTION LENS</a:t>
            </a:r>
          </a:p>
        </p:txBody>
      </p:sp>
      <p:sp>
        <p:nvSpPr>
          <p:cNvPr id="13" name="TextBox 12"/>
          <p:cNvSpPr txBox="1"/>
          <p:nvPr/>
        </p:nvSpPr>
        <p:spPr>
          <a:xfrm>
            <a:off x="711200" y="3213100"/>
            <a:ext cx="3200400" cy="3746500"/>
          </a:xfrm>
          <a:prstGeom prst="rect">
            <a:avLst/>
          </a:prstGeom>
          <a:noFill/>
        </p:spPr>
        <p:txBody>
          <a:bodyPr wrap="square" lIns="0" tIns="0" rIns="0" bIns="0" anchor="t">
            <a:spAutoFit/>
          </a:bodyPr>
          <a:lstStyle/>
          <a:p>
            <a:r>
              <a:rPr lang="en-US" sz="1300" b="0" dirty="0">
                <a:solidFill>
                  <a:srgbClr val="36454F"/>
                </a:solidFill>
                <a:latin typeface="Calibri"/>
              </a:rPr>
              <a:t>The score will follow an 80/20 model. Eighty percent comes from demonstrated technical capability. Twenty percent comes from pedigree and experience context — college tier, company environment, tenure, or role complexity.</a:t>
            </a:r>
          </a:p>
        </p:txBody>
      </p:sp>
      <p:sp>
        <p:nvSpPr>
          <p:cNvPr id="14" name="Rectangle 13"/>
          <p:cNvSpPr/>
          <p:nvPr/>
        </p:nvSpPr>
        <p:spPr>
          <a:xfrm>
            <a:off x="4254500" y="2603500"/>
            <a:ext cx="3657600" cy="37465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254500" y="2628900"/>
            <a:ext cx="3657600" cy="762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483100" y="2819400"/>
            <a:ext cx="3200400" cy="279400"/>
          </a:xfrm>
          <a:prstGeom prst="rect">
            <a:avLst/>
          </a:prstGeom>
          <a:noFill/>
        </p:spPr>
        <p:txBody>
          <a:bodyPr wrap="square" lIns="0" tIns="0" rIns="0" bIns="0" anchor="t">
            <a:spAutoFit/>
          </a:bodyPr>
          <a:lstStyle/>
          <a:p>
            <a:r>
              <a:rPr lang="en-US" sz="1400" b="1" dirty="0">
                <a:solidFill>
                  <a:srgbClr val="1E2761"/>
                </a:solidFill>
                <a:latin typeface="Calibri"/>
              </a:rPr>
              <a:t>ASCENDER TRACK</a:t>
            </a:r>
          </a:p>
        </p:txBody>
      </p:sp>
      <p:sp>
        <p:nvSpPr>
          <p:cNvPr id="17" name="TextBox 16"/>
          <p:cNvSpPr txBox="1"/>
          <p:nvPr/>
        </p:nvSpPr>
        <p:spPr>
          <a:xfrm>
            <a:off x="4521200" y="3154680"/>
            <a:ext cx="3200400" cy="3746500"/>
          </a:xfrm>
          <a:prstGeom prst="rect">
            <a:avLst/>
          </a:prstGeom>
          <a:noFill/>
        </p:spPr>
        <p:txBody>
          <a:bodyPr wrap="square" lIns="0" tIns="0" rIns="0" bIns="0" anchor="t">
            <a:spAutoFit/>
          </a:bodyPr>
          <a:lstStyle/>
          <a:p>
            <a:r>
              <a:rPr lang="en-US" sz="1300" b="0" dirty="0">
                <a:solidFill>
                  <a:srgbClr val="36454F"/>
                </a:solidFill>
                <a:latin typeface="Calibri"/>
              </a:rPr>
              <a:t>0–2 years. Two sub-segments: Academia and Early Career. Evaluated on learning velocity, decomposition, coding discipline, finish quality, and healthy AI use.</a:t>
            </a:r>
          </a:p>
        </p:txBody>
      </p:sp>
      <p:sp>
        <p:nvSpPr>
          <p:cNvPr id="18" name="Rectangle 17"/>
          <p:cNvSpPr/>
          <p:nvPr/>
        </p:nvSpPr>
        <p:spPr>
          <a:xfrm>
            <a:off x="8051800" y="2603500"/>
            <a:ext cx="3657600" cy="37465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51800" y="2628900"/>
            <a:ext cx="3657600" cy="762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80400" y="2819400"/>
            <a:ext cx="3200400" cy="279400"/>
          </a:xfrm>
          <a:prstGeom prst="rect">
            <a:avLst/>
          </a:prstGeom>
          <a:noFill/>
        </p:spPr>
        <p:txBody>
          <a:bodyPr wrap="square" lIns="0" tIns="0" rIns="0" bIns="0" anchor="t">
            <a:spAutoFit/>
          </a:bodyPr>
          <a:lstStyle/>
          <a:p>
            <a:r>
              <a:rPr lang="en-US" sz="1400" b="1" dirty="0">
                <a:solidFill>
                  <a:srgbClr val="1E2761"/>
                </a:solidFill>
                <a:latin typeface="Calibri"/>
              </a:rPr>
              <a:t>PRINCIPAL TRACK</a:t>
            </a:r>
          </a:p>
        </p:txBody>
      </p:sp>
      <p:sp>
        <p:nvSpPr>
          <p:cNvPr id="21" name="TextBox 20"/>
          <p:cNvSpPr txBox="1"/>
          <p:nvPr/>
        </p:nvSpPr>
        <p:spPr>
          <a:xfrm>
            <a:off x="8257032" y="3154680"/>
            <a:ext cx="3200400" cy="3746500"/>
          </a:xfrm>
          <a:prstGeom prst="rect">
            <a:avLst/>
          </a:prstGeom>
          <a:noFill/>
        </p:spPr>
        <p:txBody>
          <a:bodyPr wrap="square" lIns="0" tIns="0" rIns="0" bIns="0" anchor="t">
            <a:spAutoFit/>
          </a:bodyPr>
          <a:lstStyle/>
          <a:p>
            <a:r>
              <a:rPr lang="en-US" sz="1300" b="0" dirty="0">
                <a:solidFill>
                  <a:srgbClr val="36454F"/>
                </a:solidFill>
                <a:latin typeface="Calibri"/>
              </a:rPr>
              <a:t>2–6 years. Two sub-segments: External and Internal. Evaluated on architecture judgment, trade-off quality, sequencing, systems thinking, and delivery context.</a:t>
            </a:r>
          </a:p>
        </p:txBody>
      </p:sp>
    </p:spTree>
    <p:extLst>
      <p:ext uri="{BB962C8B-B14F-4D97-AF65-F5344CB8AC3E}">
        <p14:creationId xmlns:p14="http://schemas.microsoft.com/office/powerpoint/2010/main" val="2169355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3152"/>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411480"/>
            <a:ext cx="164592" cy="164592"/>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365760"/>
            <a:ext cx="9144000" cy="274320"/>
          </a:xfrm>
          <a:prstGeom prst="rect">
            <a:avLst/>
          </a:prstGeom>
          <a:noFill/>
        </p:spPr>
        <p:txBody>
          <a:bodyPr wrap="square" lIns="0" tIns="0" rIns="0" bIns="0" anchor="t">
            <a:spAutoFit/>
          </a:bodyPr>
          <a:lstStyle/>
          <a:p>
            <a:r>
              <a:rPr lang="en-US" sz="1100" b="1" dirty="0">
                <a:solidFill>
                  <a:srgbClr val="F96167"/>
                </a:solidFill>
                <a:latin typeface="Calibri"/>
              </a:rPr>
              <a:t>02  |  PROGRAM SHAPE</a:t>
            </a:r>
          </a:p>
        </p:txBody>
      </p:sp>
      <p:sp>
        <p:nvSpPr>
          <p:cNvPr id="5" name="TextBox 4"/>
          <p:cNvSpPr txBox="1"/>
          <p:nvPr/>
        </p:nvSpPr>
        <p:spPr>
          <a:xfrm>
            <a:off x="457200" y="640080"/>
            <a:ext cx="11247120" cy="548640"/>
          </a:xfrm>
          <a:prstGeom prst="rect">
            <a:avLst/>
          </a:prstGeom>
          <a:noFill/>
        </p:spPr>
        <p:txBody>
          <a:bodyPr wrap="square" lIns="0" tIns="0" rIns="0" bIns="0" anchor="t">
            <a:spAutoFit/>
          </a:bodyPr>
          <a:lstStyle/>
          <a:p>
            <a:r>
              <a:rPr lang="en-US" sz="2000" b="1" dirty="0">
                <a:solidFill>
                  <a:srgbClr val="1E2761"/>
                </a:solidFill>
                <a:latin typeface="Calibri"/>
              </a:rPr>
              <a:t>Four segments. Two tracks. Each evaluated on its own terms.</a:t>
            </a:r>
          </a:p>
        </p:txBody>
      </p:sp>
      <p:sp>
        <p:nvSpPr>
          <p:cNvPr id="7" name="Rectangle 6"/>
          <p:cNvSpPr/>
          <p:nvPr/>
        </p:nvSpPr>
        <p:spPr>
          <a:xfrm>
            <a:off x="457200" y="1143000"/>
            <a:ext cx="5486400" cy="2628900"/>
          </a:xfrm>
          <a:prstGeom prst="rect">
            <a:avLst/>
          </a:prstGeom>
          <a:solidFill>
            <a:srgbClr val="FFFFFF"/>
          </a:solidFill>
          <a:ln w="9525">
            <a:solidFill>
              <a:srgbClr val="8A94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1143000"/>
            <a:ext cx="5486400"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4700" y="1189696"/>
            <a:ext cx="4851400" cy="279400"/>
          </a:xfrm>
          <a:prstGeom prst="rect">
            <a:avLst/>
          </a:prstGeom>
          <a:noFill/>
        </p:spPr>
        <p:txBody>
          <a:bodyPr wrap="square" lIns="0" tIns="0" rIns="0" bIns="0" anchor="t">
            <a:spAutoFit/>
          </a:bodyPr>
          <a:lstStyle/>
          <a:p>
            <a:r>
              <a:rPr lang="en-US" sz="1600" b="1" dirty="0">
                <a:solidFill>
                  <a:srgbClr val="FFFFFF"/>
                </a:solidFill>
                <a:latin typeface="Calibri"/>
              </a:rPr>
              <a:t>ASCENDER  |  ACADEMIA</a:t>
            </a:r>
          </a:p>
        </p:txBody>
      </p:sp>
      <p:sp>
        <p:nvSpPr>
          <p:cNvPr id="10" name="TextBox 9"/>
          <p:cNvSpPr txBox="1"/>
          <p:nvPr/>
        </p:nvSpPr>
        <p:spPr>
          <a:xfrm>
            <a:off x="713232" y="1441464"/>
            <a:ext cx="4851400" cy="153888"/>
          </a:xfrm>
          <a:prstGeom prst="rect">
            <a:avLst/>
          </a:prstGeom>
          <a:noFill/>
        </p:spPr>
        <p:txBody>
          <a:bodyPr wrap="square" lIns="0" tIns="0" rIns="0" bIns="0" anchor="t">
            <a:spAutoFit/>
          </a:bodyPr>
          <a:lstStyle/>
          <a:p>
            <a:r>
              <a:rPr lang="en-US" sz="1000" b="0" dirty="0">
                <a:solidFill>
                  <a:srgbClr val="FFFFFF"/>
                </a:solidFill>
                <a:latin typeface="Calibri"/>
              </a:rPr>
              <a:t>Final-year students and fresh graduates</a:t>
            </a:r>
          </a:p>
        </p:txBody>
      </p:sp>
      <p:sp>
        <p:nvSpPr>
          <p:cNvPr id="11" name="TextBox 10"/>
          <p:cNvSpPr txBox="1"/>
          <p:nvPr/>
        </p:nvSpPr>
        <p:spPr>
          <a:xfrm>
            <a:off x="774700" y="1752600"/>
            <a:ext cx="4851400" cy="1270000"/>
          </a:xfrm>
          <a:prstGeom prst="rect">
            <a:avLst/>
          </a:prstGeom>
          <a:noFill/>
        </p:spPr>
        <p:txBody>
          <a:bodyPr wrap="square" lIns="0" tIns="0" rIns="0" bIns="0" anchor="t">
            <a:spAutoFit/>
          </a:bodyPr>
          <a:lstStyle/>
          <a:p>
            <a:r>
              <a:rPr lang="en-US" sz="1300" b="0" dirty="0">
                <a:solidFill>
                  <a:srgbClr val="36454F"/>
                </a:solidFill>
                <a:latin typeface="Calibri"/>
              </a:rPr>
              <a:t>IIT/NIT and Tier 2 colleges bring different contexts but the same signal requirements. Look for learning velocity, problem framing, builder instinct, and disciplined AI use. Context feeds the 20 percent weight; capability drives the 80 percent.</a:t>
            </a:r>
          </a:p>
        </p:txBody>
      </p:sp>
      <p:sp>
        <p:nvSpPr>
          <p:cNvPr id="17" name="Rectangle 16"/>
          <p:cNvSpPr/>
          <p:nvPr/>
        </p:nvSpPr>
        <p:spPr>
          <a:xfrm>
            <a:off x="6261100" y="1143000"/>
            <a:ext cx="5486400" cy="2628900"/>
          </a:xfrm>
          <a:prstGeom prst="rect">
            <a:avLst/>
          </a:prstGeom>
          <a:solidFill>
            <a:srgbClr val="FFFFFF"/>
          </a:solidFill>
          <a:ln w="9525">
            <a:solidFill>
              <a:srgbClr val="8A94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61100" y="1143000"/>
            <a:ext cx="5486400"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578600" y="1231900"/>
            <a:ext cx="4851400" cy="279400"/>
          </a:xfrm>
          <a:prstGeom prst="rect">
            <a:avLst/>
          </a:prstGeom>
          <a:noFill/>
        </p:spPr>
        <p:txBody>
          <a:bodyPr wrap="square" lIns="0" tIns="0" rIns="0" bIns="0" anchor="t">
            <a:spAutoFit/>
          </a:bodyPr>
          <a:lstStyle/>
          <a:p>
            <a:r>
              <a:rPr lang="en-US" sz="1600" b="1" dirty="0">
                <a:solidFill>
                  <a:srgbClr val="FFFFFF"/>
                </a:solidFill>
                <a:latin typeface="Calibri"/>
              </a:rPr>
              <a:t>ASCENDER  |  EARLY CAREER</a:t>
            </a:r>
          </a:p>
        </p:txBody>
      </p:sp>
      <p:sp>
        <p:nvSpPr>
          <p:cNvPr id="20" name="TextBox 19"/>
          <p:cNvSpPr txBox="1"/>
          <p:nvPr/>
        </p:nvSpPr>
        <p:spPr>
          <a:xfrm>
            <a:off x="6578600" y="1498600"/>
            <a:ext cx="4851400" cy="153888"/>
          </a:xfrm>
          <a:prstGeom prst="rect">
            <a:avLst/>
          </a:prstGeom>
          <a:noFill/>
        </p:spPr>
        <p:txBody>
          <a:bodyPr wrap="square" lIns="0" tIns="0" rIns="0" bIns="0" anchor="t">
            <a:spAutoFit/>
          </a:bodyPr>
          <a:lstStyle/>
          <a:p>
            <a:r>
              <a:rPr lang="en-US" sz="1000" b="0" dirty="0">
                <a:solidFill>
                  <a:srgbClr val="FFFFFF"/>
                </a:solidFill>
                <a:latin typeface="Calibri"/>
              </a:rPr>
              <a:t>0–2 years of work experience</a:t>
            </a:r>
          </a:p>
        </p:txBody>
      </p:sp>
      <p:sp>
        <p:nvSpPr>
          <p:cNvPr id="21" name="TextBox 20"/>
          <p:cNvSpPr txBox="1"/>
          <p:nvPr/>
        </p:nvSpPr>
        <p:spPr>
          <a:xfrm>
            <a:off x="6578600" y="1752600"/>
            <a:ext cx="4851400" cy="1270000"/>
          </a:xfrm>
          <a:prstGeom prst="rect">
            <a:avLst/>
          </a:prstGeom>
          <a:noFill/>
        </p:spPr>
        <p:txBody>
          <a:bodyPr wrap="square" lIns="0" tIns="0" rIns="0" bIns="0" anchor="t">
            <a:spAutoFit/>
          </a:bodyPr>
          <a:lstStyle/>
          <a:p>
            <a:r>
              <a:rPr lang="en-US" sz="1300" b="0" dirty="0">
                <a:solidFill>
                  <a:srgbClr val="36454F"/>
                </a:solidFill>
                <a:latin typeface="Calibri"/>
              </a:rPr>
              <a:t>Some work context but limited. Look for shipped work, practical debugging, code discipline, and time compression with tools — without losing discipline and rigor.</a:t>
            </a:r>
          </a:p>
        </p:txBody>
      </p:sp>
      <p:sp>
        <p:nvSpPr>
          <p:cNvPr id="27" name="TextBox 26"/>
          <p:cNvSpPr txBox="1"/>
          <p:nvPr/>
        </p:nvSpPr>
        <p:spPr>
          <a:xfrm>
            <a:off x="457200" y="5989320"/>
            <a:ext cx="11247120" cy="169277"/>
          </a:xfrm>
          <a:prstGeom prst="rect">
            <a:avLst/>
          </a:prstGeom>
          <a:noFill/>
        </p:spPr>
        <p:txBody>
          <a:bodyPr wrap="square" lIns="0" tIns="0" rIns="0" bIns="0" anchor="t">
            <a:spAutoFit/>
          </a:bodyPr>
          <a:lstStyle/>
          <a:p>
            <a:r>
              <a:rPr lang="en-US" sz="1000" b="0" i="1" dirty="0">
                <a:solidFill>
                  <a:srgbClr val="8A94A6"/>
                </a:solidFill>
                <a:latin typeface="Calibri"/>
              </a:rPr>
              <a:t>80% of the score is demonstrated capability. 20% is context weight. Neither track overrides the other.</a:t>
            </a:r>
          </a:p>
        </p:txBody>
      </p:sp>
      <p:sp>
        <p:nvSpPr>
          <p:cNvPr id="28" name="Rectangle 27">
            <a:extLst>
              <a:ext uri="{FF2B5EF4-FFF2-40B4-BE49-F238E27FC236}">
                <a16:creationId xmlns:a16="http://schemas.microsoft.com/office/drawing/2014/main" id="{F39D56D5-6399-8A40-872E-51A2FD5B27EB}"/>
              </a:ext>
            </a:extLst>
          </p:cNvPr>
          <p:cNvSpPr/>
          <p:nvPr/>
        </p:nvSpPr>
        <p:spPr>
          <a:xfrm>
            <a:off x="457200" y="3746500"/>
            <a:ext cx="5486400" cy="2628900"/>
          </a:xfrm>
          <a:prstGeom prst="rect">
            <a:avLst/>
          </a:prstGeom>
          <a:solidFill>
            <a:srgbClr val="FFFFFF"/>
          </a:solidFill>
          <a:ln w="12700" cap="flat" cmpd="sng" algn="ctr">
            <a:solidFill>
              <a:srgbClr val="E8EAE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9" name="Rectangle 28">
            <a:extLst>
              <a:ext uri="{FF2B5EF4-FFF2-40B4-BE49-F238E27FC236}">
                <a16:creationId xmlns:a16="http://schemas.microsoft.com/office/drawing/2014/main" id="{AD94FDD0-5FB7-F748-B590-30A727DB3353}"/>
              </a:ext>
            </a:extLst>
          </p:cNvPr>
          <p:cNvSpPr/>
          <p:nvPr/>
        </p:nvSpPr>
        <p:spPr>
          <a:xfrm>
            <a:off x="457200" y="3746500"/>
            <a:ext cx="5486400" cy="660400"/>
          </a:xfrm>
          <a:prstGeom prst="rect">
            <a:avLst/>
          </a:prstGeom>
          <a:solidFill>
            <a:srgbClr val="1E276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0" name="TextBox 29">
            <a:extLst>
              <a:ext uri="{FF2B5EF4-FFF2-40B4-BE49-F238E27FC236}">
                <a16:creationId xmlns:a16="http://schemas.microsoft.com/office/drawing/2014/main" id="{FB9160DC-9947-094E-BB3A-EB51222F5CD5}"/>
              </a:ext>
            </a:extLst>
          </p:cNvPr>
          <p:cNvSpPr txBox="1"/>
          <p:nvPr/>
        </p:nvSpPr>
        <p:spPr>
          <a:xfrm>
            <a:off x="774700" y="3810000"/>
            <a:ext cx="4851400" cy="330200"/>
          </a:xfrm>
          <a:prstGeom prst="rect">
            <a:avLst/>
          </a:prstGeom>
          <a:noFill/>
        </p:spPr>
        <p:txBody>
          <a:bodyPr vertOverflow="overflow" vert="horz" wrap="square" rtlCol="0" anchor="t">
            <a:spAutoFit/>
          </a:bodyPr>
          <a:lstStyle/>
          <a:p>
            <a:pPr algn="l"/>
            <a:r>
              <a:rPr lang="en-US" sz="1500" b="1">
                <a:solidFill>
                  <a:srgbClr val="FFFFFF"/>
                </a:solidFill>
                <a:latin typeface="Calibri"/>
                <a:cs typeface="Calibri"/>
              </a:rPr>
              <a:t>PRINCIPAL  |  EXTERNAL</a:t>
            </a:r>
          </a:p>
        </p:txBody>
      </p:sp>
      <p:sp>
        <p:nvSpPr>
          <p:cNvPr id="31" name="TextBox 30">
            <a:extLst>
              <a:ext uri="{FF2B5EF4-FFF2-40B4-BE49-F238E27FC236}">
                <a16:creationId xmlns:a16="http://schemas.microsoft.com/office/drawing/2014/main" id="{9C08BB21-2D21-2C4C-8BFA-A3AA1AC1A1B3}"/>
              </a:ext>
            </a:extLst>
          </p:cNvPr>
          <p:cNvSpPr txBox="1"/>
          <p:nvPr/>
        </p:nvSpPr>
        <p:spPr>
          <a:xfrm>
            <a:off x="774700" y="4178300"/>
            <a:ext cx="4851400" cy="203200"/>
          </a:xfrm>
          <a:prstGeom prst="rect">
            <a:avLst/>
          </a:prstGeom>
          <a:noFill/>
        </p:spPr>
        <p:txBody>
          <a:bodyPr vertOverflow="overflow" vert="horz" wrap="square" rtlCol="0" anchor="t">
            <a:spAutoFit/>
          </a:bodyPr>
          <a:lstStyle/>
          <a:p>
            <a:pPr algn="l"/>
            <a:r>
              <a:rPr lang="en-US" sz="1000">
                <a:solidFill>
                  <a:srgbClr val="FFFFFF"/>
                </a:solidFill>
                <a:latin typeface="Calibri"/>
                <a:cs typeface="Calibri"/>
              </a:rPr>
              <a:t>2–6 years, lateral hire from outside Ascendion</a:t>
            </a:r>
          </a:p>
        </p:txBody>
      </p:sp>
      <p:sp>
        <p:nvSpPr>
          <p:cNvPr id="32" name="TextBox 31">
            <a:extLst>
              <a:ext uri="{FF2B5EF4-FFF2-40B4-BE49-F238E27FC236}">
                <a16:creationId xmlns:a16="http://schemas.microsoft.com/office/drawing/2014/main" id="{C8A630DF-8F0F-A642-ACEF-493EF55DEAF2}"/>
              </a:ext>
            </a:extLst>
          </p:cNvPr>
          <p:cNvSpPr txBox="1"/>
          <p:nvPr/>
        </p:nvSpPr>
        <p:spPr>
          <a:xfrm>
            <a:off x="774700" y="4470400"/>
            <a:ext cx="4851400" cy="1841500"/>
          </a:xfrm>
          <a:prstGeom prst="rect">
            <a:avLst/>
          </a:prstGeom>
          <a:noFill/>
        </p:spPr>
        <p:txBody>
          <a:bodyPr vertOverflow="overflow" vert="horz" wrap="square" rtlCol="0" anchor="t">
            <a:spAutoFit/>
          </a:bodyPr>
          <a:lstStyle/>
          <a:p>
            <a:pPr algn="l"/>
            <a:r>
              <a:rPr lang="en-US" sz="1300">
                <a:solidFill>
                  <a:srgbClr val="36454F"/>
                </a:solidFill>
                <a:latin typeface="Calibri"/>
                <a:cs typeface="Calibri"/>
              </a:rPr>
              <a:t>Real business scenarios, not generic coding tests. Signal: architecture judgment, trade-off quality, sequencing, and ability to explain decisions in delivery context. FAANG background recognized in the 20% — it should not override.</a:t>
            </a:r>
          </a:p>
        </p:txBody>
      </p:sp>
      <p:sp>
        <p:nvSpPr>
          <p:cNvPr id="33" name="Rectangle 32">
            <a:extLst>
              <a:ext uri="{FF2B5EF4-FFF2-40B4-BE49-F238E27FC236}">
                <a16:creationId xmlns:a16="http://schemas.microsoft.com/office/drawing/2014/main" id="{32BE2DBD-BF02-FF4D-97D3-9048C30CD00B}"/>
              </a:ext>
            </a:extLst>
          </p:cNvPr>
          <p:cNvSpPr/>
          <p:nvPr/>
        </p:nvSpPr>
        <p:spPr>
          <a:xfrm>
            <a:off x="6261100" y="3746500"/>
            <a:ext cx="5486400" cy="2628900"/>
          </a:xfrm>
          <a:prstGeom prst="rect">
            <a:avLst/>
          </a:prstGeom>
          <a:solidFill>
            <a:srgbClr val="FFFFFF"/>
          </a:solidFill>
          <a:ln w="12700" cap="flat" cmpd="sng" algn="ctr">
            <a:solidFill>
              <a:srgbClr val="E8EAE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4" name="Rectangle 33">
            <a:extLst>
              <a:ext uri="{FF2B5EF4-FFF2-40B4-BE49-F238E27FC236}">
                <a16:creationId xmlns:a16="http://schemas.microsoft.com/office/drawing/2014/main" id="{DC4E23B9-FB05-9349-9E0E-71AB67BC5F6C}"/>
              </a:ext>
            </a:extLst>
          </p:cNvPr>
          <p:cNvSpPr/>
          <p:nvPr/>
        </p:nvSpPr>
        <p:spPr>
          <a:xfrm>
            <a:off x="6261100" y="3746500"/>
            <a:ext cx="5486400" cy="660400"/>
          </a:xfrm>
          <a:prstGeom prst="rect">
            <a:avLst/>
          </a:prstGeom>
          <a:solidFill>
            <a:srgbClr val="1E276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5" name="TextBox 34">
            <a:extLst>
              <a:ext uri="{FF2B5EF4-FFF2-40B4-BE49-F238E27FC236}">
                <a16:creationId xmlns:a16="http://schemas.microsoft.com/office/drawing/2014/main" id="{E0DB7762-2272-8841-AF59-DC866F64BAE2}"/>
              </a:ext>
            </a:extLst>
          </p:cNvPr>
          <p:cNvSpPr txBox="1"/>
          <p:nvPr/>
        </p:nvSpPr>
        <p:spPr>
          <a:xfrm>
            <a:off x="6578600" y="3810000"/>
            <a:ext cx="4851400" cy="330200"/>
          </a:xfrm>
          <a:prstGeom prst="rect">
            <a:avLst/>
          </a:prstGeom>
          <a:noFill/>
        </p:spPr>
        <p:txBody>
          <a:bodyPr vertOverflow="overflow" vert="horz" wrap="square" rtlCol="0" anchor="t">
            <a:spAutoFit/>
          </a:bodyPr>
          <a:lstStyle/>
          <a:p>
            <a:pPr algn="l"/>
            <a:r>
              <a:rPr lang="en-US" sz="1500" b="1">
                <a:solidFill>
                  <a:srgbClr val="FFFFFF"/>
                </a:solidFill>
                <a:latin typeface="Calibri"/>
                <a:cs typeface="Calibri"/>
              </a:rPr>
              <a:t>PRINCIPAL  |  INTERNAL</a:t>
            </a:r>
          </a:p>
        </p:txBody>
      </p:sp>
      <p:sp>
        <p:nvSpPr>
          <p:cNvPr id="36" name="TextBox 35">
            <a:extLst>
              <a:ext uri="{FF2B5EF4-FFF2-40B4-BE49-F238E27FC236}">
                <a16:creationId xmlns:a16="http://schemas.microsoft.com/office/drawing/2014/main" id="{4111173A-93D2-D949-91E7-A34221898706}"/>
              </a:ext>
            </a:extLst>
          </p:cNvPr>
          <p:cNvSpPr txBox="1"/>
          <p:nvPr/>
        </p:nvSpPr>
        <p:spPr>
          <a:xfrm>
            <a:off x="6578600" y="4178300"/>
            <a:ext cx="4851400" cy="203200"/>
          </a:xfrm>
          <a:prstGeom prst="rect">
            <a:avLst/>
          </a:prstGeom>
          <a:noFill/>
        </p:spPr>
        <p:txBody>
          <a:bodyPr vertOverflow="overflow" vert="horz" wrap="square" rtlCol="0" anchor="t">
            <a:spAutoFit/>
          </a:bodyPr>
          <a:lstStyle/>
          <a:p>
            <a:pPr algn="l"/>
            <a:r>
              <a:rPr lang="en-US" sz="1000">
                <a:solidFill>
                  <a:srgbClr val="FFFFFF"/>
                </a:solidFill>
                <a:latin typeface="Calibri"/>
                <a:cs typeface="Calibri"/>
              </a:rPr>
              <a:t>2–6 years, internal Ascendion engineers via nomination</a:t>
            </a:r>
          </a:p>
        </p:txBody>
      </p:sp>
      <p:sp>
        <p:nvSpPr>
          <p:cNvPr id="37" name="TextBox 36">
            <a:extLst>
              <a:ext uri="{FF2B5EF4-FFF2-40B4-BE49-F238E27FC236}">
                <a16:creationId xmlns:a16="http://schemas.microsoft.com/office/drawing/2014/main" id="{D7366E63-7EE8-5243-97C9-402C4BF382C0}"/>
              </a:ext>
            </a:extLst>
          </p:cNvPr>
          <p:cNvSpPr txBox="1"/>
          <p:nvPr/>
        </p:nvSpPr>
        <p:spPr>
          <a:xfrm>
            <a:off x="6578600" y="4470400"/>
            <a:ext cx="4851400" cy="1841500"/>
          </a:xfrm>
          <a:prstGeom prst="rect">
            <a:avLst/>
          </a:prstGeom>
          <a:noFill/>
        </p:spPr>
        <p:txBody>
          <a:bodyPr vertOverflow="overflow" vert="horz" wrap="square" rtlCol="0" anchor="t">
            <a:spAutoFit/>
          </a:bodyPr>
          <a:lstStyle/>
          <a:p>
            <a:pPr algn="l"/>
            <a:r>
              <a:rPr lang="en-US" sz="1300">
                <a:solidFill>
                  <a:srgbClr val="36454F"/>
                </a:solidFill>
                <a:latin typeface="Calibri"/>
                <a:cs typeface="Calibri"/>
              </a:rPr>
              <a:t>Entry by nomination only. Already have delivery history and observed behavior. Evaluate on impact, ownership, reuse, teaching ability, and readiness to own a problem area. Tenure is context, not entitlement.</a:t>
            </a:r>
          </a:p>
        </p:txBody>
      </p:sp>
    </p:spTree>
    <p:extLst>
      <p:ext uri="{BB962C8B-B14F-4D97-AF65-F5344CB8AC3E}">
        <p14:creationId xmlns:p14="http://schemas.microsoft.com/office/powerpoint/2010/main" val="11467974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3152"/>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411480"/>
            <a:ext cx="164592" cy="164592"/>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365760"/>
            <a:ext cx="9144000" cy="274320"/>
          </a:xfrm>
          <a:prstGeom prst="rect">
            <a:avLst/>
          </a:prstGeom>
          <a:noFill/>
        </p:spPr>
        <p:txBody>
          <a:bodyPr wrap="square" lIns="0" tIns="0" rIns="0" bIns="0" anchor="t">
            <a:spAutoFit/>
          </a:bodyPr>
          <a:lstStyle/>
          <a:p>
            <a:r>
              <a:rPr lang="en-US" sz="1100" b="1" dirty="0">
                <a:solidFill>
                  <a:srgbClr val="F96167"/>
                </a:solidFill>
                <a:latin typeface="Calibri"/>
              </a:rPr>
              <a:t>03  |  THE FUNNEL</a:t>
            </a:r>
          </a:p>
        </p:txBody>
      </p:sp>
      <p:sp>
        <p:nvSpPr>
          <p:cNvPr id="5" name="TextBox 4"/>
          <p:cNvSpPr txBox="1"/>
          <p:nvPr/>
        </p:nvSpPr>
        <p:spPr>
          <a:xfrm>
            <a:off x="457200" y="640080"/>
            <a:ext cx="11247120" cy="400110"/>
          </a:xfrm>
          <a:prstGeom prst="rect">
            <a:avLst/>
          </a:prstGeom>
          <a:noFill/>
        </p:spPr>
        <p:txBody>
          <a:bodyPr wrap="square" lIns="0" tIns="0" rIns="0" bIns="0" anchor="t">
            <a:spAutoFit/>
          </a:bodyPr>
          <a:lstStyle/>
          <a:p>
            <a:r>
              <a:rPr lang="en-US" sz="2000" b="1" dirty="0">
                <a:solidFill>
                  <a:srgbClr val="1E2761"/>
                </a:solidFill>
                <a:latin typeface="Calibri"/>
              </a:rPr>
              <a:t>Five stages. All segments. Segment-specific paths at every gate.</a:t>
            </a:r>
          </a:p>
        </p:txBody>
      </p:sp>
      <p:sp>
        <p:nvSpPr>
          <p:cNvPr id="6" name="Rectangle 5"/>
          <p:cNvSpPr/>
          <p:nvPr/>
        </p:nvSpPr>
        <p:spPr>
          <a:xfrm>
            <a:off x="457200" y="1206500"/>
            <a:ext cx="2235200" cy="4597400"/>
          </a:xfrm>
          <a:prstGeom prst="rect">
            <a:avLst/>
          </a:prstGeom>
          <a:solidFill>
            <a:srgbClr val="FFFFFF"/>
          </a:solidFill>
          <a:ln w="9525">
            <a:solidFill>
              <a:srgbClr val="8A94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206500"/>
            <a:ext cx="2235200" cy="8128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58800" y="1270000"/>
            <a:ext cx="2032000" cy="355600"/>
          </a:xfrm>
          <a:prstGeom prst="rect">
            <a:avLst/>
          </a:prstGeom>
          <a:noFill/>
        </p:spPr>
        <p:txBody>
          <a:bodyPr wrap="square" lIns="0" tIns="0" rIns="0" bIns="0" anchor="t">
            <a:spAutoFit/>
          </a:bodyPr>
          <a:lstStyle/>
          <a:p>
            <a:r>
              <a:rPr lang="en-US" sz="2000" b="1" dirty="0">
                <a:solidFill>
                  <a:srgbClr val="FFFFFF"/>
                </a:solidFill>
                <a:latin typeface="Calibri"/>
              </a:rPr>
              <a:t>01</a:t>
            </a:r>
          </a:p>
        </p:txBody>
      </p:sp>
      <p:sp>
        <p:nvSpPr>
          <p:cNvPr id="9" name="TextBox 8"/>
          <p:cNvSpPr txBox="1"/>
          <p:nvPr/>
        </p:nvSpPr>
        <p:spPr>
          <a:xfrm>
            <a:off x="558800" y="1651000"/>
            <a:ext cx="2032000" cy="228600"/>
          </a:xfrm>
          <a:prstGeom prst="rect">
            <a:avLst/>
          </a:prstGeom>
          <a:noFill/>
        </p:spPr>
        <p:txBody>
          <a:bodyPr wrap="square" lIns="0" tIns="0" rIns="0" bIns="0" anchor="t">
            <a:spAutoFit/>
          </a:bodyPr>
          <a:lstStyle/>
          <a:p>
            <a:r>
              <a:rPr lang="en-US" sz="900" b="1" dirty="0">
                <a:solidFill>
                  <a:srgbClr val="F96167"/>
                </a:solidFill>
                <a:latin typeface="Calibri"/>
              </a:rPr>
              <a:t>ENTRY</a:t>
            </a:r>
          </a:p>
        </p:txBody>
      </p:sp>
      <p:sp>
        <p:nvSpPr>
          <p:cNvPr id="10" name="TextBox 9"/>
          <p:cNvSpPr txBox="1"/>
          <p:nvPr/>
        </p:nvSpPr>
        <p:spPr>
          <a:xfrm>
            <a:off x="558800" y="2070100"/>
            <a:ext cx="2032000" cy="228600"/>
          </a:xfrm>
          <a:prstGeom prst="rect">
            <a:avLst/>
          </a:prstGeom>
          <a:noFill/>
        </p:spPr>
        <p:txBody>
          <a:bodyPr wrap="square" lIns="0" tIns="0" rIns="0" bIns="0" anchor="t">
            <a:spAutoFit/>
          </a:bodyPr>
          <a:lstStyle/>
          <a:p>
            <a:endParaRPr/>
          </a:p>
        </p:txBody>
      </p:sp>
      <p:sp>
        <p:nvSpPr>
          <p:cNvPr id="11" name="TextBox 10"/>
          <p:cNvSpPr txBox="1"/>
          <p:nvPr/>
        </p:nvSpPr>
        <p:spPr>
          <a:xfrm>
            <a:off x="558800" y="2120900"/>
            <a:ext cx="2032000" cy="2540000"/>
          </a:xfrm>
          <a:prstGeom prst="rect">
            <a:avLst/>
          </a:prstGeom>
          <a:noFill/>
        </p:spPr>
        <p:txBody>
          <a:bodyPr wrap="square" lIns="0" tIns="0" rIns="0" bIns="0" anchor="t">
            <a:spAutoFit/>
          </a:bodyPr>
          <a:lstStyle/>
          <a:p>
            <a:r>
              <a:rPr lang="en-US" sz="1100" b="0" dirty="0">
                <a:solidFill>
                  <a:srgbClr val="36454F"/>
                </a:solidFill>
                <a:latin typeface="Calibri"/>
              </a:rPr>
              <a:t>Academia and external candidates enter through sourcing and application. Principal-Internal candidates enter through nomination from managers and delivery leaders.</a:t>
            </a:r>
          </a:p>
        </p:txBody>
      </p:sp>
      <p:sp>
        <p:nvSpPr>
          <p:cNvPr id="12" name="Rectangle 11"/>
          <p:cNvSpPr/>
          <p:nvPr/>
        </p:nvSpPr>
        <p:spPr>
          <a:xfrm>
            <a:off x="457200" y="4953000"/>
            <a:ext cx="2235200" cy="8509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58800" y="5016500"/>
            <a:ext cx="1016000" cy="177800"/>
          </a:xfrm>
          <a:prstGeom prst="rect">
            <a:avLst/>
          </a:prstGeom>
          <a:noFill/>
        </p:spPr>
        <p:txBody>
          <a:bodyPr wrap="square" lIns="0" tIns="0" rIns="0" bIns="0" anchor="t">
            <a:spAutoFit/>
          </a:bodyPr>
          <a:lstStyle/>
          <a:p>
            <a:r>
              <a:rPr lang="en-US" sz="900" b="1" dirty="0">
                <a:solidFill>
                  <a:srgbClr val="8A94A6"/>
                </a:solidFill>
                <a:latin typeface="Calibri"/>
              </a:rPr>
              <a:t>FUNNEL</a:t>
            </a:r>
          </a:p>
        </p:txBody>
      </p:sp>
      <p:sp>
        <p:nvSpPr>
          <p:cNvPr id="14" name="TextBox 13"/>
          <p:cNvSpPr txBox="1"/>
          <p:nvPr/>
        </p:nvSpPr>
        <p:spPr>
          <a:xfrm>
            <a:off x="558800" y="5245100"/>
            <a:ext cx="2032000" cy="228600"/>
          </a:xfrm>
          <a:prstGeom prst="rect">
            <a:avLst/>
          </a:prstGeom>
          <a:noFill/>
        </p:spPr>
        <p:txBody>
          <a:bodyPr wrap="square" lIns="0" tIns="0" rIns="0" bIns="0" anchor="t">
            <a:spAutoFit/>
          </a:bodyPr>
          <a:lstStyle/>
          <a:p>
            <a:r>
              <a:rPr lang="en-US" sz="1300" b="1" dirty="0">
                <a:solidFill>
                  <a:srgbClr val="1E2761"/>
                </a:solidFill>
                <a:latin typeface="Calibri"/>
              </a:rPr>
              <a:t>1,500–15,000</a:t>
            </a:r>
          </a:p>
        </p:txBody>
      </p:sp>
      <p:sp>
        <p:nvSpPr>
          <p:cNvPr id="15" name="Rectangle 14"/>
          <p:cNvSpPr/>
          <p:nvPr/>
        </p:nvSpPr>
        <p:spPr>
          <a:xfrm>
            <a:off x="2743200" y="1206500"/>
            <a:ext cx="2235200" cy="4597400"/>
          </a:xfrm>
          <a:prstGeom prst="rect">
            <a:avLst/>
          </a:prstGeom>
          <a:solidFill>
            <a:srgbClr val="FFFFFF"/>
          </a:solidFill>
          <a:ln w="9525">
            <a:solidFill>
              <a:srgbClr val="8A94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743200" y="1206500"/>
            <a:ext cx="2235200" cy="8128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844800" y="1270000"/>
            <a:ext cx="2032000" cy="355600"/>
          </a:xfrm>
          <a:prstGeom prst="rect">
            <a:avLst/>
          </a:prstGeom>
          <a:noFill/>
        </p:spPr>
        <p:txBody>
          <a:bodyPr wrap="square" lIns="0" tIns="0" rIns="0" bIns="0" anchor="t">
            <a:spAutoFit/>
          </a:bodyPr>
          <a:lstStyle/>
          <a:p>
            <a:r>
              <a:rPr lang="en-US" sz="2000" b="1" dirty="0">
                <a:solidFill>
                  <a:srgbClr val="FFFFFF"/>
                </a:solidFill>
                <a:latin typeface="Calibri"/>
              </a:rPr>
              <a:t>02</a:t>
            </a:r>
          </a:p>
        </p:txBody>
      </p:sp>
      <p:sp>
        <p:nvSpPr>
          <p:cNvPr id="18" name="TextBox 17"/>
          <p:cNvSpPr txBox="1"/>
          <p:nvPr/>
        </p:nvSpPr>
        <p:spPr>
          <a:xfrm>
            <a:off x="2844800" y="1651000"/>
            <a:ext cx="2032000" cy="228600"/>
          </a:xfrm>
          <a:prstGeom prst="rect">
            <a:avLst/>
          </a:prstGeom>
          <a:noFill/>
        </p:spPr>
        <p:txBody>
          <a:bodyPr wrap="square" lIns="0" tIns="0" rIns="0" bIns="0" anchor="t">
            <a:spAutoFit/>
          </a:bodyPr>
          <a:lstStyle/>
          <a:p>
            <a:r>
              <a:rPr lang="en-US" sz="900" b="1" dirty="0">
                <a:solidFill>
                  <a:srgbClr val="F96167"/>
                </a:solidFill>
                <a:latin typeface="Calibri"/>
              </a:rPr>
              <a:t>CONTEXT FILTER</a:t>
            </a:r>
          </a:p>
        </p:txBody>
      </p:sp>
      <p:sp>
        <p:nvSpPr>
          <p:cNvPr id="19" name="TextBox 18"/>
          <p:cNvSpPr txBox="1"/>
          <p:nvPr/>
        </p:nvSpPr>
        <p:spPr>
          <a:xfrm>
            <a:off x="2844800" y="2070100"/>
            <a:ext cx="2032000" cy="228600"/>
          </a:xfrm>
          <a:prstGeom prst="rect">
            <a:avLst/>
          </a:prstGeom>
          <a:noFill/>
        </p:spPr>
        <p:txBody>
          <a:bodyPr wrap="square" lIns="0" tIns="0" rIns="0" bIns="0" anchor="t">
            <a:spAutoFit/>
          </a:bodyPr>
          <a:lstStyle/>
          <a:p>
            <a:endParaRPr/>
          </a:p>
        </p:txBody>
      </p:sp>
      <p:sp>
        <p:nvSpPr>
          <p:cNvPr id="20" name="TextBox 19"/>
          <p:cNvSpPr txBox="1"/>
          <p:nvPr/>
        </p:nvSpPr>
        <p:spPr>
          <a:xfrm>
            <a:off x="2844800" y="2120900"/>
            <a:ext cx="2032000" cy="2540000"/>
          </a:xfrm>
          <a:prstGeom prst="rect">
            <a:avLst/>
          </a:prstGeom>
          <a:noFill/>
        </p:spPr>
        <p:txBody>
          <a:bodyPr wrap="square" lIns="0" tIns="0" rIns="0" bIns="0" anchor="t">
            <a:spAutoFit/>
          </a:bodyPr>
          <a:lstStyle/>
          <a:p>
            <a:r>
              <a:rPr lang="en-US" sz="1100" b="0" dirty="0">
                <a:solidFill>
                  <a:srgbClr val="36454F"/>
                </a:solidFill>
                <a:latin typeface="Calibri"/>
              </a:rPr>
              <a:t>The 20% context screen. College context and projects for Academia. Work outputs for Early Career. Company context and role complexity for External. Nomination quality and delivery history for Internal.</a:t>
            </a:r>
          </a:p>
        </p:txBody>
      </p:sp>
      <p:sp>
        <p:nvSpPr>
          <p:cNvPr id="21" name="Rectangle 20"/>
          <p:cNvSpPr/>
          <p:nvPr/>
        </p:nvSpPr>
        <p:spPr>
          <a:xfrm>
            <a:off x="2743200" y="4953000"/>
            <a:ext cx="2235200" cy="8509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844800" y="5016500"/>
            <a:ext cx="1016000" cy="177800"/>
          </a:xfrm>
          <a:prstGeom prst="rect">
            <a:avLst/>
          </a:prstGeom>
          <a:noFill/>
        </p:spPr>
        <p:txBody>
          <a:bodyPr wrap="square" lIns="0" tIns="0" rIns="0" bIns="0" anchor="t">
            <a:spAutoFit/>
          </a:bodyPr>
          <a:lstStyle/>
          <a:p>
            <a:r>
              <a:rPr lang="en-US" sz="900" b="1" dirty="0">
                <a:solidFill>
                  <a:srgbClr val="8A94A6"/>
                </a:solidFill>
                <a:latin typeface="Calibri"/>
              </a:rPr>
              <a:t>FUNNEL</a:t>
            </a:r>
          </a:p>
        </p:txBody>
      </p:sp>
      <p:sp>
        <p:nvSpPr>
          <p:cNvPr id="23" name="TextBox 22"/>
          <p:cNvSpPr txBox="1"/>
          <p:nvPr/>
        </p:nvSpPr>
        <p:spPr>
          <a:xfrm>
            <a:off x="2844800" y="5245100"/>
            <a:ext cx="2032000" cy="228600"/>
          </a:xfrm>
          <a:prstGeom prst="rect">
            <a:avLst/>
          </a:prstGeom>
          <a:noFill/>
        </p:spPr>
        <p:txBody>
          <a:bodyPr wrap="square" lIns="0" tIns="0" rIns="0" bIns="0" anchor="t">
            <a:spAutoFit/>
          </a:bodyPr>
          <a:lstStyle/>
          <a:p>
            <a:r>
              <a:rPr lang="en-US" sz="1300" b="1" dirty="0">
                <a:solidFill>
                  <a:srgbClr val="1E2761"/>
                </a:solidFill>
                <a:latin typeface="Calibri"/>
              </a:rPr>
              <a:t>~400</a:t>
            </a:r>
          </a:p>
        </p:txBody>
      </p:sp>
      <p:sp>
        <p:nvSpPr>
          <p:cNvPr id="24" name="Rectangle 23"/>
          <p:cNvSpPr/>
          <p:nvPr/>
        </p:nvSpPr>
        <p:spPr>
          <a:xfrm>
            <a:off x="5029200" y="1206500"/>
            <a:ext cx="2235200" cy="4597400"/>
          </a:xfrm>
          <a:prstGeom prst="rect">
            <a:avLst/>
          </a:prstGeom>
          <a:solidFill>
            <a:srgbClr val="FFFFFF"/>
          </a:solidFill>
          <a:ln w="9525">
            <a:solidFill>
              <a:srgbClr val="8A94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029200" y="1206500"/>
            <a:ext cx="2235200" cy="8128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130800" y="1270000"/>
            <a:ext cx="2032000" cy="355600"/>
          </a:xfrm>
          <a:prstGeom prst="rect">
            <a:avLst/>
          </a:prstGeom>
          <a:noFill/>
        </p:spPr>
        <p:txBody>
          <a:bodyPr wrap="square" lIns="0" tIns="0" rIns="0" bIns="0" anchor="t">
            <a:spAutoFit/>
          </a:bodyPr>
          <a:lstStyle/>
          <a:p>
            <a:r>
              <a:rPr lang="en-US" sz="2000" b="1" dirty="0">
                <a:solidFill>
                  <a:srgbClr val="FFFFFF"/>
                </a:solidFill>
                <a:latin typeface="Calibri"/>
              </a:rPr>
              <a:t>03</a:t>
            </a:r>
          </a:p>
        </p:txBody>
      </p:sp>
      <p:sp>
        <p:nvSpPr>
          <p:cNvPr id="27" name="TextBox 26"/>
          <p:cNvSpPr txBox="1"/>
          <p:nvPr/>
        </p:nvSpPr>
        <p:spPr>
          <a:xfrm>
            <a:off x="5130800" y="1651000"/>
            <a:ext cx="2032000" cy="228600"/>
          </a:xfrm>
          <a:prstGeom prst="rect">
            <a:avLst/>
          </a:prstGeom>
          <a:noFill/>
        </p:spPr>
        <p:txBody>
          <a:bodyPr wrap="square" lIns="0" tIns="0" rIns="0" bIns="0" anchor="t">
            <a:spAutoFit/>
          </a:bodyPr>
          <a:lstStyle/>
          <a:p>
            <a:r>
              <a:rPr lang="en-US" sz="900" b="1" dirty="0">
                <a:solidFill>
                  <a:srgbClr val="F96167"/>
                </a:solidFill>
                <a:latin typeface="Calibri"/>
              </a:rPr>
              <a:t>CONTROLLED ASSESSMENT</a:t>
            </a:r>
          </a:p>
        </p:txBody>
      </p:sp>
      <p:sp>
        <p:nvSpPr>
          <p:cNvPr id="28" name="TextBox 27"/>
          <p:cNvSpPr txBox="1"/>
          <p:nvPr/>
        </p:nvSpPr>
        <p:spPr>
          <a:xfrm>
            <a:off x="5130800" y="2070100"/>
            <a:ext cx="2032000" cy="228600"/>
          </a:xfrm>
          <a:prstGeom prst="rect">
            <a:avLst/>
          </a:prstGeom>
          <a:noFill/>
        </p:spPr>
        <p:txBody>
          <a:bodyPr wrap="square" lIns="0" tIns="0" rIns="0" bIns="0" anchor="t">
            <a:spAutoFit/>
          </a:bodyPr>
          <a:lstStyle/>
          <a:p>
            <a:endParaRPr/>
          </a:p>
        </p:txBody>
      </p:sp>
      <p:sp>
        <p:nvSpPr>
          <p:cNvPr id="29" name="TextBox 28"/>
          <p:cNvSpPr txBox="1"/>
          <p:nvPr/>
        </p:nvSpPr>
        <p:spPr>
          <a:xfrm>
            <a:off x="5130800" y="2120900"/>
            <a:ext cx="2032000" cy="2540000"/>
          </a:xfrm>
          <a:prstGeom prst="rect">
            <a:avLst/>
          </a:prstGeom>
          <a:noFill/>
        </p:spPr>
        <p:txBody>
          <a:bodyPr wrap="square" lIns="0" tIns="0" rIns="0" bIns="0" anchor="t">
            <a:spAutoFit/>
          </a:bodyPr>
          <a:lstStyle/>
          <a:p>
            <a:r>
              <a:rPr lang="en-US" sz="1100" b="0" dirty="0">
                <a:solidFill>
                  <a:srgbClr val="36454F"/>
                </a:solidFill>
                <a:latin typeface="Calibri"/>
              </a:rPr>
              <a:t>Ascender: controlled online build. Principal-External: business scenario with tech choices and trade-offs. Principal-Internal: scenario-based evaluation plus evidence review — not a campus-style test.</a:t>
            </a:r>
          </a:p>
        </p:txBody>
      </p:sp>
      <p:sp>
        <p:nvSpPr>
          <p:cNvPr id="30" name="Rectangle 29"/>
          <p:cNvSpPr/>
          <p:nvPr/>
        </p:nvSpPr>
        <p:spPr>
          <a:xfrm>
            <a:off x="5029200" y="4953000"/>
            <a:ext cx="2235200" cy="8509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130800" y="5016500"/>
            <a:ext cx="1016000" cy="177800"/>
          </a:xfrm>
          <a:prstGeom prst="rect">
            <a:avLst/>
          </a:prstGeom>
          <a:noFill/>
        </p:spPr>
        <p:txBody>
          <a:bodyPr wrap="square" lIns="0" tIns="0" rIns="0" bIns="0" anchor="t">
            <a:spAutoFit/>
          </a:bodyPr>
          <a:lstStyle/>
          <a:p>
            <a:r>
              <a:rPr lang="en-US" sz="900" b="1" dirty="0">
                <a:solidFill>
                  <a:srgbClr val="8A94A6"/>
                </a:solidFill>
                <a:latin typeface="Calibri"/>
              </a:rPr>
              <a:t>FUNNEL</a:t>
            </a:r>
          </a:p>
        </p:txBody>
      </p:sp>
      <p:sp>
        <p:nvSpPr>
          <p:cNvPr id="32" name="TextBox 31"/>
          <p:cNvSpPr txBox="1"/>
          <p:nvPr/>
        </p:nvSpPr>
        <p:spPr>
          <a:xfrm>
            <a:off x="5130800" y="5245100"/>
            <a:ext cx="2032000" cy="228600"/>
          </a:xfrm>
          <a:prstGeom prst="rect">
            <a:avLst/>
          </a:prstGeom>
          <a:noFill/>
        </p:spPr>
        <p:txBody>
          <a:bodyPr wrap="square" lIns="0" tIns="0" rIns="0" bIns="0" anchor="t">
            <a:spAutoFit/>
          </a:bodyPr>
          <a:lstStyle/>
          <a:p>
            <a:r>
              <a:rPr lang="en-US" sz="1300" b="1" dirty="0">
                <a:solidFill>
                  <a:srgbClr val="1E2761"/>
                </a:solidFill>
                <a:latin typeface="Calibri"/>
              </a:rPr>
              <a:t>~50</a:t>
            </a:r>
          </a:p>
        </p:txBody>
      </p:sp>
      <p:sp>
        <p:nvSpPr>
          <p:cNvPr id="33" name="Rectangle 32"/>
          <p:cNvSpPr/>
          <p:nvPr/>
        </p:nvSpPr>
        <p:spPr>
          <a:xfrm>
            <a:off x="7315200" y="1206500"/>
            <a:ext cx="2235200" cy="4597400"/>
          </a:xfrm>
          <a:prstGeom prst="rect">
            <a:avLst/>
          </a:prstGeom>
          <a:solidFill>
            <a:srgbClr val="FFFFFF"/>
          </a:solidFill>
          <a:ln w="9525">
            <a:solidFill>
              <a:srgbClr val="8A94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7315200" y="1206500"/>
            <a:ext cx="2235200" cy="8128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416800" y="1270000"/>
            <a:ext cx="2032000" cy="355600"/>
          </a:xfrm>
          <a:prstGeom prst="rect">
            <a:avLst/>
          </a:prstGeom>
          <a:noFill/>
        </p:spPr>
        <p:txBody>
          <a:bodyPr wrap="square" lIns="0" tIns="0" rIns="0" bIns="0" anchor="t">
            <a:spAutoFit/>
          </a:bodyPr>
          <a:lstStyle/>
          <a:p>
            <a:r>
              <a:rPr lang="en-US" sz="2000" b="1" dirty="0">
                <a:solidFill>
                  <a:srgbClr val="FFFFFF"/>
                </a:solidFill>
                <a:latin typeface="Calibri"/>
              </a:rPr>
              <a:t>04</a:t>
            </a:r>
          </a:p>
        </p:txBody>
      </p:sp>
      <p:sp>
        <p:nvSpPr>
          <p:cNvPr id="36" name="TextBox 35"/>
          <p:cNvSpPr txBox="1"/>
          <p:nvPr/>
        </p:nvSpPr>
        <p:spPr>
          <a:xfrm>
            <a:off x="7416800" y="1651000"/>
            <a:ext cx="2032000" cy="228600"/>
          </a:xfrm>
          <a:prstGeom prst="rect">
            <a:avLst/>
          </a:prstGeom>
          <a:noFill/>
        </p:spPr>
        <p:txBody>
          <a:bodyPr wrap="square" lIns="0" tIns="0" rIns="0" bIns="0" anchor="t">
            <a:spAutoFit/>
          </a:bodyPr>
          <a:lstStyle/>
          <a:p>
            <a:r>
              <a:rPr lang="en-US" sz="900" b="1" dirty="0">
                <a:solidFill>
                  <a:srgbClr val="F96167"/>
                </a:solidFill>
                <a:latin typeface="Calibri"/>
              </a:rPr>
              <a:t>DEFENSE PANEL</a:t>
            </a:r>
          </a:p>
        </p:txBody>
      </p:sp>
      <p:sp>
        <p:nvSpPr>
          <p:cNvPr id="37" name="TextBox 36"/>
          <p:cNvSpPr txBox="1"/>
          <p:nvPr/>
        </p:nvSpPr>
        <p:spPr>
          <a:xfrm>
            <a:off x="7416800" y="2070100"/>
            <a:ext cx="2032000" cy="228600"/>
          </a:xfrm>
          <a:prstGeom prst="rect">
            <a:avLst/>
          </a:prstGeom>
          <a:noFill/>
        </p:spPr>
        <p:txBody>
          <a:bodyPr wrap="square" lIns="0" tIns="0" rIns="0" bIns="0" anchor="t">
            <a:spAutoFit/>
          </a:bodyPr>
          <a:lstStyle/>
          <a:p>
            <a:endParaRPr/>
          </a:p>
        </p:txBody>
      </p:sp>
      <p:sp>
        <p:nvSpPr>
          <p:cNvPr id="38" name="TextBox 37"/>
          <p:cNvSpPr txBox="1"/>
          <p:nvPr/>
        </p:nvSpPr>
        <p:spPr>
          <a:xfrm>
            <a:off x="7416800" y="2120900"/>
            <a:ext cx="2032000" cy="2540000"/>
          </a:xfrm>
          <a:prstGeom prst="rect">
            <a:avLst/>
          </a:prstGeom>
          <a:noFill/>
        </p:spPr>
        <p:txBody>
          <a:bodyPr wrap="square" lIns="0" tIns="0" rIns="0" bIns="0" anchor="t">
            <a:spAutoFit/>
          </a:bodyPr>
          <a:lstStyle/>
          <a:p>
            <a:r>
              <a:rPr lang="en-US" sz="1100" b="0" dirty="0">
                <a:solidFill>
                  <a:srgbClr val="36454F"/>
                </a:solidFill>
                <a:latin typeface="Calibri"/>
              </a:rPr>
              <a:t>Every shortlisted candidate defends what they produced or proposed. Panel tests reasoning, trade-offs, AI usage, and intellectual honesty. This separates polished output from genuine capability.</a:t>
            </a:r>
          </a:p>
        </p:txBody>
      </p:sp>
      <p:sp>
        <p:nvSpPr>
          <p:cNvPr id="39" name="Rectangle 38"/>
          <p:cNvSpPr/>
          <p:nvPr/>
        </p:nvSpPr>
        <p:spPr>
          <a:xfrm>
            <a:off x="7315200" y="4953000"/>
            <a:ext cx="2235200" cy="8509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416800" y="5016500"/>
            <a:ext cx="1016000" cy="177800"/>
          </a:xfrm>
          <a:prstGeom prst="rect">
            <a:avLst/>
          </a:prstGeom>
          <a:noFill/>
        </p:spPr>
        <p:txBody>
          <a:bodyPr wrap="square" lIns="0" tIns="0" rIns="0" bIns="0" anchor="t">
            <a:spAutoFit/>
          </a:bodyPr>
          <a:lstStyle/>
          <a:p>
            <a:r>
              <a:rPr lang="en-US" sz="900" b="1" dirty="0">
                <a:solidFill>
                  <a:srgbClr val="8A94A6"/>
                </a:solidFill>
                <a:latin typeface="Calibri"/>
              </a:rPr>
              <a:t>FUNNEL</a:t>
            </a:r>
          </a:p>
        </p:txBody>
      </p:sp>
      <p:sp>
        <p:nvSpPr>
          <p:cNvPr id="41" name="TextBox 40"/>
          <p:cNvSpPr txBox="1"/>
          <p:nvPr/>
        </p:nvSpPr>
        <p:spPr>
          <a:xfrm>
            <a:off x="7416800" y="5245100"/>
            <a:ext cx="2032000" cy="228600"/>
          </a:xfrm>
          <a:prstGeom prst="rect">
            <a:avLst/>
          </a:prstGeom>
          <a:noFill/>
        </p:spPr>
        <p:txBody>
          <a:bodyPr wrap="square" lIns="0" tIns="0" rIns="0" bIns="0" anchor="t">
            <a:spAutoFit/>
          </a:bodyPr>
          <a:lstStyle/>
          <a:p>
            <a:r>
              <a:rPr lang="en-US" sz="1300" b="1" dirty="0">
                <a:solidFill>
                  <a:srgbClr val="1E2761"/>
                </a:solidFill>
                <a:latin typeface="Calibri"/>
              </a:rPr>
              <a:t>~15</a:t>
            </a:r>
          </a:p>
        </p:txBody>
      </p:sp>
      <p:sp>
        <p:nvSpPr>
          <p:cNvPr id="200" name="Col5Outer"/>
          <p:cNvSpPr>
            <a:spLocks noGrp="1"/>
          </p:cNvSpPr>
          <p:nvPr/>
        </p:nvSpPr>
        <p:spPr>
          <a:xfrm>
            <a:off x="9601200" y="1206500"/>
            <a:ext cx="2133600" cy="4597400"/>
          </a:xfrm>
          <a:prstGeom prst="rect">
            <a:avLst/>
          </a:prstGeom>
          <a:solidFill>
            <a:srgbClr val="F5F7FA"/>
          </a:solidFill>
          <a:ln>
            <a:solidFill>
              <a:srgbClr val="E8EAED"/>
            </a:solidFill>
          </a:ln>
        </p:spPr>
        <p:txBody>
          <a:bodyPr/>
          <a:lstStyle/>
          <a:p>
            <a:endParaRPr/>
          </a:p>
        </p:txBody>
      </p:sp>
      <p:sp>
        <p:nvSpPr>
          <p:cNvPr id="201" name="Col5Header"/>
          <p:cNvSpPr>
            <a:spLocks noGrp="1"/>
          </p:cNvSpPr>
          <p:nvPr/>
        </p:nvSpPr>
        <p:spPr>
          <a:xfrm>
            <a:off x="9601200" y="1206500"/>
            <a:ext cx="2133600" cy="812800"/>
          </a:xfrm>
          <a:prstGeom prst="rect">
            <a:avLst/>
          </a:prstGeom>
          <a:solidFill>
            <a:srgbClr val="1E2761"/>
          </a:solidFill>
          <a:ln>
            <a:noFill/>
          </a:ln>
        </p:spPr>
        <p:txBody>
          <a:bodyPr/>
          <a:lstStyle/>
          <a:p>
            <a:endParaRPr/>
          </a:p>
        </p:txBody>
      </p:sp>
      <p:sp>
        <p:nvSpPr>
          <p:cNvPr id="202" name="Col5Stage"/>
          <p:cNvSpPr/>
          <p:nvPr/>
        </p:nvSpPr>
        <p:spPr>
          <a:xfrm>
            <a:off x="9702800" y="1270000"/>
            <a:ext cx="1930400" cy="355600"/>
          </a:xfrm>
          <a:prstGeom prst="rect">
            <a:avLst/>
          </a:prstGeom>
          <a:noFill/>
        </p:spPr>
        <p:txBody>
          <a:bodyPr/>
          <a:lstStyle/>
          <a:p>
            <a:r>
              <a:rPr lang="en-US" sz="2000" b="1" dirty="0">
                <a:solidFill>
                  <a:srgbClr val="FFFFFF"/>
                </a:solidFill>
                <a:latin typeface="Calibri"/>
              </a:rPr>
              <a:t>05</a:t>
            </a:r>
          </a:p>
        </p:txBody>
      </p:sp>
      <p:sp>
        <p:nvSpPr>
          <p:cNvPr id="203" name="Col5Label"/>
          <p:cNvSpPr/>
          <p:nvPr/>
        </p:nvSpPr>
        <p:spPr>
          <a:xfrm>
            <a:off x="9702800" y="1651000"/>
            <a:ext cx="1930400" cy="228600"/>
          </a:xfrm>
          <a:prstGeom prst="rect">
            <a:avLst/>
          </a:prstGeom>
          <a:noFill/>
        </p:spPr>
        <p:txBody>
          <a:bodyPr/>
          <a:lstStyle/>
          <a:p>
            <a:r>
              <a:rPr lang="en-US" sz="900" b="1" dirty="0">
                <a:solidFill>
                  <a:srgbClr val="F96167"/>
                </a:solidFill>
                <a:latin typeface="Calibri"/>
              </a:rPr>
              <a:t>FINAL SELECTION</a:t>
            </a:r>
          </a:p>
        </p:txBody>
      </p:sp>
      <p:sp>
        <p:nvSpPr>
          <p:cNvPr id="204" name="Col5Body"/>
          <p:cNvSpPr/>
          <p:nvPr/>
        </p:nvSpPr>
        <p:spPr>
          <a:xfrm>
            <a:off x="9702800" y="2120900"/>
            <a:ext cx="1930400" cy="2540000"/>
          </a:xfrm>
          <a:prstGeom prst="rect">
            <a:avLst/>
          </a:prstGeom>
          <a:noFill/>
        </p:spPr>
        <p:txBody>
          <a:bodyPr wrap="square"/>
          <a:lstStyle/>
          <a:p>
            <a:r>
              <a:rPr lang="en-US" sz="1100" b="0" dirty="0">
                <a:solidFill>
                  <a:srgbClr val="36454F"/>
                </a:solidFill>
                <a:latin typeface="Calibri"/>
              </a:rPr>
              <a:t>Assessment score + panel score + capped context score. Leadership confirms the cohort on documented evidence only. Cohort size: 10–15 per track per cycle.</a:t>
            </a:r>
          </a:p>
        </p:txBody>
      </p:sp>
      <p:sp>
        <p:nvSpPr>
          <p:cNvPr id="205" name="Col5FBox"/>
          <p:cNvSpPr>
            <a:spLocks noGrp="1"/>
          </p:cNvSpPr>
          <p:nvPr/>
        </p:nvSpPr>
        <p:spPr>
          <a:xfrm>
            <a:off x="9601200" y="4953000"/>
            <a:ext cx="2133600" cy="850900"/>
          </a:xfrm>
          <a:prstGeom prst="rect">
            <a:avLst/>
          </a:prstGeom>
          <a:solidFill>
            <a:srgbClr val="1E2761"/>
          </a:solidFill>
          <a:ln>
            <a:noFill/>
          </a:ln>
        </p:spPr>
        <p:txBody>
          <a:bodyPr/>
          <a:lstStyle/>
          <a:p>
            <a:endParaRPr/>
          </a:p>
        </p:txBody>
      </p:sp>
      <p:sp>
        <p:nvSpPr>
          <p:cNvPr id="206" name="Col5FLabel"/>
          <p:cNvSpPr/>
          <p:nvPr/>
        </p:nvSpPr>
        <p:spPr>
          <a:xfrm>
            <a:off x="9702800" y="5016500"/>
            <a:ext cx="1016000" cy="177800"/>
          </a:xfrm>
          <a:prstGeom prst="rect">
            <a:avLst/>
          </a:prstGeom>
          <a:noFill/>
        </p:spPr>
        <p:txBody>
          <a:bodyPr/>
          <a:lstStyle/>
          <a:p>
            <a:r>
              <a:rPr lang="en-US" sz="900" b="1" dirty="0">
                <a:solidFill>
                  <a:srgbClr val="8A94A6"/>
                </a:solidFill>
                <a:latin typeface="Calibri"/>
              </a:rPr>
              <a:t>FUNNEL</a:t>
            </a:r>
          </a:p>
        </p:txBody>
      </p:sp>
      <p:sp>
        <p:nvSpPr>
          <p:cNvPr id="207" name="Col5FVal"/>
          <p:cNvSpPr/>
          <p:nvPr/>
        </p:nvSpPr>
        <p:spPr>
          <a:xfrm>
            <a:off x="9702800" y="5245100"/>
            <a:ext cx="1930400" cy="228600"/>
          </a:xfrm>
          <a:prstGeom prst="rect">
            <a:avLst/>
          </a:prstGeom>
          <a:noFill/>
        </p:spPr>
        <p:txBody>
          <a:bodyPr/>
          <a:lstStyle/>
          <a:p>
            <a:r>
              <a:rPr lang="en-US" sz="1300" b="1" dirty="0">
                <a:solidFill>
                  <a:srgbClr val="FFFFFF"/>
                </a:solidFill>
                <a:latin typeface="Calibri"/>
              </a:rPr>
              <a:t>10–15 admits</a:t>
            </a:r>
          </a:p>
        </p:txBody>
      </p:sp>
    </p:spTree>
    <p:extLst>
      <p:ext uri="{BB962C8B-B14F-4D97-AF65-F5344CB8AC3E}">
        <p14:creationId xmlns:p14="http://schemas.microsoft.com/office/powerpoint/2010/main" val="25852894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3152"/>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411480"/>
            <a:ext cx="164592" cy="164592"/>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365760"/>
            <a:ext cx="9144000" cy="274320"/>
          </a:xfrm>
          <a:prstGeom prst="rect">
            <a:avLst/>
          </a:prstGeom>
          <a:noFill/>
        </p:spPr>
        <p:txBody>
          <a:bodyPr wrap="square" lIns="0" tIns="0" rIns="0" bIns="0" anchor="t">
            <a:spAutoFit/>
          </a:bodyPr>
          <a:lstStyle/>
          <a:p>
            <a:r>
              <a:rPr lang="en-US" sz="1100" b="1" dirty="0">
                <a:solidFill>
                  <a:srgbClr val="F96167"/>
                </a:solidFill>
                <a:latin typeface="Calibri"/>
              </a:rPr>
              <a:t>04  |  EVALUATION MODEL</a:t>
            </a:r>
          </a:p>
        </p:txBody>
      </p:sp>
      <p:sp>
        <p:nvSpPr>
          <p:cNvPr id="5" name="TextBox 4"/>
          <p:cNvSpPr txBox="1"/>
          <p:nvPr/>
        </p:nvSpPr>
        <p:spPr>
          <a:xfrm>
            <a:off x="457200" y="640080"/>
            <a:ext cx="11247120" cy="307777"/>
          </a:xfrm>
          <a:prstGeom prst="rect">
            <a:avLst/>
          </a:prstGeom>
          <a:noFill/>
        </p:spPr>
        <p:txBody>
          <a:bodyPr wrap="square" lIns="0" tIns="0" rIns="0" bIns="0" anchor="t">
            <a:spAutoFit/>
          </a:bodyPr>
          <a:lstStyle/>
          <a:p>
            <a:r>
              <a:rPr lang="en-US" sz="2000" b="1" dirty="0">
                <a:solidFill>
                  <a:srgbClr val="1E2761"/>
                </a:solidFill>
                <a:latin typeface="Calibri"/>
              </a:rPr>
              <a:t>80/20. Capability drives the score. </a:t>
            </a:r>
          </a:p>
        </p:txBody>
      </p:sp>
      <p:sp>
        <p:nvSpPr>
          <p:cNvPr id="6" name="TextBox 5"/>
          <p:cNvSpPr txBox="1"/>
          <p:nvPr/>
        </p:nvSpPr>
        <p:spPr>
          <a:xfrm>
            <a:off x="12065000" y="6731000"/>
            <a:ext cx="12700" cy="12700"/>
          </a:xfrm>
          <a:prstGeom prst="rect">
            <a:avLst/>
          </a:prstGeom>
          <a:noFill/>
        </p:spPr>
        <p:txBody>
          <a:bodyPr wrap="square" lIns="0" tIns="0" rIns="0" bIns="0" anchor="t">
            <a:spAutoFit/>
          </a:bodyPr>
          <a:lstStyle/>
          <a:p>
            <a:pPr algn="l"/>
            <a:r>
              <a:rPr sz="1200" b="1">
                <a:solidFill>
                  <a:srgbClr val="F96167"/>
                </a:solidFill>
                <a:latin typeface="Calibri"/>
              </a:rPr>
              <a:t>AI-USE RUBRIC</a:t>
            </a:r>
          </a:p>
        </p:txBody>
      </p:sp>
      <p:sp>
        <p:nvSpPr>
          <p:cNvPr id="7" name="TextBox 6"/>
          <p:cNvSpPr txBox="1"/>
          <p:nvPr/>
        </p:nvSpPr>
        <p:spPr>
          <a:xfrm>
            <a:off x="12065000" y="6731000"/>
            <a:ext cx="12700" cy="12700"/>
          </a:xfrm>
          <a:prstGeom prst="rect">
            <a:avLst/>
          </a:prstGeom>
          <a:noFill/>
        </p:spPr>
        <p:txBody>
          <a:bodyPr wrap="square" lIns="0" tIns="0" rIns="0" bIns="0" anchor="t">
            <a:spAutoFit/>
          </a:bodyPr>
          <a:lstStyle/>
          <a:p>
            <a:pPr algn="l"/>
            <a:r>
              <a:rPr sz="1200" b="0">
                <a:solidFill>
                  <a:srgbClr val="36454F"/>
                </a:solidFill>
                <a:latin typeface="Calibri"/>
              </a:rPr>
              <a:t>Scored explicitly. Without this, calibration collapses.</a:t>
            </a:r>
          </a:p>
        </p:txBody>
      </p:sp>
      <p:sp>
        <p:nvSpPr>
          <p:cNvPr id="8" name="Rectangle 7"/>
          <p:cNvSpPr/>
          <p:nvPr/>
        </p:nvSpPr>
        <p:spPr>
          <a:xfrm>
            <a:off x="457200" y="1143000"/>
            <a:ext cx="11252200" cy="16002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143000"/>
            <a:ext cx="11252200" cy="4064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09600" y="1244600"/>
            <a:ext cx="7620000" cy="215444"/>
          </a:xfrm>
          <a:prstGeom prst="rect">
            <a:avLst/>
          </a:prstGeom>
          <a:noFill/>
        </p:spPr>
        <p:txBody>
          <a:bodyPr wrap="square" lIns="0" tIns="0" rIns="0" bIns="0" anchor="t">
            <a:spAutoFit/>
          </a:bodyPr>
          <a:lstStyle/>
          <a:p>
            <a:r>
              <a:rPr lang="en-US" sz="1400" b="1" dirty="0">
                <a:solidFill>
                  <a:srgbClr val="FFFFFF"/>
                </a:solidFill>
                <a:latin typeface="Calibri"/>
              </a:rPr>
              <a:t>THE 80 PERCENT</a:t>
            </a:r>
            <a:r>
              <a:rPr lang="en-US" sz="1100" b="0" dirty="0">
                <a:solidFill>
                  <a:srgbClr val="CADCFC"/>
                </a:solidFill>
                <a:latin typeface="Calibri"/>
              </a:rPr>
              <a:t>  Demonstrated technical ability and capability is the main score</a:t>
            </a:r>
          </a:p>
        </p:txBody>
      </p:sp>
      <p:sp>
        <p:nvSpPr>
          <p:cNvPr id="11" name="TextBox 10"/>
          <p:cNvSpPr txBox="1"/>
          <p:nvPr/>
        </p:nvSpPr>
        <p:spPr>
          <a:xfrm>
            <a:off x="609600" y="1625600"/>
            <a:ext cx="11150600" cy="1066800"/>
          </a:xfrm>
          <a:prstGeom prst="rect">
            <a:avLst/>
          </a:prstGeom>
          <a:noFill/>
        </p:spPr>
        <p:txBody>
          <a:bodyPr wrap="square" lIns="0" tIns="0" rIns="0" bIns="0" anchor="t">
            <a:spAutoFit/>
          </a:bodyPr>
          <a:lstStyle/>
          <a:p>
            <a:r>
              <a:rPr lang="en-US" sz="1300" b="0" dirty="0">
                <a:solidFill>
                  <a:srgbClr val="36454F"/>
                </a:solidFill>
                <a:latin typeface="Calibri"/>
              </a:rPr>
              <a:t>For Ascender: decomposition, learning velocity, coding discipline, finish quality, and healthy AI use. For Principal-External: business judgment, architecture, sequencing, governance awareness, and clarity under ambiguity. For Principal-Internal: delivery judgment, reuse, mentoring, ownership, and proof of force multiplication inside Ascendion.</a:t>
            </a:r>
          </a:p>
        </p:txBody>
      </p:sp>
      <p:sp>
        <p:nvSpPr>
          <p:cNvPr id="12" name="Rectangle 11"/>
          <p:cNvSpPr/>
          <p:nvPr/>
        </p:nvSpPr>
        <p:spPr>
          <a:xfrm>
            <a:off x="457200" y="2895600"/>
            <a:ext cx="11252200" cy="16002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57200" y="2895600"/>
            <a:ext cx="11252200" cy="4064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09600" y="2997200"/>
            <a:ext cx="7620000" cy="254000"/>
          </a:xfrm>
          <a:prstGeom prst="rect">
            <a:avLst/>
          </a:prstGeom>
          <a:noFill/>
        </p:spPr>
        <p:txBody>
          <a:bodyPr wrap="square" lIns="0" tIns="0" rIns="0" bIns="0" anchor="t">
            <a:spAutoFit/>
          </a:bodyPr>
          <a:lstStyle/>
          <a:p>
            <a:r>
              <a:rPr lang="en-US" sz="1400" b="1" dirty="0">
                <a:solidFill>
                  <a:srgbClr val="FFFFFF"/>
                </a:solidFill>
                <a:latin typeface="Calibri"/>
              </a:rPr>
              <a:t>THE 20 PERCENT</a:t>
            </a:r>
            <a:r>
              <a:rPr lang="en-US" sz="1100" b="0" dirty="0">
                <a:solidFill>
                  <a:srgbClr val="CADCFC"/>
                </a:solidFill>
                <a:latin typeface="Calibri"/>
              </a:rPr>
              <a:t>  Context weight to prevent false equivalence</a:t>
            </a:r>
          </a:p>
        </p:txBody>
      </p:sp>
      <p:sp>
        <p:nvSpPr>
          <p:cNvPr id="15" name="TextBox 14"/>
          <p:cNvSpPr txBox="1"/>
          <p:nvPr/>
        </p:nvSpPr>
        <p:spPr>
          <a:xfrm>
            <a:off x="609600" y="3378200"/>
            <a:ext cx="11150600" cy="1066800"/>
          </a:xfrm>
          <a:prstGeom prst="rect">
            <a:avLst/>
          </a:prstGeom>
          <a:noFill/>
        </p:spPr>
        <p:txBody>
          <a:bodyPr wrap="square" lIns="0" tIns="0" rIns="0" bIns="0" anchor="t">
            <a:spAutoFit/>
          </a:bodyPr>
          <a:lstStyle/>
          <a:p>
            <a:r>
              <a:rPr lang="en-US" sz="1300" b="0" dirty="0">
                <a:solidFill>
                  <a:srgbClr val="36454F"/>
                </a:solidFill>
                <a:latin typeface="Calibri"/>
              </a:rPr>
              <a:t>IIT or NIT is not the same context as a lower-resourced environment. FAANG is not the same as a small startup. An internal Ascendion engineer with delivery tenure is not the same as an external hire with startup exposure only. The 20 percent acknowledges context while preserving equitable opportunity. Nobody wins on pedigree alone. Nobody is excluded for lacking it if their demonstrated signal is strong.</a:t>
            </a:r>
          </a:p>
        </p:txBody>
      </p:sp>
      <p:sp>
        <p:nvSpPr>
          <p:cNvPr id="16" name="Rectangle 15"/>
          <p:cNvSpPr/>
          <p:nvPr/>
        </p:nvSpPr>
        <p:spPr>
          <a:xfrm>
            <a:off x="457200" y="4648200"/>
            <a:ext cx="11252200" cy="16002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7200" y="4648200"/>
            <a:ext cx="11252200" cy="406400"/>
          </a:xfrm>
          <a:prstGeom prst="rect">
            <a:avLst/>
          </a:prstGeom>
          <a:solidFill>
            <a:srgbClr val="3645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09600" y="4749800"/>
            <a:ext cx="7620000" cy="254000"/>
          </a:xfrm>
          <a:prstGeom prst="rect">
            <a:avLst/>
          </a:prstGeom>
          <a:noFill/>
        </p:spPr>
        <p:txBody>
          <a:bodyPr wrap="square" lIns="0" tIns="0" rIns="0" bIns="0" anchor="t">
            <a:spAutoFit/>
          </a:bodyPr>
          <a:lstStyle/>
          <a:p>
            <a:r>
              <a:rPr lang="en-US" sz="1400" b="1" dirty="0">
                <a:solidFill>
                  <a:srgbClr val="FFFFFF"/>
                </a:solidFill>
                <a:latin typeface="Calibri"/>
              </a:rPr>
              <a:t>PLATFORM PRINCIPLE</a:t>
            </a:r>
            <a:r>
              <a:rPr lang="en-US" sz="1100" b="0" dirty="0">
                <a:solidFill>
                  <a:srgbClr val="CADCFC"/>
                </a:solidFill>
                <a:latin typeface="Calibri"/>
              </a:rPr>
              <a:t>  Match the assessment platform to the segment</a:t>
            </a:r>
          </a:p>
        </p:txBody>
      </p:sp>
      <p:sp>
        <p:nvSpPr>
          <p:cNvPr id="19" name="TextBox 18"/>
          <p:cNvSpPr txBox="1"/>
          <p:nvPr/>
        </p:nvSpPr>
        <p:spPr>
          <a:xfrm>
            <a:off x="609600" y="5130800"/>
            <a:ext cx="11150600" cy="1066800"/>
          </a:xfrm>
          <a:prstGeom prst="rect">
            <a:avLst/>
          </a:prstGeom>
          <a:noFill/>
        </p:spPr>
        <p:txBody>
          <a:bodyPr wrap="square" lIns="0" tIns="0" rIns="0" bIns="0" anchor="t">
            <a:spAutoFit/>
          </a:bodyPr>
          <a:lstStyle/>
          <a:p>
            <a:r>
              <a:rPr lang="en-US" sz="1300" b="0" dirty="0">
                <a:solidFill>
                  <a:srgbClr val="36454F"/>
                </a:solidFill>
                <a:latin typeface="Calibri"/>
              </a:rPr>
              <a:t>Ascender: standardized platform (HackerRank or similar) — time, environment, and rubric controlled. Principal-External: business-scenario format with controlled tooling, room for architecture and implementation judgment. Principal-Internal: nomination pack, delivery evidence, and scenario defense. The mistake is to force all four segments into the same test.</a:t>
            </a:r>
          </a:p>
        </p:txBody>
      </p:sp>
      <p:sp>
        <p:nvSpPr>
          <p:cNvPr id="20" name="TextBox 19"/>
          <p:cNvSpPr txBox="1"/>
          <p:nvPr/>
        </p:nvSpPr>
        <p:spPr>
          <a:xfrm>
            <a:off x="12065000" y="6731000"/>
            <a:ext cx="12700" cy="12700"/>
          </a:xfrm>
          <a:prstGeom prst="rect">
            <a:avLst/>
          </a:prstGeom>
          <a:noFill/>
        </p:spPr>
        <p:txBody>
          <a:bodyPr wrap="square" lIns="0" tIns="0" rIns="0" bIns="0" anchor="t">
            <a:spAutoFit/>
          </a:bodyPr>
          <a:lstStyle/>
          <a:p>
            <a:endParaRPr/>
          </a:p>
        </p:txBody>
      </p:sp>
      <p:sp>
        <p:nvSpPr>
          <p:cNvPr id="21" name="TextBox 20"/>
          <p:cNvSpPr txBox="1"/>
          <p:nvPr/>
        </p:nvSpPr>
        <p:spPr>
          <a:xfrm>
            <a:off x="12065000" y="6731000"/>
            <a:ext cx="12700" cy="12700"/>
          </a:xfrm>
          <a:prstGeom prst="rect">
            <a:avLst/>
          </a:prstGeom>
          <a:noFill/>
        </p:spPr>
        <p:txBody>
          <a:bodyPr wrap="square" lIns="0" tIns="0" rIns="0" bIns="0" anchor="t">
            <a:spAutoFit/>
          </a:bodyPr>
          <a:lstStyle/>
          <a:p>
            <a:endParaRPr/>
          </a:p>
        </p:txBody>
      </p:sp>
      <p:sp>
        <p:nvSpPr>
          <p:cNvPr id="22" name="Rectangle 21"/>
          <p:cNvSpPr/>
          <p:nvPr/>
        </p:nvSpPr>
        <p:spPr>
          <a:xfrm>
            <a:off x="12065000" y="6731000"/>
            <a:ext cx="12700" cy="12700"/>
          </a:xfrm>
          <a:prstGeom prst="rect">
            <a:avLst/>
          </a:prstGeom>
          <a:solidFill>
            <a:srgbClr val="FFFFFF"/>
          </a:solidFill>
          <a:ln w="9525">
            <a:solidFill>
              <a:srgbClr val="8A94A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12065000" y="6731000"/>
            <a:ext cx="12700" cy="127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12065000" y="6731000"/>
            <a:ext cx="12700" cy="12700"/>
          </a:xfrm>
          <a:prstGeom prst="rect">
            <a:avLst/>
          </a:prstGeom>
          <a:noFill/>
        </p:spPr>
        <p:txBody>
          <a:bodyPr wrap="square" lIns="0" tIns="0" rIns="0" bIns="0" anchor="t">
            <a:spAutoFit/>
          </a:bodyPr>
          <a:lstStyle/>
          <a:p>
            <a:endParaRPr/>
          </a:p>
        </p:txBody>
      </p:sp>
      <p:sp>
        <p:nvSpPr>
          <p:cNvPr id="25" name="TextBox 24"/>
          <p:cNvSpPr txBox="1"/>
          <p:nvPr/>
        </p:nvSpPr>
        <p:spPr>
          <a:xfrm>
            <a:off x="12065000" y="6731000"/>
            <a:ext cx="12700" cy="12700"/>
          </a:xfrm>
          <a:prstGeom prst="rect">
            <a:avLst/>
          </a:prstGeom>
          <a:noFill/>
        </p:spPr>
        <p:txBody>
          <a:bodyPr wrap="square" lIns="0" tIns="0" rIns="0" bIns="0" anchor="t">
            <a:spAutoFit/>
          </a:bodyPr>
          <a:lstStyle/>
          <a:p>
            <a:endParaRPr/>
          </a:p>
        </p:txBody>
      </p:sp>
      <p:sp>
        <p:nvSpPr>
          <p:cNvPr id="26" name="Rectangle 25"/>
          <p:cNvSpPr/>
          <p:nvPr/>
        </p:nvSpPr>
        <p:spPr>
          <a:xfrm>
            <a:off x="12065000" y="6731000"/>
            <a:ext cx="12700" cy="12700"/>
          </a:xfrm>
          <a:prstGeom prst="rect">
            <a:avLst/>
          </a:prstGeom>
          <a:solidFill>
            <a:srgbClr val="FFFFFF"/>
          </a:solidFill>
          <a:ln w="9525">
            <a:solidFill>
              <a:srgbClr val="8A94A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Rectangle 26"/>
          <p:cNvSpPr/>
          <p:nvPr/>
        </p:nvSpPr>
        <p:spPr>
          <a:xfrm>
            <a:off x="12065000" y="6731000"/>
            <a:ext cx="12700" cy="127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12065000" y="6731000"/>
            <a:ext cx="12700" cy="12700"/>
          </a:xfrm>
          <a:prstGeom prst="rect">
            <a:avLst/>
          </a:prstGeom>
          <a:noFill/>
        </p:spPr>
        <p:txBody>
          <a:bodyPr wrap="square" lIns="0" tIns="0" rIns="0" bIns="0" anchor="t">
            <a:spAutoFit/>
          </a:bodyPr>
          <a:lstStyle/>
          <a:p>
            <a:endParaRPr/>
          </a:p>
        </p:txBody>
      </p:sp>
      <p:sp>
        <p:nvSpPr>
          <p:cNvPr id="29" name="TextBox 28"/>
          <p:cNvSpPr txBox="1"/>
          <p:nvPr/>
        </p:nvSpPr>
        <p:spPr>
          <a:xfrm>
            <a:off x="12065000" y="6731000"/>
            <a:ext cx="12700" cy="12700"/>
          </a:xfrm>
          <a:prstGeom prst="rect">
            <a:avLst/>
          </a:prstGeom>
          <a:noFill/>
        </p:spPr>
        <p:txBody>
          <a:bodyPr wrap="square" lIns="0" tIns="0" rIns="0" bIns="0" anchor="t">
            <a:spAutoFit/>
          </a:bodyPr>
          <a:lstStyle/>
          <a:p>
            <a:endParaRPr/>
          </a:p>
        </p:txBody>
      </p:sp>
      <p:sp>
        <p:nvSpPr>
          <p:cNvPr id="30" name="Rectangle 29"/>
          <p:cNvSpPr/>
          <p:nvPr/>
        </p:nvSpPr>
        <p:spPr>
          <a:xfrm>
            <a:off x="12065000" y="6731000"/>
            <a:ext cx="12700" cy="12700"/>
          </a:xfrm>
          <a:prstGeom prst="rect">
            <a:avLst/>
          </a:prstGeom>
          <a:solidFill>
            <a:srgbClr val="FFFFFF"/>
          </a:solidFill>
          <a:ln w="9525">
            <a:solidFill>
              <a:srgbClr val="8A94A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ectangle 30"/>
          <p:cNvSpPr/>
          <p:nvPr/>
        </p:nvSpPr>
        <p:spPr>
          <a:xfrm>
            <a:off x="12065000" y="6731000"/>
            <a:ext cx="12700" cy="127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12065000" y="6731000"/>
            <a:ext cx="12700" cy="12700"/>
          </a:xfrm>
          <a:prstGeom prst="rect">
            <a:avLst/>
          </a:prstGeom>
          <a:noFill/>
        </p:spPr>
        <p:txBody>
          <a:bodyPr wrap="square" lIns="0" tIns="0" rIns="0" bIns="0" anchor="t">
            <a:spAutoFit/>
          </a:bodyPr>
          <a:lstStyle/>
          <a:p>
            <a:endParaRPr/>
          </a:p>
        </p:txBody>
      </p:sp>
      <p:sp>
        <p:nvSpPr>
          <p:cNvPr id="33" name="TextBox 32"/>
          <p:cNvSpPr txBox="1"/>
          <p:nvPr/>
        </p:nvSpPr>
        <p:spPr>
          <a:xfrm>
            <a:off x="12065000" y="6731000"/>
            <a:ext cx="12700" cy="12700"/>
          </a:xfrm>
          <a:prstGeom prst="rect">
            <a:avLst/>
          </a:prstGeom>
          <a:noFill/>
        </p:spPr>
        <p:txBody>
          <a:bodyPr wrap="square" lIns="0" tIns="0" rIns="0" bIns="0" anchor="t">
            <a:spAutoFit/>
          </a:bodyPr>
          <a:lstStyle/>
          <a:p>
            <a:endParaRPr/>
          </a:p>
        </p:txBody>
      </p:sp>
      <p:sp>
        <p:nvSpPr>
          <p:cNvPr id="34" name="Rectangle 33"/>
          <p:cNvSpPr/>
          <p:nvPr/>
        </p:nvSpPr>
        <p:spPr>
          <a:xfrm>
            <a:off x="12065000" y="6731000"/>
            <a:ext cx="12700" cy="12700"/>
          </a:xfrm>
          <a:prstGeom prst="rect">
            <a:avLst/>
          </a:prstGeom>
          <a:solidFill>
            <a:srgbClr val="FFFFFF"/>
          </a:solidFill>
          <a:ln w="9525">
            <a:solidFill>
              <a:srgbClr val="8A94A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Rectangle 34"/>
          <p:cNvSpPr/>
          <p:nvPr/>
        </p:nvSpPr>
        <p:spPr>
          <a:xfrm>
            <a:off x="12065000" y="6731000"/>
            <a:ext cx="12700" cy="127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12065000" y="6731000"/>
            <a:ext cx="12700" cy="12700"/>
          </a:xfrm>
          <a:prstGeom prst="rect">
            <a:avLst/>
          </a:prstGeom>
          <a:noFill/>
        </p:spPr>
        <p:txBody>
          <a:bodyPr wrap="square" lIns="0" tIns="0" rIns="0" bIns="0" anchor="t">
            <a:spAutoFit/>
          </a:bodyPr>
          <a:lstStyle/>
          <a:p>
            <a:endParaRPr/>
          </a:p>
        </p:txBody>
      </p:sp>
      <p:sp>
        <p:nvSpPr>
          <p:cNvPr id="37" name="TextBox 36"/>
          <p:cNvSpPr txBox="1"/>
          <p:nvPr/>
        </p:nvSpPr>
        <p:spPr>
          <a:xfrm>
            <a:off x="12065000" y="6731000"/>
            <a:ext cx="12700" cy="12700"/>
          </a:xfrm>
          <a:prstGeom prst="rect">
            <a:avLst/>
          </a:prstGeom>
          <a:noFill/>
        </p:spPr>
        <p:txBody>
          <a:bodyPr wrap="square" lIns="0" tIns="0" rIns="0" bIns="0" anchor="t">
            <a:spAutoFit/>
          </a:bodyPr>
          <a:lstStyle/>
          <a:p>
            <a:endParaRPr/>
          </a:p>
        </p:txBody>
      </p:sp>
      <p:sp>
        <p:nvSpPr>
          <p:cNvPr id="38" name="Rectangle 37"/>
          <p:cNvSpPr/>
          <p:nvPr/>
        </p:nvSpPr>
        <p:spPr>
          <a:xfrm>
            <a:off x="12065000" y="6731000"/>
            <a:ext cx="12700" cy="12700"/>
          </a:xfrm>
          <a:prstGeom prst="rect">
            <a:avLst/>
          </a:prstGeom>
          <a:solidFill>
            <a:srgbClr val="FFFFFF"/>
          </a:solidFill>
          <a:ln w="9525">
            <a:solidFill>
              <a:srgbClr val="8A94A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Rectangle 38"/>
          <p:cNvSpPr/>
          <p:nvPr/>
        </p:nvSpPr>
        <p:spPr>
          <a:xfrm>
            <a:off x="12065000" y="6731000"/>
            <a:ext cx="12700" cy="127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12065000" y="6731000"/>
            <a:ext cx="12700" cy="12700"/>
          </a:xfrm>
          <a:prstGeom prst="rect">
            <a:avLst/>
          </a:prstGeom>
          <a:noFill/>
        </p:spPr>
        <p:txBody>
          <a:bodyPr wrap="square" lIns="0" tIns="0" rIns="0" bIns="0" anchor="t">
            <a:spAutoFit/>
          </a:bodyPr>
          <a:lstStyle/>
          <a:p>
            <a:endParaRPr/>
          </a:p>
        </p:txBody>
      </p:sp>
      <p:sp>
        <p:nvSpPr>
          <p:cNvPr id="41" name="TextBox 40"/>
          <p:cNvSpPr txBox="1"/>
          <p:nvPr/>
        </p:nvSpPr>
        <p:spPr>
          <a:xfrm>
            <a:off x="12065000" y="6731000"/>
            <a:ext cx="12700" cy="12700"/>
          </a:xfrm>
          <a:prstGeom prst="rect">
            <a:avLst/>
          </a:prstGeom>
          <a:noFill/>
        </p:spPr>
        <p:txBody>
          <a:bodyPr wrap="square" lIns="0" tIns="0" rIns="0" bIns="0" anchor="t">
            <a:spAutoFit/>
          </a:bodyPr>
          <a:lstStyle/>
          <a:p>
            <a:endParaRPr/>
          </a:p>
        </p:txBody>
      </p:sp>
      <p:sp>
        <p:nvSpPr>
          <p:cNvPr id="42" name="Rectangle 41"/>
          <p:cNvSpPr/>
          <p:nvPr/>
        </p:nvSpPr>
        <p:spPr>
          <a:xfrm>
            <a:off x="12065000" y="6731000"/>
            <a:ext cx="12700" cy="12700"/>
          </a:xfrm>
          <a:prstGeom prst="rect">
            <a:avLst/>
          </a:prstGeom>
          <a:solidFill>
            <a:srgbClr val="FFFFFF"/>
          </a:solidFill>
          <a:ln w="9525">
            <a:solidFill>
              <a:srgbClr val="8A94A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Rectangle 42"/>
          <p:cNvSpPr/>
          <p:nvPr/>
        </p:nvSpPr>
        <p:spPr>
          <a:xfrm>
            <a:off x="12065000" y="6731000"/>
            <a:ext cx="12700" cy="127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12065000" y="6731000"/>
            <a:ext cx="12700" cy="12700"/>
          </a:xfrm>
          <a:prstGeom prst="rect">
            <a:avLst/>
          </a:prstGeom>
          <a:noFill/>
        </p:spPr>
        <p:txBody>
          <a:bodyPr wrap="square" lIns="0" tIns="0" rIns="0" bIns="0" anchor="t">
            <a:spAutoFit/>
          </a:bodyPr>
          <a:lstStyle/>
          <a:p>
            <a:endParaRPr/>
          </a:p>
        </p:txBody>
      </p:sp>
      <p:sp>
        <p:nvSpPr>
          <p:cNvPr id="45" name="TextBox 44"/>
          <p:cNvSpPr txBox="1"/>
          <p:nvPr/>
        </p:nvSpPr>
        <p:spPr>
          <a:xfrm>
            <a:off x="12065000" y="6731000"/>
            <a:ext cx="12700" cy="12700"/>
          </a:xfrm>
          <a:prstGeom prst="rect">
            <a:avLst/>
          </a:prstGeom>
          <a:noFill/>
        </p:spPr>
        <p:txBody>
          <a:bodyPr wrap="square" lIns="0" tIns="0" rIns="0" bIns="0" anchor="t">
            <a:spAutoFit/>
          </a:bodyPr>
          <a:lstStyle/>
          <a:p>
            <a:endParaRPr/>
          </a:p>
        </p:txBody>
      </p:sp>
    </p:spTree>
    <p:extLst>
      <p:ext uri="{BB962C8B-B14F-4D97-AF65-F5344CB8AC3E}">
        <p14:creationId xmlns:p14="http://schemas.microsoft.com/office/powerpoint/2010/main" val="21397435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3152"/>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411480"/>
            <a:ext cx="164592" cy="164592"/>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365760"/>
            <a:ext cx="9144000" cy="274320"/>
          </a:xfrm>
          <a:prstGeom prst="rect">
            <a:avLst/>
          </a:prstGeom>
          <a:noFill/>
        </p:spPr>
        <p:txBody>
          <a:bodyPr wrap="square" lIns="0" tIns="0" rIns="0" bIns="0" anchor="t">
            <a:spAutoFit/>
          </a:bodyPr>
          <a:lstStyle/>
          <a:p>
            <a:r>
              <a:rPr lang="en-US" sz="1100" b="1" dirty="0">
                <a:solidFill>
                  <a:srgbClr val="F96167"/>
                </a:solidFill>
                <a:latin typeface="Calibri"/>
              </a:rPr>
              <a:t>05  |  OPERATING MODEL</a:t>
            </a:r>
          </a:p>
        </p:txBody>
      </p:sp>
      <p:sp>
        <p:nvSpPr>
          <p:cNvPr id="5" name="TextBox 4"/>
          <p:cNvSpPr txBox="1"/>
          <p:nvPr/>
        </p:nvSpPr>
        <p:spPr>
          <a:xfrm>
            <a:off x="457200" y="640080"/>
            <a:ext cx="11247120" cy="307777"/>
          </a:xfrm>
          <a:prstGeom prst="rect">
            <a:avLst/>
          </a:prstGeom>
          <a:noFill/>
        </p:spPr>
        <p:txBody>
          <a:bodyPr wrap="square" lIns="0" tIns="0" rIns="0" bIns="0" anchor="t">
            <a:spAutoFit/>
          </a:bodyPr>
          <a:lstStyle/>
          <a:p>
            <a:r>
              <a:rPr lang="en-US" sz="2000" b="1" dirty="0">
                <a:solidFill>
                  <a:srgbClr val="1E2761"/>
                </a:solidFill>
                <a:latin typeface="Calibri"/>
              </a:rPr>
              <a:t>Ownership</a:t>
            </a:r>
          </a:p>
        </p:txBody>
      </p:sp>
      <p:sp>
        <p:nvSpPr>
          <p:cNvPr id="6" name="TextBox 5"/>
          <p:cNvSpPr txBox="1"/>
          <p:nvPr/>
        </p:nvSpPr>
        <p:spPr>
          <a:xfrm>
            <a:off x="12065000" y="6731000"/>
            <a:ext cx="12700" cy="12700"/>
          </a:xfrm>
          <a:prstGeom prst="rect">
            <a:avLst/>
          </a:prstGeom>
          <a:noFill/>
        </p:spPr>
        <p:txBody>
          <a:bodyPr wrap="square" lIns="0" tIns="0" rIns="0" bIns="0" anchor="t">
            <a:spAutoFit/>
          </a:bodyPr>
          <a:lstStyle/>
          <a:p>
            <a:pPr algn="l"/>
            <a:r>
              <a:rPr sz="1400" b="0">
                <a:solidFill>
                  <a:srgbClr val="36454F"/>
                </a:solidFill>
                <a:latin typeface="Calibri"/>
              </a:rPr>
              <a:t>If we cannot protect the runway, we should not run the program. This is the failure mode that quietly kills these initiatives.</a:t>
            </a:r>
          </a:p>
        </p:txBody>
      </p:sp>
      <p:sp>
        <p:nvSpPr>
          <p:cNvPr id="8" name="Rectangle 7"/>
          <p:cNvSpPr/>
          <p:nvPr/>
        </p:nvSpPr>
        <p:spPr>
          <a:xfrm>
            <a:off x="685800" y="1155700"/>
            <a:ext cx="10922000" cy="2794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sz="1400" b="1" dirty="0">
                <a:solidFill>
                  <a:srgbClr val="1E2761"/>
                </a:solidFill>
                <a:latin typeface="Calibri"/>
              </a:rPr>
              <a:t>LEADERSHIP</a:t>
            </a:r>
          </a:p>
        </p:txBody>
      </p:sp>
      <p:sp>
        <p:nvSpPr>
          <p:cNvPr id="9" name="TextBox 8"/>
          <p:cNvSpPr txBox="1"/>
          <p:nvPr/>
        </p:nvSpPr>
        <p:spPr>
          <a:xfrm>
            <a:off x="685800" y="1460500"/>
            <a:ext cx="10922000" cy="533400"/>
          </a:xfrm>
          <a:prstGeom prst="rect">
            <a:avLst/>
          </a:prstGeom>
          <a:noFill/>
        </p:spPr>
        <p:txBody>
          <a:bodyPr wrap="square" lIns="0" tIns="0" rIns="0" bIns="0" anchor="t">
            <a:spAutoFit/>
          </a:bodyPr>
          <a:lstStyle/>
          <a:p>
            <a:r>
              <a:rPr lang="en-US" sz="1300" b="0" dirty="0">
                <a:solidFill>
                  <a:srgbClr val="36454F"/>
                </a:solidFill>
                <a:latin typeface="Calibri"/>
              </a:rPr>
              <a:t>Sets the bar, approves the intake, and protects cohort integrity. Sponsors the program as a serious talent investment — not a side process.</a:t>
            </a:r>
          </a:p>
        </p:txBody>
      </p:sp>
      <p:sp>
        <p:nvSpPr>
          <p:cNvPr id="11" name="Rectangle 10"/>
          <p:cNvSpPr/>
          <p:nvPr/>
        </p:nvSpPr>
        <p:spPr>
          <a:xfrm>
            <a:off x="685800" y="2235200"/>
            <a:ext cx="10922000" cy="279400"/>
          </a:xfrm>
          <a:prstGeom prst="rect">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sz="1400" b="1" dirty="0">
                <a:solidFill>
                  <a:srgbClr val="1E2761"/>
                </a:solidFill>
                <a:latin typeface="Calibri"/>
              </a:rPr>
              <a:t>STEERING COMMITTEE</a:t>
            </a:r>
          </a:p>
        </p:txBody>
      </p:sp>
      <p:sp>
        <p:nvSpPr>
          <p:cNvPr id="12" name="TextBox 11"/>
          <p:cNvSpPr txBox="1"/>
          <p:nvPr/>
        </p:nvSpPr>
        <p:spPr>
          <a:xfrm>
            <a:off x="685800" y="2540000"/>
            <a:ext cx="10922000" cy="508000"/>
          </a:xfrm>
          <a:prstGeom prst="rect">
            <a:avLst/>
          </a:prstGeom>
          <a:noFill/>
        </p:spPr>
        <p:txBody>
          <a:bodyPr wrap="square" lIns="0" tIns="0" rIns="0" bIns="0" anchor="t">
            <a:spAutoFit/>
          </a:bodyPr>
          <a:lstStyle/>
          <a:p>
            <a:r>
              <a:rPr lang="en-US" sz="1300" b="0" dirty="0">
                <a:solidFill>
                  <a:srgbClr val="36454F"/>
                </a:solidFill>
                <a:latin typeface="Calibri"/>
              </a:rPr>
              <a:t>Defines segment logic, approves rubrics, calibrates the 80/20 weighting, and resolves edge cases. Keeps the program consistent across cycles.</a:t>
            </a:r>
          </a:p>
        </p:txBody>
      </p:sp>
      <p:sp>
        <p:nvSpPr>
          <p:cNvPr id="13" name="Rectangle 12"/>
          <p:cNvSpPr/>
          <p:nvPr/>
        </p:nvSpPr>
        <p:spPr>
          <a:xfrm>
            <a:off x="12065000" y="6731000"/>
            <a:ext cx="12700" cy="127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2065000" y="6731000"/>
            <a:ext cx="12700" cy="12700"/>
          </a:xfrm>
          <a:prstGeom prst="rect">
            <a:avLst/>
          </a:prstGeom>
          <a:noFill/>
        </p:spPr>
        <p:txBody>
          <a:bodyPr wrap="square" lIns="0" tIns="0" rIns="0" bIns="0" anchor="t">
            <a:spAutoFit/>
          </a:bodyPr>
          <a:lstStyle/>
          <a:p>
            <a:pPr algn="l"/>
            <a:r>
              <a:rPr sz="1000" b="1">
                <a:solidFill>
                  <a:srgbClr val="F96167"/>
                </a:solidFill>
                <a:latin typeface="Calibri"/>
              </a:rPr>
              <a:t>WATCH FOR</a:t>
            </a:r>
          </a:p>
        </p:txBody>
      </p:sp>
      <p:sp>
        <p:nvSpPr>
          <p:cNvPr id="15" name="TextBox 14"/>
          <p:cNvSpPr txBox="1"/>
          <p:nvPr/>
        </p:nvSpPr>
        <p:spPr>
          <a:xfrm>
            <a:off x="12065000" y="6731000"/>
            <a:ext cx="12700" cy="12700"/>
          </a:xfrm>
          <a:prstGeom prst="rect">
            <a:avLst/>
          </a:prstGeom>
          <a:noFill/>
        </p:spPr>
        <p:txBody>
          <a:bodyPr wrap="square" lIns="0" tIns="0" rIns="0" bIns="0" anchor="t">
            <a:spAutoFit/>
          </a:bodyPr>
          <a:lstStyle/>
          <a:p>
            <a:pPr algn="l"/>
            <a:r>
              <a:rPr sz="1100" b="0">
                <a:solidFill>
                  <a:srgbClr val="36454F"/>
                </a:solidFill>
                <a:latin typeface="Calibri"/>
              </a:rPr>
              <a:t>Requires written executive air cover. A Delivery VP will try to break this in week 2.</a:t>
            </a:r>
          </a:p>
        </p:txBody>
      </p:sp>
      <p:sp>
        <p:nvSpPr>
          <p:cNvPr id="17" name="Rectangle 16"/>
          <p:cNvSpPr/>
          <p:nvPr/>
        </p:nvSpPr>
        <p:spPr>
          <a:xfrm>
            <a:off x="12065000" y="6731000"/>
            <a:ext cx="12700" cy="127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85800" y="3289300"/>
            <a:ext cx="10922000" cy="279400"/>
          </a:xfrm>
          <a:prstGeom prst="rect">
            <a:avLst/>
          </a:prstGeom>
          <a:noFill/>
        </p:spPr>
        <p:txBody>
          <a:bodyPr wrap="square" lIns="0" tIns="0" rIns="0" bIns="0" anchor="t">
            <a:spAutoFit/>
          </a:bodyPr>
          <a:lstStyle/>
          <a:p>
            <a:r>
              <a:rPr lang="en-US" sz="1400" b="1" dirty="0">
                <a:solidFill>
                  <a:srgbClr val="1E2761"/>
                </a:solidFill>
                <a:latin typeface="Calibri"/>
              </a:rPr>
              <a:t>TA TEAM</a:t>
            </a:r>
          </a:p>
        </p:txBody>
      </p:sp>
      <p:sp>
        <p:nvSpPr>
          <p:cNvPr id="19" name="TextBox 18"/>
          <p:cNvSpPr txBox="1"/>
          <p:nvPr/>
        </p:nvSpPr>
        <p:spPr>
          <a:xfrm>
            <a:off x="685800" y="3594100"/>
            <a:ext cx="10922000" cy="508000"/>
          </a:xfrm>
          <a:prstGeom prst="rect">
            <a:avLst/>
          </a:prstGeom>
          <a:noFill/>
        </p:spPr>
        <p:txBody>
          <a:bodyPr wrap="square" lIns="0" tIns="0" rIns="0" bIns="0" anchor="t">
            <a:spAutoFit/>
          </a:bodyPr>
          <a:lstStyle/>
          <a:p>
            <a:r>
              <a:rPr lang="en-US" sz="1300" b="0" dirty="0">
                <a:solidFill>
                  <a:srgbClr val="36454F"/>
                </a:solidFill>
                <a:latin typeface="Calibri"/>
              </a:rPr>
              <a:t>Runs the operating engine: sourcing, application flow, assessment logistics, scheduling, and candidate communication. Maintains the pipeline view across all four segments so the program can be managed as a portfolio.</a:t>
            </a:r>
          </a:p>
        </p:txBody>
      </p:sp>
      <p:sp>
        <p:nvSpPr>
          <p:cNvPr id="20" name="Rectangle 19"/>
          <p:cNvSpPr/>
          <p:nvPr/>
        </p:nvSpPr>
        <p:spPr>
          <a:xfrm>
            <a:off x="12065000" y="6731000"/>
            <a:ext cx="12700" cy="12700"/>
          </a:xfrm>
          <a:prstGeom prst="rect">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2065000" y="6731000"/>
            <a:ext cx="12700" cy="12700"/>
          </a:xfrm>
          <a:prstGeom prst="rect">
            <a:avLst/>
          </a:prstGeom>
          <a:noFill/>
        </p:spPr>
        <p:txBody>
          <a:bodyPr wrap="square" lIns="0" tIns="0" rIns="0" bIns="0" anchor="t">
            <a:spAutoFit/>
          </a:bodyPr>
          <a:lstStyle/>
          <a:p>
            <a:pPr algn="l"/>
            <a:r>
              <a:rPr sz="1400" b="0">
                <a:solidFill>
                  <a:srgbClr val="212121"/>
                </a:solidFill>
                <a:latin typeface="Calibri"/>
              </a:rPr>
              <a:t>Pair with a Principal Engineer on a real client engagement. Lead one workstream end-to-end.</a:t>
            </a:r>
          </a:p>
        </p:txBody>
      </p:sp>
      <p:sp>
        <p:nvSpPr>
          <p:cNvPr id="22" name="Rectangle 21"/>
          <p:cNvSpPr/>
          <p:nvPr/>
        </p:nvSpPr>
        <p:spPr>
          <a:xfrm>
            <a:off x="12065000" y="6731000"/>
            <a:ext cx="12700" cy="127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2065000" y="6731000"/>
            <a:ext cx="12700" cy="12700"/>
          </a:xfrm>
          <a:prstGeom prst="rect">
            <a:avLst/>
          </a:prstGeom>
          <a:noFill/>
        </p:spPr>
        <p:txBody>
          <a:bodyPr wrap="square" lIns="0" tIns="0" rIns="0" bIns="0" anchor="t">
            <a:spAutoFit/>
          </a:bodyPr>
          <a:lstStyle/>
          <a:p>
            <a:pPr algn="l"/>
            <a:r>
              <a:rPr sz="1000" b="1">
                <a:solidFill>
                  <a:srgbClr val="F96167"/>
                </a:solidFill>
                <a:latin typeface="Calibri"/>
              </a:rPr>
              <a:t>WATCH FOR</a:t>
            </a:r>
          </a:p>
        </p:txBody>
      </p:sp>
      <p:sp>
        <p:nvSpPr>
          <p:cNvPr id="24" name="TextBox 23"/>
          <p:cNvSpPr txBox="1"/>
          <p:nvPr/>
        </p:nvSpPr>
        <p:spPr>
          <a:xfrm>
            <a:off x="12065000" y="6731000"/>
            <a:ext cx="12700" cy="12700"/>
          </a:xfrm>
          <a:prstGeom prst="rect">
            <a:avLst/>
          </a:prstGeom>
          <a:noFill/>
        </p:spPr>
        <p:txBody>
          <a:bodyPr wrap="square" lIns="0" tIns="0" rIns="0" bIns="0" anchor="t">
            <a:spAutoFit/>
          </a:bodyPr>
          <a:lstStyle/>
          <a:p>
            <a:pPr algn="l"/>
            <a:r>
              <a:rPr sz="1100" b="0">
                <a:solidFill>
                  <a:srgbClr val="36454F"/>
                </a:solidFill>
                <a:latin typeface="Calibri"/>
              </a:rPr>
              <a:t>Quarterly review on five anchored dimensions: framing, leverage, taste, ownership, teaching.</a:t>
            </a:r>
          </a:p>
        </p:txBody>
      </p:sp>
      <p:sp>
        <p:nvSpPr>
          <p:cNvPr id="25" name="Rectangle 24"/>
          <p:cNvSpPr/>
          <p:nvPr/>
        </p:nvSpPr>
        <p:spPr>
          <a:xfrm>
            <a:off x="457200" y="4213664"/>
            <a:ext cx="76200" cy="939800"/>
          </a:xfrm>
          <a:prstGeom prst="rect">
            <a:avLst/>
          </a:prstGeom>
          <a:solidFill>
            <a:srgbClr val="FFFFFF"/>
          </a:solidFill>
          <a:ln w="9525">
            <a:solidFill>
              <a:srgbClr val="8A94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12065000" y="6731000"/>
            <a:ext cx="12700" cy="127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85800" y="4343400"/>
            <a:ext cx="10922000" cy="279400"/>
          </a:xfrm>
          <a:prstGeom prst="rect">
            <a:avLst/>
          </a:prstGeom>
          <a:noFill/>
        </p:spPr>
        <p:txBody>
          <a:bodyPr wrap="square" lIns="0" tIns="0" rIns="0" bIns="0" anchor="t">
            <a:spAutoFit/>
          </a:bodyPr>
          <a:lstStyle/>
          <a:p>
            <a:r>
              <a:rPr lang="en-US" sz="1400" b="1" dirty="0">
                <a:solidFill>
                  <a:srgbClr val="1E2761"/>
                </a:solidFill>
                <a:latin typeface="Calibri"/>
              </a:rPr>
              <a:t>TECHNICAL PANEL</a:t>
            </a:r>
          </a:p>
        </p:txBody>
      </p:sp>
      <p:sp>
        <p:nvSpPr>
          <p:cNvPr id="28" name="TextBox 27"/>
          <p:cNvSpPr txBox="1"/>
          <p:nvPr/>
        </p:nvSpPr>
        <p:spPr>
          <a:xfrm>
            <a:off x="685800" y="4648200"/>
            <a:ext cx="10922000" cy="508000"/>
          </a:xfrm>
          <a:prstGeom prst="rect">
            <a:avLst/>
          </a:prstGeom>
          <a:noFill/>
        </p:spPr>
        <p:txBody>
          <a:bodyPr wrap="square" lIns="0" tIns="0" rIns="0" bIns="0" anchor="t">
            <a:spAutoFit/>
          </a:bodyPr>
          <a:lstStyle/>
          <a:p>
            <a:r>
              <a:rPr lang="en-US" sz="1300" b="0" dirty="0">
                <a:solidFill>
                  <a:srgbClr val="36454F"/>
                </a:solidFill>
                <a:latin typeface="Calibri"/>
              </a:rPr>
              <a:t>Owns evaluation quality. Writes segment-specific assessments, defines answer expectations, conducts defense panels, and judges whether reasoning meets the program standard.</a:t>
            </a:r>
          </a:p>
        </p:txBody>
      </p:sp>
      <p:sp>
        <p:nvSpPr>
          <p:cNvPr id="29" name="Rectangle 28"/>
          <p:cNvSpPr/>
          <p:nvPr/>
        </p:nvSpPr>
        <p:spPr>
          <a:xfrm>
            <a:off x="457200" y="5295900"/>
            <a:ext cx="76200" cy="939800"/>
          </a:xfrm>
          <a:prstGeom prst="rect">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2065000" y="6731000"/>
            <a:ext cx="12700" cy="12700"/>
          </a:xfrm>
          <a:prstGeom prst="rect">
            <a:avLst/>
          </a:prstGeom>
          <a:noFill/>
        </p:spPr>
        <p:txBody>
          <a:bodyPr wrap="square" lIns="0" tIns="0" rIns="0" bIns="0" anchor="t">
            <a:spAutoFit/>
          </a:bodyPr>
          <a:lstStyle/>
          <a:p>
            <a:pPr algn="l"/>
            <a:r>
              <a:rPr sz="1400" b="0">
                <a:solidFill>
                  <a:srgbClr val="212121"/>
                </a:solidFill>
                <a:latin typeface="Calibri"/>
              </a:rPr>
              <a:t>Own a small team or a reusable practice asset — playbook, internal tool, eval harness.</a:t>
            </a:r>
          </a:p>
        </p:txBody>
      </p:sp>
      <p:sp>
        <p:nvSpPr>
          <p:cNvPr id="31" name="Rectangle 30"/>
          <p:cNvSpPr/>
          <p:nvPr/>
        </p:nvSpPr>
        <p:spPr>
          <a:xfrm>
            <a:off x="12065000" y="6731000"/>
            <a:ext cx="12700" cy="127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85800" y="5397500"/>
            <a:ext cx="10922000" cy="279400"/>
          </a:xfrm>
          <a:prstGeom prst="rect">
            <a:avLst/>
          </a:prstGeom>
          <a:noFill/>
        </p:spPr>
        <p:txBody>
          <a:bodyPr wrap="square" lIns="0" tIns="0" rIns="0" bIns="0" anchor="t">
            <a:spAutoFit/>
          </a:bodyPr>
          <a:lstStyle/>
          <a:p>
            <a:r>
              <a:rPr lang="en-US" sz="1400" b="1" dirty="0">
                <a:solidFill>
                  <a:srgbClr val="1E2761"/>
                </a:solidFill>
                <a:latin typeface="Calibri"/>
              </a:rPr>
              <a:t>HRBP AND BUSINESS LEADERS</a:t>
            </a:r>
          </a:p>
        </p:txBody>
      </p:sp>
      <p:sp>
        <p:nvSpPr>
          <p:cNvPr id="33" name="TextBox 32"/>
          <p:cNvSpPr txBox="1"/>
          <p:nvPr/>
        </p:nvSpPr>
        <p:spPr>
          <a:xfrm>
            <a:off x="685800" y="5702300"/>
            <a:ext cx="10922000" cy="508000"/>
          </a:xfrm>
          <a:prstGeom prst="rect">
            <a:avLst/>
          </a:prstGeom>
          <a:noFill/>
        </p:spPr>
        <p:txBody>
          <a:bodyPr wrap="square" lIns="0" tIns="0" rIns="0" bIns="0" anchor="t">
            <a:spAutoFit/>
          </a:bodyPr>
          <a:lstStyle/>
          <a:p>
            <a:r>
              <a:rPr lang="en-US" sz="1300" b="0" dirty="0">
                <a:solidFill>
                  <a:srgbClr val="36454F"/>
                </a:solidFill>
                <a:latin typeface="Calibri"/>
              </a:rPr>
              <a:t>HRBP runs the internal nomination process and ensures sponsorship consistency. Business leaders provide real-world scenarios for Principal-External. MarCom can support academic and lateral narrative — external message stays grounded.</a:t>
            </a:r>
          </a:p>
        </p:txBody>
      </p:sp>
      <p:sp>
        <p:nvSpPr>
          <p:cNvPr id="300" name="Divider300"/>
          <p:cNvSpPr>
            <a:spLocks noGrp="1"/>
          </p:cNvSpPr>
          <p:nvPr/>
        </p:nvSpPr>
        <p:spPr>
          <a:xfrm>
            <a:off x="457200" y="2070100"/>
            <a:ext cx="11252200" cy="12700"/>
          </a:xfrm>
          <a:prstGeom prst="line">
            <a:avLst/>
          </a:prstGeom>
          <a:ln w="9525">
            <a:solidFill>
              <a:srgbClr val="E8EAED"/>
            </a:solidFill>
          </a:ln>
        </p:spPr>
        <p:txBody>
          <a:bodyPr/>
          <a:lstStyle/>
          <a:p>
            <a:endParaRPr/>
          </a:p>
        </p:txBody>
      </p:sp>
      <p:sp>
        <p:nvSpPr>
          <p:cNvPr id="301" name="Divider301"/>
          <p:cNvSpPr>
            <a:spLocks noGrp="1"/>
          </p:cNvSpPr>
          <p:nvPr/>
        </p:nvSpPr>
        <p:spPr>
          <a:xfrm>
            <a:off x="457200" y="3124200"/>
            <a:ext cx="11252200" cy="12700"/>
          </a:xfrm>
          <a:prstGeom prst="line">
            <a:avLst/>
          </a:prstGeom>
          <a:ln w="9525">
            <a:solidFill>
              <a:srgbClr val="E8EAED"/>
            </a:solidFill>
          </a:ln>
        </p:spPr>
        <p:txBody>
          <a:bodyPr/>
          <a:lstStyle/>
          <a:p>
            <a:endParaRPr/>
          </a:p>
        </p:txBody>
      </p:sp>
      <p:sp>
        <p:nvSpPr>
          <p:cNvPr id="302" name="Divider302"/>
          <p:cNvSpPr>
            <a:spLocks noGrp="1"/>
          </p:cNvSpPr>
          <p:nvPr/>
        </p:nvSpPr>
        <p:spPr>
          <a:xfrm>
            <a:off x="457200" y="4178300"/>
            <a:ext cx="11252200" cy="12700"/>
          </a:xfrm>
          <a:prstGeom prst="line">
            <a:avLst/>
          </a:prstGeom>
          <a:ln w="9525">
            <a:solidFill>
              <a:srgbClr val="E8EAED"/>
            </a:solidFill>
          </a:ln>
        </p:spPr>
        <p:txBody>
          <a:bodyPr/>
          <a:lstStyle/>
          <a:p>
            <a:endParaRPr/>
          </a:p>
        </p:txBody>
      </p:sp>
      <p:sp>
        <p:nvSpPr>
          <p:cNvPr id="303" name="Divider303"/>
          <p:cNvSpPr>
            <a:spLocks noGrp="1"/>
          </p:cNvSpPr>
          <p:nvPr/>
        </p:nvSpPr>
        <p:spPr>
          <a:xfrm>
            <a:off x="457200" y="5232400"/>
            <a:ext cx="11252200" cy="12700"/>
          </a:xfrm>
          <a:prstGeom prst="line">
            <a:avLst/>
          </a:prstGeom>
          <a:ln w="9525">
            <a:solidFill>
              <a:srgbClr val="E8EAED"/>
            </a:solidFill>
          </a:ln>
        </p:spPr>
        <p:txBody>
          <a:bodyPr/>
          <a:lstStyle/>
          <a:p>
            <a:endParaRPr/>
          </a:p>
        </p:txBody>
      </p:sp>
      <p:sp>
        <p:nvSpPr>
          <p:cNvPr id="34" name="TextBox 33">
            <a:extLst>
              <a:ext uri="{FF2B5EF4-FFF2-40B4-BE49-F238E27FC236}">
                <a16:creationId xmlns:a16="http://schemas.microsoft.com/office/drawing/2014/main" id="{5FF977C2-D1B2-A145-A9FF-0AA3DA91E6F5}"/>
              </a:ext>
            </a:extLst>
          </p:cNvPr>
          <p:cNvSpPr txBox="1"/>
          <p:nvPr/>
        </p:nvSpPr>
        <p:spPr>
          <a:xfrm>
            <a:off x="685800" y="1130300"/>
            <a:ext cx="10922000" cy="254000"/>
          </a:xfrm>
          <a:prstGeom prst="rect">
            <a:avLst/>
          </a:prstGeom>
          <a:noFill/>
        </p:spPr>
        <p:txBody>
          <a:bodyPr vertOverflow="overflow" vert="horz" wrap="square" rtlCol="0" anchor="t">
            <a:spAutoFit/>
          </a:bodyPr>
          <a:lstStyle/>
          <a:p>
            <a:pPr algn="l"/>
            <a:r>
              <a:rPr lang="en-US" sz="1400" b="1">
                <a:solidFill>
                  <a:srgbClr val="1E2761"/>
                </a:solidFill>
                <a:latin typeface="Calibri"/>
                <a:cs typeface="Calibri"/>
              </a:rPr>
              <a:t>LEADERSHIP</a:t>
            </a:r>
          </a:p>
        </p:txBody>
      </p:sp>
      <p:sp>
        <p:nvSpPr>
          <p:cNvPr id="35" name="Rectangle 34">
            <a:extLst>
              <a:ext uri="{FF2B5EF4-FFF2-40B4-BE49-F238E27FC236}">
                <a16:creationId xmlns:a16="http://schemas.microsoft.com/office/drawing/2014/main" id="{DB751C96-44DC-FA5E-F06D-DB0924846F73}"/>
              </a:ext>
            </a:extLst>
          </p:cNvPr>
          <p:cNvSpPr/>
          <p:nvPr/>
        </p:nvSpPr>
        <p:spPr>
          <a:xfrm>
            <a:off x="457200" y="4241800"/>
            <a:ext cx="76200" cy="939800"/>
          </a:xfrm>
          <a:prstGeom prst="rect">
            <a:avLst/>
          </a:prstGeom>
          <a:solidFill>
            <a:srgbClr val="FFFFFF"/>
          </a:solidFill>
          <a:ln w="9525">
            <a:solidFill>
              <a:srgbClr val="8A94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a:extLst>
              <a:ext uri="{FF2B5EF4-FFF2-40B4-BE49-F238E27FC236}">
                <a16:creationId xmlns:a16="http://schemas.microsoft.com/office/drawing/2014/main" id="{FFBD78C7-B4A4-5A34-8C2C-1658222D2A2A}"/>
              </a:ext>
            </a:extLst>
          </p:cNvPr>
          <p:cNvSpPr/>
          <p:nvPr/>
        </p:nvSpPr>
        <p:spPr>
          <a:xfrm>
            <a:off x="468922" y="3028657"/>
            <a:ext cx="76200" cy="939800"/>
          </a:xfrm>
          <a:prstGeom prst="rect">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a:extLst>
              <a:ext uri="{FF2B5EF4-FFF2-40B4-BE49-F238E27FC236}">
                <a16:creationId xmlns:a16="http://schemas.microsoft.com/office/drawing/2014/main" id="{A37AB069-2510-6206-5159-2F56E63DBDD7}"/>
              </a:ext>
            </a:extLst>
          </p:cNvPr>
          <p:cNvSpPr/>
          <p:nvPr/>
        </p:nvSpPr>
        <p:spPr>
          <a:xfrm>
            <a:off x="468922" y="1974557"/>
            <a:ext cx="76200" cy="939800"/>
          </a:xfrm>
          <a:prstGeom prst="rect">
            <a:avLst/>
          </a:prstGeom>
          <a:solidFill>
            <a:srgbClr val="FFFFFF"/>
          </a:solidFill>
          <a:ln w="9525">
            <a:solidFill>
              <a:srgbClr val="8A94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9351005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3152"/>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411480"/>
            <a:ext cx="164592" cy="164592"/>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365760"/>
            <a:ext cx="9144000" cy="274320"/>
          </a:xfrm>
          <a:prstGeom prst="rect">
            <a:avLst/>
          </a:prstGeom>
          <a:noFill/>
        </p:spPr>
        <p:txBody>
          <a:bodyPr wrap="square" lIns="0" tIns="0" rIns="0" bIns="0" anchor="t">
            <a:spAutoFit/>
          </a:bodyPr>
          <a:lstStyle/>
          <a:p>
            <a:r>
              <a:rPr lang="en-US" sz="1100" b="1" dirty="0">
                <a:solidFill>
                  <a:srgbClr val="F96167"/>
                </a:solidFill>
                <a:latin typeface="Calibri"/>
              </a:rPr>
              <a:t>06  |  DECISIONS</a:t>
            </a:r>
          </a:p>
        </p:txBody>
      </p:sp>
      <p:sp>
        <p:nvSpPr>
          <p:cNvPr id="5" name="TextBox 4"/>
          <p:cNvSpPr txBox="1"/>
          <p:nvPr/>
        </p:nvSpPr>
        <p:spPr>
          <a:xfrm>
            <a:off x="457200" y="640080"/>
            <a:ext cx="11247120" cy="307777"/>
          </a:xfrm>
          <a:prstGeom prst="rect">
            <a:avLst/>
          </a:prstGeom>
          <a:noFill/>
        </p:spPr>
        <p:txBody>
          <a:bodyPr wrap="square" lIns="0" tIns="0" rIns="0" bIns="0" anchor="t">
            <a:spAutoFit/>
          </a:bodyPr>
          <a:lstStyle/>
          <a:p>
            <a:r>
              <a:rPr lang="en-US" sz="2000" b="1" dirty="0">
                <a:solidFill>
                  <a:srgbClr val="1E2761"/>
                </a:solidFill>
                <a:latin typeface="Calibri"/>
              </a:rPr>
              <a:t>Six decisions needed</a:t>
            </a:r>
          </a:p>
        </p:txBody>
      </p:sp>
      <p:sp>
        <p:nvSpPr>
          <p:cNvPr id="6" name="TextBox 5"/>
          <p:cNvSpPr txBox="1"/>
          <p:nvPr/>
        </p:nvSpPr>
        <p:spPr>
          <a:xfrm>
            <a:off x="12065000" y="6731000"/>
            <a:ext cx="12700" cy="12700"/>
          </a:xfrm>
          <a:prstGeom prst="rect">
            <a:avLst/>
          </a:prstGeom>
          <a:noFill/>
        </p:spPr>
        <p:txBody>
          <a:bodyPr wrap="square" lIns="0" tIns="0" rIns="0" bIns="0" anchor="t">
            <a:spAutoFit/>
          </a:bodyPr>
          <a:lstStyle/>
          <a:p>
            <a:pPr algn="l"/>
            <a:r>
              <a:rPr sz="1400" b="1">
                <a:solidFill>
                  <a:srgbClr val="F96167"/>
                </a:solidFill>
                <a:latin typeface="Calibri"/>
              </a:rPr>
              <a:t>GOVERNANCE — FOUR NAMED OWNERS, NO COMMITTEES</a:t>
            </a:r>
          </a:p>
        </p:txBody>
      </p:sp>
      <p:sp>
        <p:nvSpPr>
          <p:cNvPr id="7" name="Rectangle 6"/>
          <p:cNvSpPr/>
          <p:nvPr/>
        </p:nvSpPr>
        <p:spPr>
          <a:xfrm>
            <a:off x="457200" y="952500"/>
            <a:ext cx="76200" cy="7366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003300"/>
            <a:ext cx="11125200" cy="254000"/>
          </a:xfrm>
          <a:prstGeom prst="rect">
            <a:avLst/>
          </a:prstGeom>
          <a:noFill/>
        </p:spPr>
        <p:txBody>
          <a:bodyPr wrap="square" lIns="0" tIns="0" rIns="0" bIns="0" anchor="t">
            <a:spAutoFit/>
          </a:bodyPr>
          <a:lstStyle/>
          <a:p>
            <a:r>
              <a:rPr lang="en-US" sz="1300" b="1" dirty="0">
                <a:solidFill>
                  <a:srgbClr val="1E2761"/>
                </a:solidFill>
                <a:latin typeface="Calibri"/>
              </a:rPr>
              <a:t>FIRST  </a:t>
            </a:r>
            <a:r>
              <a:rPr lang="en-US" sz="1300" b="0" dirty="0">
                <a:solidFill>
                  <a:srgbClr val="1E2761"/>
                </a:solidFill>
                <a:latin typeface="Calibri"/>
              </a:rPr>
              <a:t>Freeze the four-segment model</a:t>
            </a:r>
          </a:p>
        </p:txBody>
      </p:sp>
      <p:sp>
        <p:nvSpPr>
          <p:cNvPr id="9" name="TextBox 8"/>
          <p:cNvSpPr txBox="1"/>
          <p:nvPr/>
        </p:nvSpPr>
        <p:spPr>
          <a:xfrm>
            <a:off x="685800" y="1282700"/>
            <a:ext cx="11125200" cy="457200"/>
          </a:xfrm>
          <a:prstGeom prst="rect">
            <a:avLst/>
          </a:prstGeom>
          <a:noFill/>
        </p:spPr>
        <p:txBody>
          <a:bodyPr wrap="square" lIns="0" tIns="0" rIns="0" bIns="0" anchor="t">
            <a:spAutoFit/>
          </a:bodyPr>
          <a:lstStyle/>
          <a:p>
            <a:r>
              <a:rPr lang="en-US" sz="1200" b="0" dirty="0">
                <a:solidFill>
                  <a:srgbClr val="36454F"/>
                </a:solidFill>
                <a:latin typeface="Calibri"/>
              </a:rPr>
              <a:t>Run explicitly as Ascender-Academia, Ascender-Early Career, Principal-External, and Principal-Internal. No single-track shortcuts.</a:t>
            </a:r>
          </a:p>
        </p:txBody>
      </p:sp>
      <p:sp>
        <p:nvSpPr>
          <p:cNvPr id="10" name="Rectangle 9"/>
          <p:cNvSpPr/>
          <p:nvPr/>
        </p:nvSpPr>
        <p:spPr>
          <a:xfrm>
            <a:off x="457200" y="1765300"/>
            <a:ext cx="76200" cy="7366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1816100"/>
            <a:ext cx="11125200" cy="254000"/>
          </a:xfrm>
          <a:prstGeom prst="rect">
            <a:avLst/>
          </a:prstGeom>
          <a:noFill/>
        </p:spPr>
        <p:txBody>
          <a:bodyPr wrap="square" lIns="0" tIns="0" rIns="0" bIns="0" anchor="t">
            <a:spAutoFit/>
          </a:bodyPr>
          <a:lstStyle/>
          <a:p>
            <a:r>
              <a:rPr lang="en-US" sz="1300" b="1" dirty="0">
                <a:solidFill>
                  <a:srgbClr val="1E2761"/>
                </a:solidFill>
                <a:latin typeface="Calibri"/>
              </a:rPr>
              <a:t>SECOND  </a:t>
            </a:r>
            <a:r>
              <a:rPr lang="en-US" sz="1300" b="0" dirty="0">
                <a:solidFill>
                  <a:srgbClr val="1E2761"/>
                </a:solidFill>
                <a:latin typeface="Calibri"/>
              </a:rPr>
              <a:t>Freeze the 80/20 model and codify the 20 percent</a:t>
            </a:r>
          </a:p>
        </p:txBody>
      </p:sp>
      <p:sp>
        <p:nvSpPr>
          <p:cNvPr id="12" name="TextBox 11"/>
          <p:cNvSpPr txBox="1"/>
          <p:nvPr/>
        </p:nvSpPr>
        <p:spPr>
          <a:xfrm>
            <a:off x="685800" y="2095500"/>
            <a:ext cx="11125200" cy="457200"/>
          </a:xfrm>
          <a:prstGeom prst="rect">
            <a:avLst/>
          </a:prstGeom>
          <a:noFill/>
        </p:spPr>
        <p:txBody>
          <a:bodyPr wrap="square" lIns="0" tIns="0" rIns="0" bIns="0" anchor="t">
            <a:spAutoFit/>
          </a:bodyPr>
          <a:lstStyle/>
          <a:p>
            <a:r>
              <a:rPr lang="en-US" sz="1200" b="0" dirty="0">
                <a:solidFill>
                  <a:srgbClr val="36454F"/>
                </a:solidFill>
                <a:latin typeface="Calibri"/>
              </a:rPr>
              <a:t>For academia: college pedigree, internships, project exposure. For external experienced: company context and role complexity. For internal: tenure, delivery history, trust earned. Codify this early or it becomes subjective.</a:t>
            </a:r>
          </a:p>
        </p:txBody>
      </p:sp>
      <p:sp>
        <p:nvSpPr>
          <p:cNvPr id="13" name="Rectangle 12"/>
          <p:cNvSpPr/>
          <p:nvPr/>
        </p:nvSpPr>
        <p:spPr>
          <a:xfrm>
            <a:off x="457200" y="2578100"/>
            <a:ext cx="76200" cy="7366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5800" y="2628900"/>
            <a:ext cx="11125200" cy="254000"/>
          </a:xfrm>
          <a:prstGeom prst="rect">
            <a:avLst/>
          </a:prstGeom>
          <a:noFill/>
        </p:spPr>
        <p:txBody>
          <a:bodyPr wrap="square" lIns="0" tIns="0" rIns="0" bIns="0" anchor="t">
            <a:spAutoFit/>
          </a:bodyPr>
          <a:lstStyle/>
          <a:p>
            <a:r>
              <a:rPr lang="en-US" sz="1300" b="1" dirty="0">
                <a:solidFill>
                  <a:srgbClr val="1E2761"/>
                </a:solidFill>
                <a:latin typeface="Calibri"/>
              </a:rPr>
              <a:t>THIRD  </a:t>
            </a:r>
            <a:r>
              <a:rPr lang="en-US" sz="1300" b="0" dirty="0">
                <a:solidFill>
                  <a:srgbClr val="1E2761"/>
                </a:solidFill>
                <a:latin typeface="Calibri"/>
              </a:rPr>
              <a:t>Choose the assessment platform by segment</a:t>
            </a:r>
          </a:p>
        </p:txBody>
      </p:sp>
      <p:sp>
        <p:nvSpPr>
          <p:cNvPr id="15" name="TextBox 14"/>
          <p:cNvSpPr txBox="1"/>
          <p:nvPr/>
        </p:nvSpPr>
        <p:spPr>
          <a:xfrm>
            <a:off x="685800" y="2908300"/>
            <a:ext cx="11125200" cy="457200"/>
          </a:xfrm>
          <a:prstGeom prst="rect">
            <a:avLst/>
          </a:prstGeom>
          <a:noFill/>
        </p:spPr>
        <p:txBody>
          <a:bodyPr wrap="square" lIns="0" tIns="0" rIns="0" bIns="0" anchor="t">
            <a:spAutoFit/>
          </a:bodyPr>
          <a:lstStyle/>
          <a:p>
            <a:r>
              <a:rPr lang="en-US" sz="1200" b="0" dirty="0">
                <a:solidFill>
                  <a:srgbClr val="36454F"/>
                </a:solidFill>
                <a:latin typeface="Calibri"/>
              </a:rPr>
              <a:t>Ascender: standardized platform. Principal-External: business-scenario evaluation with controlled tooling. Principal-Internal: nominations plus scenario defense. Do not force all four into the same test.</a:t>
            </a:r>
          </a:p>
        </p:txBody>
      </p:sp>
      <p:sp>
        <p:nvSpPr>
          <p:cNvPr id="16" name="Rectangle 15"/>
          <p:cNvSpPr/>
          <p:nvPr/>
        </p:nvSpPr>
        <p:spPr>
          <a:xfrm>
            <a:off x="457200" y="3390900"/>
            <a:ext cx="76200" cy="7366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85800" y="3441700"/>
            <a:ext cx="11125200" cy="254000"/>
          </a:xfrm>
          <a:prstGeom prst="rect">
            <a:avLst/>
          </a:prstGeom>
          <a:noFill/>
        </p:spPr>
        <p:txBody>
          <a:bodyPr wrap="square" lIns="0" tIns="0" rIns="0" bIns="0" anchor="t">
            <a:spAutoFit/>
          </a:bodyPr>
          <a:lstStyle/>
          <a:p>
            <a:r>
              <a:rPr lang="en-US" sz="1300" b="1" dirty="0">
                <a:solidFill>
                  <a:srgbClr val="1E2761"/>
                </a:solidFill>
                <a:latin typeface="Calibri"/>
              </a:rPr>
              <a:t>FOURTH  </a:t>
            </a:r>
            <a:r>
              <a:rPr lang="en-US" sz="1300" b="0" dirty="0">
                <a:solidFill>
                  <a:srgbClr val="1E2761"/>
                </a:solidFill>
                <a:latin typeface="Calibri"/>
              </a:rPr>
              <a:t>Run an internal pilot before public rollout</a:t>
            </a:r>
          </a:p>
        </p:txBody>
      </p:sp>
      <p:sp>
        <p:nvSpPr>
          <p:cNvPr id="18" name="TextBox 17"/>
          <p:cNvSpPr txBox="1"/>
          <p:nvPr/>
        </p:nvSpPr>
        <p:spPr>
          <a:xfrm>
            <a:off x="685800" y="3721100"/>
            <a:ext cx="11125200" cy="457200"/>
          </a:xfrm>
          <a:prstGeom prst="rect">
            <a:avLst/>
          </a:prstGeom>
          <a:noFill/>
        </p:spPr>
        <p:txBody>
          <a:bodyPr wrap="square" lIns="0" tIns="0" rIns="0" bIns="0" anchor="t">
            <a:spAutoFit/>
          </a:bodyPr>
          <a:lstStyle/>
          <a:p>
            <a:r>
              <a:rPr lang="en-US" sz="1200" b="0" dirty="0">
                <a:solidFill>
                  <a:srgbClr val="36454F"/>
                </a:solidFill>
                <a:latin typeface="Calibri"/>
              </a:rPr>
              <a:t>Use internal nominees and a small external sample to calibrate rubric, difficulty, and weighting. First cohort optimizes for signal quality, not volume.</a:t>
            </a:r>
          </a:p>
        </p:txBody>
      </p:sp>
      <p:sp>
        <p:nvSpPr>
          <p:cNvPr id="19" name="TextBox 18"/>
          <p:cNvSpPr txBox="1"/>
          <p:nvPr/>
        </p:nvSpPr>
        <p:spPr>
          <a:xfrm>
            <a:off x="12065000" y="6731000"/>
            <a:ext cx="12700" cy="12700"/>
          </a:xfrm>
          <a:prstGeom prst="rect">
            <a:avLst/>
          </a:prstGeom>
          <a:noFill/>
        </p:spPr>
        <p:txBody>
          <a:bodyPr wrap="square" lIns="0" tIns="0" rIns="0" bIns="0" anchor="t">
            <a:spAutoFit/>
          </a:bodyPr>
          <a:lstStyle/>
          <a:p>
            <a:pPr algn="l"/>
            <a:r>
              <a:rPr sz="1400" b="1">
                <a:solidFill>
                  <a:srgbClr val="F96167"/>
                </a:solidFill>
                <a:latin typeface="Calibri"/>
              </a:rPr>
              <a:t>THREE RISKS THAT WILL ACTUALLY KILL THIS</a:t>
            </a:r>
          </a:p>
        </p:txBody>
      </p:sp>
      <p:sp>
        <p:nvSpPr>
          <p:cNvPr id="20" name="Rectangle 19"/>
          <p:cNvSpPr/>
          <p:nvPr/>
        </p:nvSpPr>
        <p:spPr>
          <a:xfrm>
            <a:off x="12065000" y="6731000"/>
            <a:ext cx="12700" cy="127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2065000" y="6731000"/>
            <a:ext cx="12700" cy="12700"/>
          </a:xfrm>
          <a:prstGeom prst="rect">
            <a:avLst/>
          </a:prstGeom>
          <a:noFill/>
        </p:spPr>
        <p:txBody>
          <a:bodyPr wrap="square" lIns="0" tIns="0" rIns="0" bIns="0" anchor="t">
            <a:spAutoFit/>
          </a:bodyPr>
          <a:lstStyle/>
          <a:p>
            <a:pPr algn="l"/>
            <a:r>
              <a:rPr sz="1400" b="1">
                <a:solidFill>
                  <a:srgbClr val="F96167"/>
                </a:solidFill>
                <a:latin typeface="Calibri"/>
              </a:rPr>
              <a:t>1</a:t>
            </a:r>
          </a:p>
        </p:txBody>
      </p:sp>
      <p:sp>
        <p:nvSpPr>
          <p:cNvPr id="22" name="TextBox 21"/>
          <p:cNvSpPr txBox="1"/>
          <p:nvPr/>
        </p:nvSpPr>
        <p:spPr>
          <a:xfrm>
            <a:off x="12065000" y="6731000"/>
            <a:ext cx="12700" cy="12700"/>
          </a:xfrm>
          <a:prstGeom prst="rect">
            <a:avLst/>
          </a:prstGeom>
          <a:noFill/>
        </p:spPr>
        <p:txBody>
          <a:bodyPr wrap="square" lIns="0" tIns="0" rIns="0" bIns="0" anchor="t">
            <a:spAutoFit/>
          </a:bodyPr>
          <a:lstStyle/>
          <a:p>
            <a:pPr algn="l"/>
            <a:r>
              <a:rPr sz="1200" b="0">
                <a:solidFill>
                  <a:srgbClr val="212121"/>
                </a:solidFill>
                <a:latin typeface="Calibri"/>
              </a:rPr>
              <a:t>Delivery pressure breaks the protected runway in month 2.</a:t>
            </a:r>
          </a:p>
        </p:txBody>
      </p:sp>
      <p:sp>
        <p:nvSpPr>
          <p:cNvPr id="23" name="Rectangle 22"/>
          <p:cNvSpPr/>
          <p:nvPr/>
        </p:nvSpPr>
        <p:spPr>
          <a:xfrm>
            <a:off x="12065000" y="6731000"/>
            <a:ext cx="12700" cy="127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2065000" y="6731000"/>
            <a:ext cx="12700" cy="12700"/>
          </a:xfrm>
          <a:prstGeom prst="rect">
            <a:avLst/>
          </a:prstGeom>
          <a:noFill/>
        </p:spPr>
        <p:txBody>
          <a:bodyPr wrap="square" lIns="0" tIns="0" rIns="0" bIns="0" anchor="t">
            <a:spAutoFit/>
          </a:bodyPr>
          <a:lstStyle/>
          <a:p>
            <a:pPr algn="l"/>
            <a:r>
              <a:rPr sz="1400" b="1">
                <a:solidFill>
                  <a:srgbClr val="F96167"/>
                </a:solidFill>
                <a:latin typeface="Calibri"/>
              </a:rPr>
              <a:t>2</a:t>
            </a:r>
          </a:p>
        </p:txBody>
      </p:sp>
      <p:sp>
        <p:nvSpPr>
          <p:cNvPr id="25" name="TextBox 24"/>
          <p:cNvSpPr txBox="1"/>
          <p:nvPr/>
        </p:nvSpPr>
        <p:spPr>
          <a:xfrm>
            <a:off x="12065000" y="6731000"/>
            <a:ext cx="12700" cy="12700"/>
          </a:xfrm>
          <a:prstGeom prst="rect">
            <a:avLst/>
          </a:prstGeom>
          <a:noFill/>
        </p:spPr>
        <p:txBody>
          <a:bodyPr wrap="square" lIns="0" tIns="0" rIns="0" bIns="0" anchor="t">
            <a:spAutoFit/>
          </a:bodyPr>
          <a:lstStyle/>
          <a:p>
            <a:pPr algn="l"/>
            <a:r>
              <a:rPr sz="1200" b="0">
                <a:solidFill>
                  <a:srgbClr val="212121"/>
                </a:solidFill>
                <a:latin typeface="Calibri"/>
              </a:rPr>
              <a:t>AI-use rubric drifts across panelists across cycles.</a:t>
            </a:r>
          </a:p>
        </p:txBody>
      </p:sp>
      <p:sp>
        <p:nvSpPr>
          <p:cNvPr id="26" name="Rectangle 25"/>
          <p:cNvSpPr/>
          <p:nvPr/>
        </p:nvSpPr>
        <p:spPr>
          <a:xfrm>
            <a:off x="12065000" y="6731000"/>
            <a:ext cx="12700" cy="127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2065000" y="6731000"/>
            <a:ext cx="12700" cy="12700"/>
          </a:xfrm>
          <a:prstGeom prst="rect">
            <a:avLst/>
          </a:prstGeom>
          <a:noFill/>
        </p:spPr>
        <p:txBody>
          <a:bodyPr wrap="square" lIns="0" tIns="0" rIns="0" bIns="0" anchor="t">
            <a:spAutoFit/>
          </a:bodyPr>
          <a:lstStyle/>
          <a:p>
            <a:pPr algn="l"/>
            <a:r>
              <a:rPr sz="1400" b="1">
                <a:solidFill>
                  <a:srgbClr val="F96167"/>
                </a:solidFill>
                <a:latin typeface="Calibri"/>
              </a:rPr>
              <a:t>3</a:t>
            </a:r>
          </a:p>
        </p:txBody>
      </p:sp>
      <p:sp>
        <p:nvSpPr>
          <p:cNvPr id="28" name="TextBox 27"/>
          <p:cNvSpPr txBox="1"/>
          <p:nvPr/>
        </p:nvSpPr>
        <p:spPr>
          <a:xfrm>
            <a:off x="12065000" y="6731000"/>
            <a:ext cx="12700" cy="12700"/>
          </a:xfrm>
          <a:prstGeom prst="rect">
            <a:avLst/>
          </a:prstGeom>
          <a:noFill/>
        </p:spPr>
        <p:txBody>
          <a:bodyPr wrap="square" lIns="0" tIns="0" rIns="0" bIns="0" anchor="t">
            <a:spAutoFit/>
          </a:bodyPr>
          <a:lstStyle/>
          <a:p>
            <a:pPr algn="l"/>
            <a:r>
              <a:rPr sz="1200" b="0">
                <a:solidFill>
                  <a:srgbClr val="212121"/>
                </a:solidFill>
                <a:latin typeface="Calibri"/>
              </a:rPr>
              <a:t>Excellent ICs admitted with no senior IC ladder to graduate them onto.</a:t>
            </a:r>
          </a:p>
        </p:txBody>
      </p:sp>
      <p:sp>
        <p:nvSpPr>
          <p:cNvPr id="29" name="Rectangle 28"/>
          <p:cNvSpPr/>
          <p:nvPr/>
        </p:nvSpPr>
        <p:spPr>
          <a:xfrm>
            <a:off x="12065000" y="6731000"/>
            <a:ext cx="12700" cy="127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12065000" y="6731000"/>
            <a:ext cx="12700" cy="127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2065000" y="6731000"/>
            <a:ext cx="12700" cy="12700"/>
          </a:xfrm>
          <a:prstGeom prst="rect">
            <a:avLst/>
          </a:prstGeom>
          <a:noFill/>
        </p:spPr>
        <p:txBody>
          <a:bodyPr wrap="square" lIns="0" tIns="0" rIns="0" bIns="0" anchor="t">
            <a:spAutoFit/>
          </a:bodyPr>
          <a:lstStyle/>
          <a:p>
            <a:pPr algn="l"/>
            <a:r>
              <a:rPr sz="1400" b="1">
                <a:solidFill>
                  <a:srgbClr val="F96167"/>
                </a:solidFill>
                <a:latin typeface="Calibri"/>
              </a:rPr>
              <a:t>FIRST THREE MOVES</a:t>
            </a:r>
          </a:p>
        </p:txBody>
      </p:sp>
      <p:sp>
        <p:nvSpPr>
          <p:cNvPr id="32" name="TextBox 31"/>
          <p:cNvSpPr txBox="1"/>
          <p:nvPr/>
        </p:nvSpPr>
        <p:spPr>
          <a:xfrm>
            <a:off x="12065000" y="6731000"/>
            <a:ext cx="12700" cy="12700"/>
          </a:xfrm>
          <a:prstGeom prst="rect">
            <a:avLst/>
          </a:prstGeom>
          <a:noFill/>
        </p:spPr>
        <p:txBody>
          <a:bodyPr wrap="square" lIns="0" tIns="0" rIns="0" bIns="0" anchor="t">
            <a:spAutoFit/>
          </a:bodyPr>
          <a:lstStyle/>
          <a:p>
            <a:pPr algn="l"/>
            <a:r>
              <a:rPr sz="1000" b="1">
                <a:solidFill>
                  <a:srgbClr val="F96167"/>
                </a:solidFill>
                <a:latin typeface="Calibri"/>
              </a:rPr>
              <a:t>THIS WEEK</a:t>
            </a:r>
          </a:p>
        </p:txBody>
      </p:sp>
      <p:sp>
        <p:nvSpPr>
          <p:cNvPr id="33" name="TextBox 32"/>
          <p:cNvSpPr txBox="1"/>
          <p:nvPr/>
        </p:nvSpPr>
        <p:spPr>
          <a:xfrm>
            <a:off x="12065000" y="6731000"/>
            <a:ext cx="12700" cy="12700"/>
          </a:xfrm>
          <a:prstGeom prst="rect">
            <a:avLst/>
          </a:prstGeom>
          <a:noFill/>
        </p:spPr>
        <p:txBody>
          <a:bodyPr wrap="square" lIns="0" tIns="0" rIns="0" bIns="0" anchor="t">
            <a:spAutoFit/>
          </a:bodyPr>
          <a:lstStyle/>
          <a:p>
            <a:pPr algn="l"/>
            <a:r>
              <a:rPr sz="1200" b="0">
                <a:solidFill>
                  <a:srgbClr val="FFFFFF"/>
                </a:solidFill>
                <a:latin typeface="Calibri"/>
              </a:rPr>
              <a:t>Get one VP to sign the protected-runway commitment in writing. No signature, no program.</a:t>
            </a:r>
          </a:p>
        </p:txBody>
      </p:sp>
      <p:sp>
        <p:nvSpPr>
          <p:cNvPr id="34" name="TextBox 33"/>
          <p:cNvSpPr txBox="1"/>
          <p:nvPr/>
        </p:nvSpPr>
        <p:spPr>
          <a:xfrm>
            <a:off x="12065000" y="6731000"/>
            <a:ext cx="12700" cy="12700"/>
          </a:xfrm>
          <a:prstGeom prst="rect">
            <a:avLst/>
          </a:prstGeom>
          <a:noFill/>
        </p:spPr>
        <p:txBody>
          <a:bodyPr wrap="square" lIns="0" tIns="0" rIns="0" bIns="0" anchor="t">
            <a:spAutoFit/>
          </a:bodyPr>
          <a:lstStyle/>
          <a:p>
            <a:pPr algn="l"/>
            <a:r>
              <a:rPr sz="1000" b="1">
                <a:solidFill>
                  <a:srgbClr val="F96167"/>
                </a:solidFill>
                <a:latin typeface="Calibri"/>
              </a:rPr>
              <a:t>NEXT 2 WEEKS</a:t>
            </a:r>
          </a:p>
        </p:txBody>
      </p:sp>
      <p:sp>
        <p:nvSpPr>
          <p:cNvPr id="35" name="TextBox 34"/>
          <p:cNvSpPr txBox="1"/>
          <p:nvPr/>
        </p:nvSpPr>
        <p:spPr>
          <a:xfrm>
            <a:off x="12065000" y="6731000"/>
            <a:ext cx="12700" cy="12700"/>
          </a:xfrm>
          <a:prstGeom prst="rect">
            <a:avLst/>
          </a:prstGeom>
          <a:noFill/>
        </p:spPr>
        <p:txBody>
          <a:bodyPr wrap="square" lIns="0" tIns="0" rIns="0" bIns="0" anchor="t">
            <a:spAutoFit/>
          </a:bodyPr>
          <a:lstStyle/>
          <a:p>
            <a:pPr algn="l"/>
            <a:r>
              <a:rPr sz="1200" b="0">
                <a:solidFill>
                  <a:srgbClr val="FFFFFF"/>
                </a:solidFill>
                <a:latin typeface="Calibri"/>
              </a:rPr>
              <a:t>Tech panel writes one Ascender task and one Principal task. Three Principals submit benchmarks.</a:t>
            </a:r>
          </a:p>
        </p:txBody>
      </p:sp>
      <p:sp>
        <p:nvSpPr>
          <p:cNvPr id="36" name="TextBox 35"/>
          <p:cNvSpPr txBox="1"/>
          <p:nvPr/>
        </p:nvSpPr>
        <p:spPr>
          <a:xfrm>
            <a:off x="12065000" y="6731000"/>
            <a:ext cx="12700" cy="12700"/>
          </a:xfrm>
          <a:prstGeom prst="rect">
            <a:avLst/>
          </a:prstGeom>
          <a:noFill/>
        </p:spPr>
        <p:txBody>
          <a:bodyPr wrap="square" lIns="0" tIns="0" rIns="0" bIns="0" anchor="t">
            <a:spAutoFit/>
          </a:bodyPr>
          <a:lstStyle/>
          <a:p>
            <a:pPr algn="l"/>
            <a:r>
              <a:rPr sz="1000" b="1">
                <a:solidFill>
                  <a:srgbClr val="F96167"/>
                </a:solidFill>
                <a:latin typeface="Calibri"/>
              </a:rPr>
              <a:t>WEEKS 3–4</a:t>
            </a:r>
          </a:p>
        </p:txBody>
      </p:sp>
      <p:sp>
        <p:nvSpPr>
          <p:cNvPr id="37" name="TextBox 36"/>
          <p:cNvSpPr txBox="1"/>
          <p:nvPr/>
        </p:nvSpPr>
        <p:spPr>
          <a:xfrm>
            <a:off x="12065000" y="6731000"/>
            <a:ext cx="12700" cy="12700"/>
          </a:xfrm>
          <a:prstGeom prst="rect">
            <a:avLst/>
          </a:prstGeom>
          <a:noFill/>
        </p:spPr>
        <p:txBody>
          <a:bodyPr wrap="square" lIns="0" tIns="0" rIns="0" bIns="0" anchor="t">
            <a:spAutoFit/>
          </a:bodyPr>
          <a:lstStyle/>
          <a:p>
            <a:pPr algn="l"/>
            <a:r>
              <a:rPr sz="1200" b="0">
                <a:solidFill>
                  <a:srgbClr val="FFFFFF"/>
                </a:solidFill>
                <a:latin typeface="Calibri"/>
              </a:rPr>
              <a:t>Run internal pilot with 20 nominees. Decide on external Cohort 1 from data, not enthusiasm.</a:t>
            </a:r>
          </a:p>
        </p:txBody>
      </p:sp>
      <p:sp>
        <p:nvSpPr>
          <p:cNvPr id="404" name="DecisionBar404"/>
          <p:cNvSpPr>
            <a:spLocks noGrp="1"/>
          </p:cNvSpPr>
          <p:nvPr/>
        </p:nvSpPr>
        <p:spPr>
          <a:xfrm>
            <a:off x="457200" y="4203700"/>
            <a:ext cx="76200" cy="736600"/>
          </a:xfrm>
          <a:prstGeom prst="rect">
            <a:avLst/>
          </a:prstGeom>
          <a:solidFill>
            <a:srgbClr val="1E2761"/>
          </a:solidFill>
          <a:ln>
            <a:noFill/>
          </a:ln>
        </p:spPr>
        <p:txBody>
          <a:bodyPr/>
          <a:lstStyle/>
          <a:p>
            <a:endParaRPr/>
          </a:p>
        </p:txBody>
      </p:sp>
      <p:sp>
        <p:nvSpPr>
          <p:cNvPr id="414" name="DecisionTitle414"/>
          <p:cNvSpPr/>
          <p:nvPr/>
        </p:nvSpPr>
        <p:spPr>
          <a:xfrm>
            <a:off x="685800" y="4254500"/>
            <a:ext cx="11125200" cy="254000"/>
          </a:xfrm>
          <a:prstGeom prst="rect">
            <a:avLst/>
          </a:prstGeom>
          <a:noFill/>
        </p:spPr>
        <p:txBody>
          <a:bodyPr/>
          <a:lstStyle/>
          <a:p>
            <a:r>
              <a:rPr lang="en-US" sz="1300" b="1" dirty="0">
                <a:solidFill>
                  <a:srgbClr val="1E2761"/>
                </a:solidFill>
                <a:latin typeface="Calibri"/>
              </a:rPr>
              <a:t>FIFTH  </a:t>
            </a:r>
            <a:r>
              <a:rPr lang="en-US" sz="1300" b="0" dirty="0">
                <a:solidFill>
                  <a:srgbClr val="1E2761"/>
                </a:solidFill>
                <a:latin typeface="Calibri"/>
              </a:rPr>
              <a:t>Secure executive air cover in writing</a:t>
            </a:r>
          </a:p>
        </p:txBody>
      </p:sp>
      <p:sp>
        <p:nvSpPr>
          <p:cNvPr id="424" name="DecisionBody424"/>
          <p:cNvSpPr/>
          <p:nvPr/>
        </p:nvSpPr>
        <p:spPr>
          <a:xfrm>
            <a:off x="685800" y="4533900"/>
            <a:ext cx="11125200" cy="457200"/>
          </a:xfrm>
          <a:prstGeom prst="rect">
            <a:avLst/>
          </a:prstGeom>
          <a:noFill/>
        </p:spPr>
        <p:txBody>
          <a:bodyPr wrap="square"/>
          <a:lstStyle/>
          <a:p>
            <a:r>
              <a:rPr lang="en-US" sz="1200" b="0" dirty="0">
                <a:solidFill>
                  <a:srgbClr val="36454F"/>
                </a:solidFill>
                <a:latin typeface="Calibri"/>
              </a:rPr>
              <a:t>Protected runway requires a named VP with written commitment. Without it, delivery pressure breaks the program by week two. This is the failure mode that kills these initiatives quietly.</a:t>
            </a:r>
          </a:p>
        </p:txBody>
      </p:sp>
      <p:sp>
        <p:nvSpPr>
          <p:cNvPr id="405" name="DecisionBar405"/>
          <p:cNvSpPr>
            <a:spLocks noGrp="1"/>
          </p:cNvSpPr>
          <p:nvPr/>
        </p:nvSpPr>
        <p:spPr>
          <a:xfrm>
            <a:off x="457200" y="5016500"/>
            <a:ext cx="76200" cy="736600"/>
          </a:xfrm>
          <a:prstGeom prst="rect">
            <a:avLst/>
          </a:prstGeom>
          <a:solidFill>
            <a:srgbClr val="F96167"/>
          </a:solidFill>
          <a:ln>
            <a:noFill/>
          </a:ln>
        </p:spPr>
        <p:txBody>
          <a:bodyPr/>
          <a:lstStyle/>
          <a:p>
            <a:endParaRPr/>
          </a:p>
        </p:txBody>
      </p:sp>
      <p:sp>
        <p:nvSpPr>
          <p:cNvPr id="415" name="DecisionTitle415"/>
          <p:cNvSpPr/>
          <p:nvPr/>
        </p:nvSpPr>
        <p:spPr>
          <a:xfrm>
            <a:off x="685800" y="5067300"/>
            <a:ext cx="11125200" cy="254000"/>
          </a:xfrm>
          <a:prstGeom prst="rect">
            <a:avLst/>
          </a:prstGeom>
          <a:noFill/>
        </p:spPr>
        <p:txBody>
          <a:bodyPr/>
          <a:lstStyle/>
          <a:p>
            <a:r>
              <a:rPr lang="en-US" sz="1300" b="1" dirty="0">
                <a:solidFill>
                  <a:srgbClr val="1E2761"/>
                </a:solidFill>
                <a:latin typeface="Calibri"/>
              </a:rPr>
              <a:t>FINAL POINT  </a:t>
            </a:r>
            <a:r>
              <a:rPr lang="en-US" sz="1300" b="0" dirty="0">
                <a:solidFill>
                  <a:srgbClr val="1E2761"/>
                </a:solidFill>
                <a:latin typeface="Calibri"/>
              </a:rPr>
              <a:t>Position this as a segmented selection system</a:t>
            </a:r>
          </a:p>
        </p:txBody>
      </p:sp>
      <p:sp>
        <p:nvSpPr>
          <p:cNvPr id="425" name="DecisionBody425"/>
          <p:cNvSpPr/>
          <p:nvPr/>
        </p:nvSpPr>
        <p:spPr>
          <a:xfrm>
            <a:off x="685800" y="5346700"/>
            <a:ext cx="11125200" cy="457200"/>
          </a:xfrm>
          <a:prstGeom prst="rect">
            <a:avLst/>
          </a:prstGeom>
          <a:noFill/>
        </p:spPr>
        <p:txBody>
          <a:bodyPr wrap="square"/>
          <a:lstStyle/>
          <a:p>
            <a:r>
              <a:rPr lang="en-US" sz="1200" b="0" dirty="0">
                <a:solidFill>
                  <a:srgbClr val="36454F"/>
                </a:solidFill>
                <a:latin typeface="Calibri"/>
              </a:rPr>
              <a:t>Present internally as a segmented selection system for force multipliers. Not a generic hiring initiative. Consistent with the launch deck framing: 10x ascenders solve the right problem, remove unnecessary work, and use AI and judgment to raise the performance of the system around them.</a:t>
            </a:r>
          </a:p>
        </p:txBody>
      </p:sp>
      <p:sp>
        <p:nvSpPr>
          <p:cNvPr id="500" name="Div500"/>
          <p:cNvSpPr>
            <a:spLocks noGrp="1"/>
          </p:cNvSpPr>
          <p:nvPr/>
        </p:nvSpPr>
        <p:spPr>
          <a:xfrm>
            <a:off x="457200" y="1739900"/>
            <a:ext cx="11252200" cy="12700"/>
          </a:xfrm>
          <a:prstGeom prst="line">
            <a:avLst/>
          </a:prstGeom>
          <a:ln w="9525">
            <a:solidFill>
              <a:srgbClr val="E8EAED"/>
            </a:solidFill>
          </a:ln>
        </p:spPr>
        <p:txBody>
          <a:bodyPr/>
          <a:lstStyle/>
          <a:p>
            <a:endParaRPr/>
          </a:p>
        </p:txBody>
      </p:sp>
      <p:sp>
        <p:nvSpPr>
          <p:cNvPr id="501" name="Div501"/>
          <p:cNvSpPr>
            <a:spLocks noGrp="1"/>
          </p:cNvSpPr>
          <p:nvPr/>
        </p:nvSpPr>
        <p:spPr>
          <a:xfrm>
            <a:off x="457200" y="2552700"/>
            <a:ext cx="11252200" cy="12700"/>
          </a:xfrm>
          <a:prstGeom prst="line">
            <a:avLst/>
          </a:prstGeom>
          <a:ln w="9525">
            <a:solidFill>
              <a:srgbClr val="E8EAED"/>
            </a:solidFill>
          </a:ln>
        </p:spPr>
        <p:txBody>
          <a:bodyPr/>
          <a:lstStyle/>
          <a:p>
            <a:endParaRPr/>
          </a:p>
        </p:txBody>
      </p:sp>
      <p:sp>
        <p:nvSpPr>
          <p:cNvPr id="502" name="Div502"/>
          <p:cNvSpPr>
            <a:spLocks noGrp="1"/>
          </p:cNvSpPr>
          <p:nvPr/>
        </p:nvSpPr>
        <p:spPr>
          <a:xfrm>
            <a:off x="457200" y="3365500"/>
            <a:ext cx="11252200" cy="12700"/>
          </a:xfrm>
          <a:prstGeom prst="line">
            <a:avLst/>
          </a:prstGeom>
          <a:ln w="9525">
            <a:solidFill>
              <a:srgbClr val="E8EAED"/>
            </a:solidFill>
          </a:ln>
        </p:spPr>
        <p:txBody>
          <a:bodyPr/>
          <a:lstStyle/>
          <a:p>
            <a:endParaRPr/>
          </a:p>
        </p:txBody>
      </p:sp>
      <p:sp>
        <p:nvSpPr>
          <p:cNvPr id="503" name="Div503"/>
          <p:cNvSpPr>
            <a:spLocks noGrp="1"/>
          </p:cNvSpPr>
          <p:nvPr/>
        </p:nvSpPr>
        <p:spPr>
          <a:xfrm>
            <a:off x="457200" y="4178300"/>
            <a:ext cx="11252200" cy="12700"/>
          </a:xfrm>
          <a:prstGeom prst="line">
            <a:avLst/>
          </a:prstGeom>
          <a:ln w="9525">
            <a:solidFill>
              <a:srgbClr val="E8EAED"/>
            </a:solidFill>
          </a:ln>
        </p:spPr>
        <p:txBody>
          <a:bodyPr/>
          <a:lstStyle/>
          <a:p>
            <a:endParaRPr/>
          </a:p>
        </p:txBody>
      </p:sp>
      <p:sp>
        <p:nvSpPr>
          <p:cNvPr id="504" name="Div504"/>
          <p:cNvSpPr>
            <a:spLocks noGrp="1"/>
          </p:cNvSpPr>
          <p:nvPr/>
        </p:nvSpPr>
        <p:spPr>
          <a:xfrm>
            <a:off x="457200" y="4991100"/>
            <a:ext cx="11252200" cy="12700"/>
          </a:xfrm>
          <a:prstGeom prst="line">
            <a:avLst/>
          </a:prstGeom>
          <a:ln w="9525">
            <a:solidFill>
              <a:srgbClr val="E8EAED"/>
            </a:solidFill>
          </a:ln>
        </p:spPr>
        <p:txBody>
          <a:bodyPr/>
          <a:lstStyle/>
          <a:p>
            <a:endParaRPr/>
          </a:p>
        </p:txBody>
      </p:sp>
    </p:spTree>
    <p:extLst>
      <p:ext uri="{BB962C8B-B14F-4D97-AF65-F5344CB8AC3E}">
        <p14:creationId xmlns:p14="http://schemas.microsoft.com/office/powerpoint/2010/main" val="2939536299"/>
      </p:ext>
    </p:extLst>
  </p:cSld>
  <p:clrMapOvr>
    <a:masterClrMapping/>
  </p:clrMapOvr>
</p:sld>
</file>

<file path=ppt/theme/theme1.xml><?xml version="1.0" encoding="utf-8"?>
<a:theme xmlns:a="http://schemas.openxmlformats.org/drawingml/2006/main" name="Content - Light">
  <a:themeElements>
    <a:clrScheme name="25_New_ascendion colors">
      <a:dk1>
        <a:srgbClr val="000000"/>
      </a:dk1>
      <a:lt1>
        <a:srgbClr val="FFFFFF"/>
      </a:lt1>
      <a:dk2>
        <a:srgbClr val="B3B3B3"/>
      </a:dk2>
      <a:lt2>
        <a:srgbClr val="E8E8E8"/>
      </a:lt2>
      <a:accent1>
        <a:srgbClr val="2CDCAA"/>
      </a:accent1>
      <a:accent2>
        <a:srgbClr val="006450"/>
      </a:accent2>
      <a:accent3>
        <a:srgbClr val="F5821E"/>
      </a:accent3>
      <a:accent4>
        <a:srgbClr val="6666CC"/>
      </a:accent4>
      <a:accent5>
        <a:srgbClr val="8C0059"/>
      </a:accent5>
      <a:accent6>
        <a:srgbClr val="828282"/>
      </a:accent6>
      <a:hlink>
        <a:srgbClr val="968CFA"/>
      </a:hlink>
      <a:folHlink>
        <a:srgbClr val="000000"/>
      </a:folHlink>
    </a:clrScheme>
    <a:fontScheme name="Ascendion Fonts">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1E3F4082-7808-4881-B841-DF50AC8472A2}" vid="{AD8F05DF-AF63-4EFF-8DEB-D5CA5C06AB57}"/>
    </a:ext>
  </a:extLst>
</a:theme>
</file>

<file path=ppt/theme/theme2.xml><?xml version="1.0" encoding="utf-8"?>
<a:theme xmlns:a="http://schemas.openxmlformats.org/drawingml/2006/main" name="Content - Light">
  <a:themeElements>
    <a:clrScheme name="25_New_ascendion colors">
      <a:dk1>
        <a:srgbClr val="000000"/>
      </a:dk1>
      <a:lt1>
        <a:srgbClr val="FFFFFF"/>
      </a:lt1>
      <a:dk2>
        <a:srgbClr val="B3B3B3"/>
      </a:dk2>
      <a:lt2>
        <a:srgbClr val="E8E8E8"/>
      </a:lt2>
      <a:accent1>
        <a:srgbClr val="2CDCAA"/>
      </a:accent1>
      <a:accent2>
        <a:srgbClr val="006450"/>
      </a:accent2>
      <a:accent3>
        <a:srgbClr val="F5821E"/>
      </a:accent3>
      <a:accent4>
        <a:srgbClr val="6666CC"/>
      </a:accent4>
      <a:accent5>
        <a:srgbClr val="8C0059"/>
      </a:accent5>
      <a:accent6>
        <a:srgbClr val="828282"/>
      </a:accent6>
      <a:hlink>
        <a:srgbClr val="968CFA"/>
      </a:hlink>
      <a:folHlink>
        <a:srgbClr val="000000"/>
      </a:folHlink>
    </a:clrScheme>
    <a:fontScheme name="Ascendion Fonts">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1E3F4082-7808-4881-B841-DF50AC8472A2}" vid="{AD8F05DF-AF63-4EFF-8DEB-D5CA5C06AB5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235BFA3-A629-DE4F-B1C5-8C47EAC1BC4C}">
  <we:reference id="wa200010001" version="1.0.0.1" store="en-US" storeType="OMEX"/>
  <we:alternateReferences>
    <we:reference id="wa200010001" version="1.0.0.1" store="" storeType="OMEX"/>
  </we:alternateReferences>
  <we:properties>
    <we:property name="Office.AutoShowTaskpaneWithDocument" value="true"/>
    <we:property name="claude.fileId" value="&quot;911fa6ee-0b3c-45f7-b455-288c47830c83&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D17D077514BC341998BBA45225655AA" ma:contentTypeVersion="3" ma:contentTypeDescription="Create a new document." ma:contentTypeScope="" ma:versionID="2396a582a6befac04200bceb3822b478">
  <xsd:schema xmlns:xsd="http://www.w3.org/2001/XMLSchema" xmlns:xs="http://www.w3.org/2001/XMLSchema" xmlns:p="http://schemas.microsoft.com/office/2006/metadata/properties" xmlns:ns2="8b6de726-6a7a-4692-9584-22166a19873a" targetNamespace="http://schemas.microsoft.com/office/2006/metadata/properties" ma:root="true" ma:fieldsID="d315774a3da3dca3dcd2d4bd9531319d" ns2:_="">
    <xsd:import namespace="8b6de726-6a7a-4692-9584-22166a19873a"/>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b6de726-6a7a-4692-9584-22166a1987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80CBCBE-B10C-4D49-BEE1-872DDF386E8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b6de726-6a7a-4692-9584-22166a19873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7154E1E-A921-46DB-B0DF-1607B9F94588}">
  <ds:schemaRefs>
    <ds:schemaRef ds:uri="http://schemas.microsoft.com/sharepoint/v3/contenttype/forms"/>
  </ds:schemaRefs>
</ds:datastoreItem>
</file>

<file path=customXml/itemProps3.xml><?xml version="1.0" encoding="utf-8"?>
<ds:datastoreItem xmlns:ds="http://schemas.openxmlformats.org/officeDocument/2006/customXml" ds:itemID="{79179B07-0447-4D31-BA7E-09C47EA7576B}">
  <ds:schemaRefs>
    <ds:schemaRef ds:uri="http://schemas.openxmlformats.org/package/2006/metadata/core-properties"/>
    <ds:schemaRef ds:uri="http://schemas.microsoft.com/office/2006/metadata/properties"/>
    <ds:schemaRef ds:uri="http://schemas.microsoft.com/office/2006/documentManagement/types"/>
    <ds:schemaRef ds:uri="http://purl.org/dc/terms/"/>
    <ds:schemaRef ds:uri="http://schemas.microsoft.com/office/infopath/2007/PartnerControls"/>
    <ds:schemaRef ds:uri="http://purl.org/dc/elements/1.1/"/>
    <ds:schemaRef ds:uri="http://purl.org/dc/dcmitype/"/>
    <ds:schemaRef ds:uri="8b6de726-6a7a-4692-9584-22166a19873a"/>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4149</TotalTime>
  <Words>1439</Words>
  <Application>Microsoft Macintosh PowerPoint</Application>
  <PresentationFormat>Widescreen</PresentationFormat>
  <Paragraphs>113</Paragraphs>
  <Slides>7</Slides>
  <Notes>2</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7</vt:i4>
      </vt:variant>
    </vt:vector>
  </HeadingPairs>
  <TitlesOfParts>
    <vt:vector size="18" baseType="lpstr">
      <vt:lpstr>Aptos</vt:lpstr>
      <vt:lpstr>Arial</vt:lpstr>
      <vt:lpstr>Calibri</vt:lpstr>
      <vt:lpstr>Century Gothic</vt:lpstr>
      <vt:lpstr>Myriad Pro</vt:lpstr>
      <vt:lpstr>PP Neue Machina</vt:lpstr>
      <vt:lpstr>PP Neue Machina Plain Italic</vt:lpstr>
      <vt:lpstr>PP Neue Machina Plain Ultrabold</vt:lpstr>
      <vt:lpstr>Verdana</vt:lpstr>
      <vt:lpstr>Content - Light</vt:lpstr>
      <vt:lpstr>Content - Light</vt:lpstr>
      <vt:lpstr>10x Accelerated Talent Program Operating Plan  |  Leadership Review</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Daryush Laqab</dc:creator>
  <cp:lastModifiedBy>Srinidhi Ramanujam</cp:lastModifiedBy>
  <cp:revision>33</cp:revision>
  <dcterms:created xsi:type="dcterms:W3CDTF">2025-06-18T18:37:34Z</dcterms:created>
  <dcterms:modified xsi:type="dcterms:W3CDTF">2026-04-09T14:10:02Z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0x010100FD17D077514BC341998BBA45225655AA</vt:lpwstr>
  </property>
</Properties>
</file>